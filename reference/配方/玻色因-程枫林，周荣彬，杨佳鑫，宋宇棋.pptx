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7" r:id="rId17"/>
    <p:sldId id="283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05" d="100"/>
          <a:sy n="105" d="100"/>
        </p:scale>
        <p:origin x="76" y="8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C97D1-8DA0-4CEB-9280-9C8B2810AEA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0B78F-3C56-4CF0-8CBA-8E6BD5F1F0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7afd44db-20a1-4073-a565-50d59d85b26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b21fc73b-fc04-4c6e-9cdd-8e2584c2ec58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205105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3bc842a0-b346-4296-ac27-b9737f2d65c3"/>
          <p:cNvSpPr>
            <a:spLocks noGrp="1"/>
          </p:cNvSpPr>
          <p:nvPr>
            <p:ph type="subTitle" idx="1" hasCustomPrompt="1"/>
          </p:nvPr>
        </p:nvSpPr>
        <p:spPr>
          <a:xfrm>
            <a:off x="660400" y="3181350"/>
            <a:ext cx="10858500" cy="199486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27163176-9591-4206-a17b-41b102fc017d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6641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fea8fb5d-f785-4e27-92af-25b4353dbb5c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073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44222bc-c1f2-40fb-bfa9-d14e48e10be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26f956e3-a686-425c-b764-fab3ad43887d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9145eea7-fa32-46b1-85a9-36715d4aa22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c247493-dee1-4552-8d1b-02d5712ad55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f7dfbe92-3a0b-486f-b624-b1eb38a2d9a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b1a1ae0-2cd8-4791-9eac-98d896e2973a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df19c176-ad05-4519-99f6-dc9ece779fe6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38b07218-d2a6-4dc8-a995-3f7e8cb619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5eb6024-82e9-4f0a-8e0b-85049906ba3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2ad78df5-d00c-4532-ae3b-5f23d34d29c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be73f9d3-b976-40ee-a7b8-b32dbbb6fe0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15e3868c-e4b5-49da-b9e7-74e5fcfb841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fc81128-1088-48bc-bd2f-0901e3ddab1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>
          <a:xfrm>
            <a:off x="660400" y="1144693"/>
            <a:ext cx="10858500" cy="126195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>
          <a:xfrm>
            <a:off x="660400" y="2406650"/>
            <a:ext cx="10858500" cy="372745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965f1d9b-0e1b-4fb7-a40e-a9105d06ac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7ce0d7e7-444c-4a97-8440-670ed02414d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d92f300-df12-43eb-82e9-65a42a290c8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990afd8a-707c-4bd9-9adc-cf90f9e8587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5be11832-fc7a-4b8f-aed6-a2a24693c2d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78a3d634-fef5-407d-9036-5cb8dd04448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527846fb-9900-4b69-8938-2d54fb1fd55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4318751-9e06-4d51-a3b0-ffeba846d5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7390a731-6b91-48cc-926c-7e88c0c739f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576faa4-919c-488b-a724-2ed48920929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15dd357b-c684-4b6a-b30b-f358a57a4140"/>
          <p:cNvSpPr>
            <a:spLocks noGrp="1"/>
          </p:cNvSpPr>
          <p:nvPr>
            <p:ph type="title" hasCustomPrompt="1"/>
          </p:nvPr>
        </p:nvSpPr>
        <p:spPr>
          <a:xfrm>
            <a:off x="660400" y="242316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8b3bdb0e-8e22-4763-8bef-55eaaa2e91fc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88112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4bc3dedf-41dd-4c0c-b75b-f83aa969628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15544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21fc73b-fc04-4c6e-9cdd-8e2584c2ec58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/>
              </a:rPr>
              <a:t>玻色因：护肤与工业的多面明星</a:t>
            </a:r>
          </a:p>
        </p:txBody>
      </p:sp>
      <p:sp>
        <p:nvSpPr>
          <p:cNvPr id="3" name="副标题 2" descr="3bc842a0-b346-4296-ac27-b9737f2d65c3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ea typeface="微软雅黑"/>
              </a:rPr>
              <a:t>探索玻色因的奥秘与应用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65687F8-3B4E-1C50-7B4D-31B65152F9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88F3F729-70C4-7F98-FFAF-0007A9B3BB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玻色因简介</a:t>
            </a: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了解玻色因的基本信息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8f8a6e3-8abb-449b-8ab0-ccd6e65d5201.source.3.zh-Hans.pptx" descr="dda39d73-7c84-4f71-b530-56a17f2fc8c3">
            <a:extLst>
              <a:ext uri="{FF2B5EF4-FFF2-40B4-BE49-F238E27FC236}">
                <a16:creationId xmlns:a16="http://schemas.microsoft.com/office/drawing/2014/main" id="{E337B5DF-3477-124A-DDEC-3CDAF93D94A6}"/>
              </a:ext>
            </a:extLst>
          </p:cNvPr>
          <p:cNvGrpSpPr/>
          <p:nvPr/>
        </p:nvGrpSpPr>
        <p:grpSpPr>
          <a:xfrm>
            <a:off x="660400" y="1130299"/>
            <a:ext cx="10858501" cy="5016501"/>
            <a:chOff x="660400" y="1130299"/>
            <a:chExt cx="10858501" cy="5016501"/>
          </a:xfrm>
        </p:grpSpPr>
        <p:grpSp>
          <p:nvGrpSpPr>
            <p:cNvPr id="54" name="组合 53" descr="2f3ad972-08d8-4531-9d98-4debc395a6fe">
              <a:extLst>
                <a:ext uri="{FF2B5EF4-FFF2-40B4-BE49-F238E27FC236}">
                  <a16:creationId xmlns:a16="http://schemas.microsoft.com/office/drawing/2014/main" id="{0489CBBE-A57C-D74C-E6B0-BE02E6C91EC4}"/>
                </a:ext>
              </a:extLst>
            </p:cNvPr>
            <p:cNvGrpSpPr/>
            <p:nvPr/>
          </p:nvGrpSpPr>
          <p:grpSpPr>
            <a:xfrm>
              <a:off x="4271208" y="2209800"/>
              <a:ext cx="3636883" cy="3937000"/>
              <a:chOff x="673100" y="1666075"/>
              <a:chExt cx="4139160" cy="4480725"/>
            </a:xfrm>
          </p:grpSpPr>
          <p:sp>
            <p:nvSpPr>
              <p:cNvPr id="52" name="任意多边形: 形状 51" descr="39409fd9-71bf-4595-940b-b66c0752c024">
                <a:extLst>
                  <a:ext uri="{FF2B5EF4-FFF2-40B4-BE49-F238E27FC236}">
                    <a16:creationId xmlns:a16="http://schemas.microsoft.com/office/drawing/2014/main" id="{D2B0BBEC-473F-5957-5493-A15A5D191AF9}"/>
                  </a:ext>
                </a:extLst>
              </p:cNvPr>
              <p:cNvSpPr/>
              <p:nvPr/>
            </p:nvSpPr>
            <p:spPr bwMode="auto">
              <a:xfrm>
                <a:off x="2239968" y="1666075"/>
                <a:ext cx="1005418" cy="766135"/>
              </a:xfrm>
              <a:custGeom>
                <a:avLst/>
                <a:gdLst>
                  <a:gd name="connsiteX0" fmla="*/ 185848 w 1005418"/>
                  <a:gd name="connsiteY0" fmla="*/ 589644 h 766135"/>
                  <a:gd name="connsiteX1" fmla="*/ 195341 w 1005418"/>
                  <a:gd name="connsiteY1" fmla="*/ 589644 h 766135"/>
                  <a:gd name="connsiteX2" fmla="*/ 204394 w 1005418"/>
                  <a:gd name="connsiteY2" fmla="*/ 590746 h 766135"/>
                  <a:gd name="connsiteX3" fmla="*/ 213004 w 1005418"/>
                  <a:gd name="connsiteY3" fmla="*/ 592509 h 766135"/>
                  <a:gd name="connsiteX4" fmla="*/ 220069 w 1005418"/>
                  <a:gd name="connsiteY4" fmla="*/ 595373 h 766135"/>
                  <a:gd name="connsiteX5" fmla="*/ 226693 w 1005418"/>
                  <a:gd name="connsiteY5" fmla="*/ 598678 h 766135"/>
                  <a:gd name="connsiteX6" fmla="*/ 231992 w 1005418"/>
                  <a:gd name="connsiteY6" fmla="*/ 602424 h 766135"/>
                  <a:gd name="connsiteX7" fmla="*/ 236628 w 1005418"/>
                  <a:gd name="connsiteY7" fmla="*/ 605950 h 766135"/>
                  <a:gd name="connsiteX8" fmla="*/ 240161 w 1005418"/>
                  <a:gd name="connsiteY8" fmla="*/ 609475 h 766135"/>
                  <a:gd name="connsiteX9" fmla="*/ 242810 w 1005418"/>
                  <a:gd name="connsiteY9" fmla="*/ 612780 h 766135"/>
                  <a:gd name="connsiteX10" fmla="*/ 245018 w 1005418"/>
                  <a:gd name="connsiteY10" fmla="*/ 615204 h 766135"/>
                  <a:gd name="connsiteX11" fmla="*/ 246343 w 1005418"/>
                  <a:gd name="connsiteY11" fmla="*/ 616747 h 766135"/>
                  <a:gd name="connsiteX12" fmla="*/ 246564 w 1005418"/>
                  <a:gd name="connsiteY12" fmla="*/ 617408 h 766135"/>
                  <a:gd name="connsiteX13" fmla="*/ 245902 w 1005418"/>
                  <a:gd name="connsiteY13" fmla="*/ 618069 h 766135"/>
                  <a:gd name="connsiteX14" fmla="*/ 244356 w 1005418"/>
                  <a:gd name="connsiteY14" fmla="*/ 619611 h 766135"/>
                  <a:gd name="connsiteX15" fmla="*/ 241927 w 1005418"/>
                  <a:gd name="connsiteY15" fmla="*/ 622035 h 766135"/>
                  <a:gd name="connsiteX16" fmla="*/ 238395 w 1005418"/>
                  <a:gd name="connsiteY16" fmla="*/ 625120 h 766135"/>
                  <a:gd name="connsiteX17" fmla="*/ 234200 w 1005418"/>
                  <a:gd name="connsiteY17" fmla="*/ 628205 h 766135"/>
                  <a:gd name="connsiteX18" fmla="*/ 228901 w 1005418"/>
                  <a:gd name="connsiteY18" fmla="*/ 631730 h 766135"/>
                  <a:gd name="connsiteX19" fmla="*/ 222498 w 1005418"/>
                  <a:gd name="connsiteY19" fmla="*/ 634815 h 766135"/>
                  <a:gd name="connsiteX20" fmla="*/ 215654 w 1005418"/>
                  <a:gd name="connsiteY20" fmla="*/ 637459 h 766135"/>
                  <a:gd name="connsiteX21" fmla="*/ 207926 w 1005418"/>
                  <a:gd name="connsiteY21" fmla="*/ 639663 h 766135"/>
                  <a:gd name="connsiteX22" fmla="*/ 199536 w 1005418"/>
                  <a:gd name="connsiteY22" fmla="*/ 640985 h 766135"/>
                  <a:gd name="connsiteX23" fmla="*/ 190484 w 1005418"/>
                  <a:gd name="connsiteY23" fmla="*/ 641205 h 766135"/>
                  <a:gd name="connsiteX24" fmla="*/ 181432 w 1005418"/>
                  <a:gd name="connsiteY24" fmla="*/ 640324 h 766135"/>
                  <a:gd name="connsiteX25" fmla="*/ 173042 w 1005418"/>
                  <a:gd name="connsiteY25" fmla="*/ 638120 h 766135"/>
                  <a:gd name="connsiteX26" fmla="*/ 165535 w 1005418"/>
                  <a:gd name="connsiteY26" fmla="*/ 634815 h 766135"/>
                  <a:gd name="connsiteX27" fmla="*/ 158912 w 1005418"/>
                  <a:gd name="connsiteY27" fmla="*/ 631069 h 766135"/>
                  <a:gd name="connsiteX28" fmla="*/ 152950 w 1005418"/>
                  <a:gd name="connsiteY28" fmla="*/ 627103 h 766135"/>
                  <a:gd name="connsiteX29" fmla="*/ 147872 w 1005418"/>
                  <a:gd name="connsiteY29" fmla="*/ 622696 h 766135"/>
                  <a:gd name="connsiteX30" fmla="*/ 143898 w 1005418"/>
                  <a:gd name="connsiteY30" fmla="*/ 618730 h 766135"/>
                  <a:gd name="connsiteX31" fmla="*/ 140807 w 1005418"/>
                  <a:gd name="connsiteY31" fmla="*/ 614984 h 766135"/>
                  <a:gd name="connsiteX32" fmla="*/ 138599 w 1005418"/>
                  <a:gd name="connsiteY32" fmla="*/ 612119 h 766135"/>
                  <a:gd name="connsiteX33" fmla="*/ 137054 w 1005418"/>
                  <a:gd name="connsiteY33" fmla="*/ 610136 h 766135"/>
                  <a:gd name="connsiteX34" fmla="*/ 136833 w 1005418"/>
                  <a:gd name="connsiteY34" fmla="*/ 609475 h 766135"/>
                  <a:gd name="connsiteX35" fmla="*/ 137274 w 1005418"/>
                  <a:gd name="connsiteY35" fmla="*/ 608814 h 766135"/>
                  <a:gd name="connsiteX36" fmla="*/ 138820 w 1005418"/>
                  <a:gd name="connsiteY36" fmla="*/ 607492 h 766135"/>
                  <a:gd name="connsiteX37" fmla="*/ 141469 w 1005418"/>
                  <a:gd name="connsiteY37" fmla="*/ 605729 h 766135"/>
                  <a:gd name="connsiteX38" fmla="*/ 145223 w 1005418"/>
                  <a:gd name="connsiteY38" fmla="*/ 603306 h 766135"/>
                  <a:gd name="connsiteX39" fmla="*/ 149859 w 1005418"/>
                  <a:gd name="connsiteY39" fmla="*/ 600441 h 766135"/>
                  <a:gd name="connsiteX40" fmla="*/ 155379 w 1005418"/>
                  <a:gd name="connsiteY40" fmla="*/ 597797 h 766135"/>
                  <a:gd name="connsiteX41" fmla="*/ 161782 w 1005418"/>
                  <a:gd name="connsiteY41" fmla="*/ 594932 h 766135"/>
                  <a:gd name="connsiteX42" fmla="*/ 169289 w 1005418"/>
                  <a:gd name="connsiteY42" fmla="*/ 592509 h 766135"/>
                  <a:gd name="connsiteX43" fmla="*/ 177016 w 1005418"/>
                  <a:gd name="connsiteY43" fmla="*/ 590966 h 766135"/>
                  <a:gd name="connsiteX44" fmla="*/ 810195 w 1005418"/>
                  <a:gd name="connsiteY44" fmla="*/ 589640 h 766135"/>
                  <a:gd name="connsiteX45" fmla="*/ 819670 w 1005418"/>
                  <a:gd name="connsiteY45" fmla="*/ 590085 h 766135"/>
                  <a:gd name="connsiteX46" fmla="*/ 828263 w 1005418"/>
                  <a:gd name="connsiteY46" fmla="*/ 590973 h 766135"/>
                  <a:gd name="connsiteX47" fmla="*/ 836416 w 1005418"/>
                  <a:gd name="connsiteY47" fmla="*/ 592751 h 766135"/>
                  <a:gd name="connsiteX48" fmla="*/ 843687 w 1005418"/>
                  <a:gd name="connsiteY48" fmla="*/ 594973 h 766135"/>
                  <a:gd name="connsiteX49" fmla="*/ 849857 w 1005418"/>
                  <a:gd name="connsiteY49" fmla="*/ 597862 h 766135"/>
                  <a:gd name="connsiteX50" fmla="*/ 855366 w 1005418"/>
                  <a:gd name="connsiteY50" fmla="*/ 600529 h 766135"/>
                  <a:gd name="connsiteX51" fmla="*/ 859993 w 1005418"/>
                  <a:gd name="connsiteY51" fmla="*/ 603418 h 766135"/>
                  <a:gd name="connsiteX52" fmla="*/ 863739 w 1005418"/>
                  <a:gd name="connsiteY52" fmla="*/ 605862 h 766135"/>
                  <a:gd name="connsiteX53" fmla="*/ 866383 w 1005418"/>
                  <a:gd name="connsiteY53" fmla="*/ 607640 h 766135"/>
                  <a:gd name="connsiteX54" fmla="*/ 868145 w 1005418"/>
                  <a:gd name="connsiteY54" fmla="*/ 609195 h 766135"/>
                  <a:gd name="connsiteX55" fmla="*/ 868586 w 1005418"/>
                  <a:gd name="connsiteY55" fmla="*/ 609640 h 766135"/>
                  <a:gd name="connsiteX56" fmla="*/ 868145 w 1005418"/>
                  <a:gd name="connsiteY56" fmla="*/ 610529 h 766135"/>
                  <a:gd name="connsiteX57" fmla="*/ 866603 w 1005418"/>
                  <a:gd name="connsiteY57" fmla="*/ 612306 h 766135"/>
                  <a:gd name="connsiteX58" fmla="*/ 864400 w 1005418"/>
                  <a:gd name="connsiteY58" fmla="*/ 615417 h 766135"/>
                  <a:gd name="connsiteX59" fmla="*/ 861315 w 1005418"/>
                  <a:gd name="connsiteY59" fmla="*/ 618973 h 766135"/>
                  <a:gd name="connsiteX60" fmla="*/ 857349 w 1005418"/>
                  <a:gd name="connsiteY60" fmla="*/ 623195 h 766135"/>
                  <a:gd name="connsiteX61" fmla="*/ 852281 w 1005418"/>
                  <a:gd name="connsiteY61" fmla="*/ 627417 h 766135"/>
                  <a:gd name="connsiteX62" fmla="*/ 846772 w 1005418"/>
                  <a:gd name="connsiteY62" fmla="*/ 631639 h 766135"/>
                  <a:gd name="connsiteX63" fmla="*/ 839941 w 1005418"/>
                  <a:gd name="connsiteY63" fmla="*/ 635417 h 766135"/>
                  <a:gd name="connsiteX64" fmla="*/ 832450 w 1005418"/>
                  <a:gd name="connsiteY64" fmla="*/ 638528 h 766135"/>
                  <a:gd name="connsiteX65" fmla="*/ 824297 w 1005418"/>
                  <a:gd name="connsiteY65" fmla="*/ 640750 h 766135"/>
                  <a:gd name="connsiteX66" fmla="*/ 814822 w 1005418"/>
                  <a:gd name="connsiteY66" fmla="*/ 641861 h 766135"/>
                  <a:gd name="connsiteX67" fmla="*/ 805788 w 1005418"/>
                  <a:gd name="connsiteY67" fmla="*/ 641639 h 766135"/>
                  <a:gd name="connsiteX68" fmla="*/ 797415 w 1005418"/>
                  <a:gd name="connsiteY68" fmla="*/ 640306 h 766135"/>
                  <a:gd name="connsiteX69" fmla="*/ 789703 w 1005418"/>
                  <a:gd name="connsiteY69" fmla="*/ 638306 h 766135"/>
                  <a:gd name="connsiteX70" fmla="*/ 782873 w 1005418"/>
                  <a:gd name="connsiteY70" fmla="*/ 635417 h 766135"/>
                  <a:gd name="connsiteX71" fmla="*/ 776703 w 1005418"/>
                  <a:gd name="connsiteY71" fmla="*/ 632084 h 766135"/>
                  <a:gd name="connsiteX72" fmla="*/ 771415 w 1005418"/>
                  <a:gd name="connsiteY72" fmla="*/ 628973 h 766135"/>
                  <a:gd name="connsiteX73" fmla="*/ 767008 w 1005418"/>
                  <a:gd name="connsiteY73" fmla="*/ 625417 h 766135"/>
                  <a:gd name="connsiteX74" fmla="*/ 763482 w 1005418"/>
                  <a:gd name="connsiteY74" fmla="*/ 622750 h 766135"/>
                  <a:gd name="connsiteX75" fmla="*/ 761059 w 1005418"/>
                  <a:gd name="connsiteY75" fmla="*/ 620084 h 766135"/>
                  <a:gd name="connsiteX76" fmla="*/ 759516 w 1005418"/>
                  <a:gd name="connsiteY76" fmla="*/ 618528 h 766135"/>
                  <a:gd name="connsiteX77" fmla="*/ 758855 w 1005418"/>
                  <a:gd name="connsiteY77" fmla="*/ 618084 h 766135"/>
                  <a:gd name="connsiteX78" fmla="*/ 759516 w 1005418"/>
                  <a:gd name="connsiteY78" fmla="*/ 617417 h 766135"/>
                  <a:gd name="connsiteX79" fmla="*/ 760398 w 1005418"/>
                  <a:gd name="connsiteY79" fmla="*/ 615417 h 766135"/>
                  <a:gd name="connsiteX80" fmla="*/ 762601 w 1005418"/>
                  <a:gd name="connsiteY80" fmla="*/ 612973 h 766135"/>
                  <a:gd name="connsiteX81" fmla="*/ 765465 w 1005418"/>
                  <a:gd name="connsiteY81" fmla="*/ 609862 h 766135"/>
                  <a:gd name="connsiteX82" fmla="*/ 769211 w 1005418"/>
                  <a:gd name="connsiteY82" fmla="*/ 606084 h 766135"/>
                  <a:gd name="connsiteX83" fmla="*/ 773398 w 1005418"/>
                  <a:gd name="connsiteY83" fmla="*/ 602529 h 766135"/>
                  <a:gd name="connsiteX84" fmla="*/ 779127 w 1005418"/>
                  <a:gd name="connsiteY84" fmla="*/ 598973 h 766135"/>
                  <a:gd name="connsiteX85" fmla="*/ 785296 w 1005418"/>
                  <a:gd name="connsiteY85" fmla="*/ 595640 h 766135"/>
                  <a:gd name="connsiteX86" fmla="*/ 792788 w 1005418"/>
                  <a:gd name="connsiteY86" fmla="*/ 592751 h 766135"/>
                  <a:gd name="connsiteX87" fmla="*/ 800941 w 1005418"/>
                  <a:gd name="connsiteY87" fmla="*/ 590751 h 766135"/>
                  <a:gd name="connsiteX88" fmla="*/ 889298 w 1005418"/>
                  <a:gd name="connsiteY88" fmla="*/ 534113 h 766135"/>
                  <a:gd name="connsiteX89" fmla="*/ 897891 w 1005418"/>
                  <a:gd name="connsiteY89" fmla="*/ 534113 h 766135"/>
                  <a:gd name="connsiteX90" fmla="*/ 906044 w 1005418"/>
                  <a:gd name="connsiteY90" fmla="*/ 534991 h 766135"/>
                  <a:gd name="connsiteX91" fmla="*/ 913535 w 1005418"/>
                  <a:gd name="connsiteY91" fmla="*/ 536527 h 766135"/>
                  <a:gd name="connsiteX92" fmla="*/ 919925 w 1005418"/>
                  <a:gd name="connsiteY92" fmla="*/ 538282 h 766135"/>
                  <a:gd name="connsiteX93" fmla="*/ 925874 w 1005418"/>
                  <a:gd name="connsiteY93" fmla="*/ 540476 h 766135"/>
                  <a:gd name="connsiteX94" fmla="*/ 930942 w 1005418"/>
                  <a:gd name="connsiteY94" fmla="*/ 542670 h 766135"/>
                  <a:gd name="connsiteX95" fmla="*/ 934688 w 1005418"/>
                  <a:gd name="connsiteY95" fmla="*/ 544426 h 766135"/>
                  <a:gd name="connsiteX96" fmla="*/ 937773 w 1005418"/>
                  <a:gd name="connsiteY96" fmla="*/ 546400 h 766135"/>
                  <a:gd name="connsiteX97" fmla="*/ 939315 w 1005418"/>
                  <a:gd name="connsiteY97" fmla="*/ 547278 h 766135"/>
                  <a:gd name="connsiteX98" fmla="*/ 939976 w 1005418"/>
                  <a:gd name="connsiteY98" fmla="*/ 547936 h 766135"/>
                  <a:gd name="connsiteX99" fmla="*/ 939756 w 1005418"/>
                  <a:gd name="connsiteY99" fmla="*/ 548375 h 766135"/>
                  <a:gd name="connsiteX100" fmla="*/ 938434 w 1005418"/>
                  <a:gd name="connsiteY100" fmla="*/ 550569 h 766135"/>
                  <a:gd name="connsiteX101" fmla="*/ 936451 w 1005418"/>
                  <a:gd name="connsiteY101" fmla="*/ 553641 h 766135"/>
                  <a:gd name="connsiteX102" fmla="*/ 934027 w 1005418"/>
                  <a:gd name="connsiteY102" fmla="*/ 557591 h 766135"/>
                  <a:gd name="connsiteX103" fmla="*/ 930281 w 1005418"/>
                  <a:gd name="connsiteY103" fmla="*/ 562198 h 766135"/>
                  <a:gd name="connsiteX104" fmla="*/ 925874 w 1005418"/>
                  <a:gd name="connsiteY104" fmla="*/ 566806 h 766135"/>
                  <a:gd name="connsiteX105" fmla="*/ 920586 w 1005418"/>
                  <a:gd name="connsiteY105" fmla="*/ 571853 h 766135"/>
                  <a:gd name="connsiteX106" fmla="*/ 914637 w 1005418"/>
                  <a:gd name="connsiteY106" fmla="*/ 576022 h 766135"/>
                  <a:gd name="connsiteX107" fmla="*/ 907586 w 1005418"/>
                  <a:gd name="connsiteY107" fmla="*/ 580190 h 766135"/>
                  <a:gd name="connsiteX108" fmla="*/ 899433 w 1005418"/>
                  <a:gd name="connsiteY108" fmla="*/ 583482 h 766135"/>
                  <a:gd name="connsiteX109" fmla="*/ 890840 w 1005418"/>
                  <a:gd name="connsiteY109" fmla="*/ 585676 h 766135"/>
                  <a:gd name="connsiteX110" fmla="*/ 881365 w 1005418"/>
                  <a:gd name="connsiteY110" fmla="*/ 586334 h 766135"/>
                  <a:gd name="connsiteX111" fmla="*/ 872992 w 1005418"/>
                  <a:gd name="connsiteY111" fmla="*/ 585895 h 766135"/>
                  <a:gd name="connsiteX112" fmla="*/ 865280 w 1005418"/>
                  <a:gd name="connsiteY112" fmla="*/ 584798 h 766135"/>
                  <a:gd name="connsiteX113" fmla="*/ 857789 w 1005418"/>
                  <a:gd name="connsiteY113" fmla="*/ 582823 h 766135"/>
                  <a:gd name="connsiteX114" fmla="*/ 851399 w 1005418"/>
                  <a:gd name="connsiteY114" fmla="*/ 580410 h 766135"/>
                  <a:gd name="connsiteX115" fmla="*/ 845890 w 1005418"/>
                  <a:gd name="connsiteY115" fmla="*/ 577557 h 766135"/>
                  <a:gd name="connsiteX116" fmla="*/ 840822 w 1005418"/>
                  <a:gd name="connsiteY116" fmla="*/ 575144 h 766135"/>
                  <a:gd name="connsiteX117" fmla="*/ 837077 w 1005418"/>
                  <a:gd name="connsiteY117" fmla="*/ 572730 h 766135"/>
                  <a:gd name="connsiteX118" fmla="*/ 834433 w 1005418"/>
                  <a:gd name="connsiteY118" fmla="*/ 570536 h 766135"/>
                  <a:gd name="connsiteX119" fmla="*/ 832890 w 1005418"/>
                  <a:gd name="connsiteY119" fmla="*/ 569000 h 766135"/>
                  <a:gd name="connsiteX120" fmla="*/ 832229 w 1005418"/>
                  <a:gd name="connsiteY120" fmla="*/ 568781 h 766135"/>
                  <a:gd name="connsiteX121" fmla="*/ 832449 w 1005418"/>
                  <a:gd name="connsiteY121" fmla="*/ 568123 h 766135"/>
                  <a:gd name="connsiteX122" fmla="*/ 833331 w 1005418"/>
                  <a:gd name="connsiteY122" fmla="*/ 566367 h 766135"/>
                  <a:gd name="connsiteX123" fmla="*/ 835094 w 1005418"/>
                  <a:gd name="connsiteY123" fmla="*/ 563515 h 766135"/>
                  <a:gd name="connsiteX124" fmla="*/ 837517 w 1005418"/>
                  <a:gd name="connsiteY124" fmla="*/ 560224 h 766135"/>
                  <a:gd name="connsiteX125" fmla="*/ 840602 w 1005418"/>
                  <a:gd name="connsiteY125" fmla="*/ 556055 h 766135"/>
                  <a:gd name="connsiteX126" fmla="*/ 844568 w 1005418"/>
                  <a:gd name="connsiteY126" fmla="*/ 551886 h 766135"/>
                  <a:gd name="connsiteX127" fmla="*/ 849636 w 1005418"/>
                  <a:gd name="connsiteY127" fmla="*/ 547497 h 766135"/>
                  <a:gd name="connsiteX128" fmla="*/ 855585 w 1005418"/>
                  <a:gd name="connsiteY128" fmla="*/ 543548 h 766135"/>
                  <a:gd name="connsiteX129" fmla="*/ 862636 w 1005418"/>
                  <a:gd name="connsiteY129" fmla="*/ 539818 h 766135"/>
                  <a:gd name="connsiteX130" fmla="*/ 870569 w 1005418"/>
                  <a:gd name="connsiteY130" fmla="*/ 537185 h 766135"/>
                  <a:gd name="connsiteX131" fmla="*/ 879823 w 1005418"/>
                  <a:gd name="connsiteY131" fmla="*/ 534991 h 766135"/>
                  <a:gd name="connsiteX132" fmla="*/ 116562 w 1005418"/>
                  <a:gd name="connsiteY132" fmla="*/ 533457 h 766135"/>
                  <a:gd name="connsiteX133" fmla="*/ 126036 w 1005418"/>
                  <a:gd name="connsiteY133" fmla="*/ 534779 h 766135"/>
                  <a:gd name="connsiteX134" fmla="*/ 135070 w 1005418"/>
                  <a:gd name="connsiteY134" fmla="*/ 536542 h 766135"/>
                  <a:gd name="connsiteX135" fmla="*/ 143003 w 1005418"/>
                  <a:gd name="connsiteY135" fmla="*/ 539627 h 766135"/>
                  <a:gd name="connsiteX136" fmla="*/ 149833 w 1005418"/>
                  <a:gd name="connsiteY136" fmla="*/ 543373 h 766135"/>
                  <a:gd name="connsiteX137" fmla="*/ 155783 w 1005418"/>
                  <a:gd name="connsiteY137" fmla="*/ 547339 h 766135"/>
                  <a:gd name="connsiteX138" fmla="*/ 160851 w 1005418"/>
                  <a:gd name="connsiteY138" fmla="*/ 551746 h 766135"/>
                  <a:gd name="connsiteX139" fmla="*/ 164817 w 1005418"/>
                  <a:gd name="connsiteY139" fmla="*/ 555712 h 766135"/>
                  <a:gd name="connsiteX140" fmla="*/ 167902 w 1005418"/>
                  <a:gd name="connsiteY140" fmla="*/ 559678 h 766135"/>
                  <a:gd name="connsiteX141" fmla="*/ 170546 w 1005418"/>
                  <a:gd name="connsiteY141" fmla="*/ 563204 h 766135"/>
                  <a:gd name="connsiteX142" fmla="*/ 172088 w 1005418"/>
                  <a:gd name="connsiteY142" fmla="*/ 565848 h 766135"/>
                  <a:gd name="connsiteX143" fmla="*/ 172970 w 1005418"/>
                  <a:gd name="connsiteY143" fmla="*/ 567831 h 766135"/>
                  <a:gd name="connsiteX144" fmla="*/ 173190 w 1005418"/>
                  <a:gd name="connsiteY144" fmla="*/ 568272 h 766135"/>
                  <a:gd name="connsiteX145" fmla="*/ 172749 w 1005418"/>
                  <a:gd name="connsiteY145" fmla="*/ 568933 h 766135"/>
                  <a:gd name="connsiteX146" fmla="*/ 171207 w 1005418"/>
                  <a:gd name="connsiteY146" fmla="*/ 570255 h 766135"/>
                  <a:gd name="connsiteX147" fmla="*/ 168342 w 1005418"/>
                  <a:gd name="connsiteY147" fmla="*/ 572458 h 766135"/>
                  <a:gd name="connsiteX148" fmla="*/ 164596 w 1005418"/>
                  <a:gd name="connsiteY148" fmla="*/ 574882 h 766135"/>
                  <a:gd name="connsiteX149" fmla="*/ 159529 w 1005418"/>
                  <a:gd name="connsiteY149" fmla="*/ 577526 h 766135"/>
                  <a:gd name="connsiteX150" fmla="*/ 154020 w 1005418"/>
                  <a:gd name="connsiteY150" fmla="*/ 580391 h 766135"/>
                  <a:gd name="connsiteX151" fmla="*/ 147630 w 1005418"/>
                  <a:gd name="connsiteY151" fmla="*/ 582815 h 766135"/>
                  <a:gd name="connsiteX152" fmla="*/ 140579 w 1005418"/>
                  <a:gd name="connsiteY152" fmla="*/ 584798 h 766135"/>
                  <a:gd name="connsiteX153" fmla="*/ 132426 w 1005418"/>
                  <a:gd name="connsiteY153" fmla="*/ 585899 h 766135"/>
                  <a:gd name="connsiteX154" fmla="*/ 124053 w 1005418"/>
                  <a:gd name="connsiteY154" fmla="*/ 586340 h 766135"/>
                  <a:gd name="connsiteX155" fmla="*/ 114799 w 1005418"/>
                  <a:gd name="connsiteY155" fmla="*/ 585238 h 766135"/>
                  <a:gd name="connsiteX156" fmla="*/ 105985 w 1005418"/>
                  <a:gd name="connsiteY156" fmla="*/ 583255 h 766135"/>
                  <a:gd name="connsiteX157" fmla="*/ 97832 w 1005418"/>
                  <a:gd name="connsiteY157" fmla="*/ 580170 h 766135"/>
                  <a:gd name="connsiteX158" fmla="*/ 91002 w 1005418"/>
                  <a:gd name="connsiteY158" fmla="*/ 575984 h 766135"/>
                  <a:gd name="connsiteX159" fmla="*/ 84832 w 1005418"/>
                  <a:gd name="connsiteY159" fmla="*/ 571357 h 766135"/>
                  <a:gd name="connsiteX160" fmla="*/ 79544 w 1005418"/>
                  <a:gd name="connsiteY160" fmla="*/ 566509 h 766135"/>
                  <a:gd name="connsiteX161" fmla="*/ 75137 w 1005418"/>
                  <a:gd name="connsiteY161" fmla="*/ 561882 h 766135"/>
                  <a:gd name="connsiteX162" fmla="*/ 71391 w 1005418"/>
                  <a:gd name="connsiteY162" fmla="*/ 557254 h 766135"/>
                  <a:gd name="connsiteX163" fmla="*/ 68967 w 1005418"/>
                  <a:gd name="connsiteY163" fmla="*/ 553288 h 766135"/>
                  <a:gd name="connsiteX164" fmla="*/ 66984 w 1005418"/>
                  <a:gd name="connsiteY164" fmla="*/ 550203 h 766135"/>
                  <a:gd name="connsiteX165" fmla="*/ 65883 w 1005418"/>
                  <a:gd name="connsiteY165" fmla="*/ 548000 h 766135"/>
                  <a:gd name="connsiteX166" fmla="*/ 65442 w 1005418"/>
                  <a:gd name="connsiteY166" fmla="*/ 547339 h 766135"/>
                  <a:gd name="connsiteX167" fmla="*/ 66103 w 1005418"/>
                  <a:gd name="connsiteY167" fmla="*/ 546678 h 766135"/>
                  <a:gd name="connsiteX168" fmla="*/ 67645 w 1005418"/>
                  <a:gd name="connsiteY168" fmla="*/ 545796 h 766135"/>
                  <a:gd name="connsiteX169" fmla="*/ 70730 w 1005418"/>
                  <a:gd name="connsiteY169" fmla="*/ 544034 h 766135"/>
                  <a:gd name="connsiteX170" fmla="*/ 74476 w 1005418"/>
                  <a:gd name="connsiteY170" fmla="*/ 542051 h 766135"/>
                  <a:gd name="connsiteX171" fmla="*/ 79544 w 1005418"/>
                  <a:gd name="connsiteY171" fmla="*/ 540068 h 766135"/>
                  <a:gd name="connsiteX172" fmla="*/ 85493 w 1005418"/>
                  <a:gd name="connsiteY172" fmla="*/ 537864 h 766135"/>
                  <a:gd name="connsiteX173" fmla="*/ 91883 w 1005418"/>
                  <a:gd name="connsiteY173" fmla="*/ 535881 h 766135"/>
                  <a:gd name="connsiteX174" fmla="*/ 99375 w 1005418"/>
                  <a:gd name="connsiteY174" fmla="*/ 534339 h 766135"/>
                  <a:gd name="connsiteX175" fmla="*/ 107527 w 1005418"/>
                  <a:gd name="connsiteY175" fmla="*/ 533898 h 766135"/>
                  <a:gd name="connsiteX176" fmla="*/ 380006 w 1005418"/>
                  <a:gd name="connsiteY176" fmla="*/ 515825 h 766135"/>
                  <a:gd name="connsiteX177" fmla="*/ 380006 w 1005418"/>
                  <a:gd name="connsiteY177" fmla="*/ 690557 h 766135"/>
                  <a:gd name="connsiteX178" fmla="*/ 502823 w 1005418"/>
                  <a:gd name="connsiteY178" fmla="*/ 690557 h 766135"/>
                  <a:gd name="connsiteX179" fmla="*/ 502823 w 1005418"/>
                  <a:gd name="connsiteY179" fmla="*/ 690998 h 766135"/>
                  <a:gd name="connsiteX180" fmla="*/ 625639 w 1005418"/>
                  <a:gd name="connsiteY180" fmla="*/ 690998 h 766135"/>
                  <a:gd name="connsiteX181" fmla="*/ 625639 w 1005418"/>
                  <a:gd name="connsiteY181" fmla="*/ 516265 h 766135"/>
                  <a:gd name="connsiteX182" fmla="*/ 502823 w 1005418"/>
                  <a:gd name="connsiteY182" fmla="*/ 516265 h 766135"/>
                  <a:gd name="connsiteX183" fmla="*/ 502823 w 1005418"/>
                  <a:gd name="connsiteY183" fmla="*/ 515825 h 766135"/>
                  <a:gd name="connsiteX184" fmla="*/ 251686 w 1005418"/>
                  <a:gd name="connsiteY184" fmla="*/ 486523 h 766135"/>
                  <a:gd name="connsiteX185" fmla="*/ 252571 w 1005418"/>
                  <a:gd name="connsiteY185" fmla="*/ 486963 h 766135"/>
                  <a:gd name="connsiteX186" fmla="*/ 254562 w 1005418"/>
                  <a:gd name="connsiteY186" fmla="*/ 488062 h 766135"/>
                  <a:gd name="connsiteX187" fmla="*/ 257881 w 1005418"/>
                  <a:gd name="connsiteY187" fmla="*/ 490041 h 766135"/>
                  <a:gd name="connsiteX188" fmla="*/ 262085 w 1005418"/>
                  <a:gd name="connsiteY188" fmla="*/ 492460 h 766135"/>
                  <a:gd name="connsiteX189" fmla="*/ 266731 w 1005418"/>
                  <a:gd name="connsiteY189" fmla="*/ 495758 h 766135"/>
                  <a:gd name="connsiteX190" fmla="*/ 271377 w 1005418"/>
                  <a:gd name="connsiteY190" fmla="*/ 500156 h 766135"/>
                  <a:gd name="connsiteX191" fmla="*/ 276466 w 1005418"/>
                  <a:gd name="connsiteY191" fmla="*/ 505434 h 766135"/>
                  <a:gd name="connsiteX192" fmla="*/ 281112 w 1005418"/>
                  <a:gd name="connsiteY192" fmla="*/ 511151 h 766135"/>
                  <a:gd name="connsiteX193" fmla="*/ 285537 w 1005418"/>
                  <a:gd name="connsiteY193" fmla="*/ 518187 h 766135"/>
                  <a:gd name="connsiteX194" fmla="*/ 288856 w 1005418"/>
                  <a:gd name="connsiteY194" fmla="*/ 525883 h 766135"/>
                  <a:gd name="connsiteX195" fmla="*/ 291069 w 1005418"/>
                  <a:gd name="connsiteY195" fmla="*/ 534899 h 766135"/>
                  <a:gd name="connsiteX196" fmla="*/ 292175 w 1005418"/>
                  <a:gd name="connsiteY196" fmla="*/ 543694 h 766135"/>
                  <a:gd name="connsiteX197" fmla="*/ 292175 w 1005418"/>
                  <a:gd name="connsiteY197" fmla="*/ 552050 h 766135"/>
                  <a:gd name="connsiteX198" fmla="*/ 290847 w 1005418"/>
                  <a:gd name="connsiteY198" fmla="*/ 560186 h 766135"/>
                  <a:gd name="connsiteX199" fmla="*/ 288856 w 1005418"/>
                  <a:gd name="connsiteY199" fmla="*/ 567222 h 766135"/>
                  <a:gd name="connsiteX200" fmla="*/ 286865 w 1005418"/>
                  <a:gd name="connsiteY200" fmla="*/ 573599 h 766135"/>
                  <a:gd name="connsiteX201" fmla="*/ 283989 w 1005418"/>
                  <a:gd name="connsiteY201" fmla="*/ 579096 h 766135"/>
                  <a:gd name="connsiteX202" fmla="*/ 281555 w 1005418"/>
                  <a:gd name="connsiteY202" fmla="*/ 584154 h 766135"/>
                  <a:gd name="connsiteX203" fmla="*/ 278900 w 1005418"/>
                  <a:gd name="connsiteY203" fmla="*/ 587892 h 766135"/>
                  <a:gd name="connsiteX204" fmla="*/ 276687 w 1005418"/>
                  <a:gd name="connsiteY204" fmla="*/ 590530 h 766135"/>
                  <a:gd name="connsiteX205" fmla="*/ 275581 w 1005418"/>
                  <a:gd name="connsiteY205" fmla="*/ 592509 h 766135"/>
                  <a:gd name="connsiteX206" fmla="*/ 274917 w 1005418"/>
                  <a:gd name="connsiteY206" fmla="*/ 592949 h 766135"/>
                  <a:gd name="connsiteX207" fmla="*/ 274253 w 1005418"/>
                  <a:gd name="connsiteY207" fmla="*/ 592729 h 766135"/>
                  <a:gd name="connsiteX208" fmla="*/ 272483 w 1005418"/>
                  <a:gd name="connsiteY208" fmla="*/ 591850 h 766135"/>
                  <a:gd name="connsiteX209" fmla="*/ 269607 w 1005418"/>
                  <a:gd name="connsiteY209" fmla="*/ 589871 h 766135"/>
                  <a:gd name="connsiteX210" fmla="*/ 265846 w 1005418"/>
                  <a:gd name="connsiteY210" fmla="*/ 587892 h 766135"/>
                  <a:gd name="connsiteX211" fmla="*/ 261642 w 1005418"/>
                  <a:gd name="connsiteY211" fmla="*/ 584813 h 766135"/>
                  <a:gd name="connsiteX212" fmla="*/ 257660 w 1005418"/>
                  <a:gd name="connsiteY212" fmla="*/ 580635 h 766135"/>
                  <a:gd name="connsiteX213" fmla="*/ 253235 w 1005418"/>
                  <a:gd name="connsiteY213" fmla="*/ 575798 h 766135"/>
                  <a:gd name="connsiteX214" fmla="*/ 248809 w 1005418"/>
                  <a:gd name="connsiteY214" fmla="*/ 569861 h 766135"/>
                  <a:gd name="connsiteX215" fmla="*/ 245269 w 1005418"/>
                  <a:gd name="connsiteY215" fmla="*/ 563264 h 766135"/>
                  <a:gd name="connsiteX216" fmla="*/ 241951 w 1005418"/>
                  <a:gd name="connsiteY216" fmla="*/ 555568 h 766135"/>
                  <a:gd name="connsiteX217" fmla="*/ 239959 w 1005418"/>
                  <a:gd name="connsiteY217" fmla="*/ 546553 h 766135"/>
                  <a:gd name="connsiteX218" fmla="*/ 238632 w 1005418"/>
                  <a:gd name="connsiteY218" fmla="*/ 537317 h 766135"/>
                  <a:gd name="connsiteX219" fmla="*/ 238632 w 1005418"/>
                  <a:gd name="connsiteY219" fmla="*/ 528742 h 766135"/>
                  <a:gd name="connsiteX220" fmla="*/ 239296 w 1005418"/>
                  <a:gd name="connsiteY220" fmla="*/ 520386 h 766135"/>
                  <a:gd name="connsiteX221" fmla="*/ 240402 w 1005418"/>
                  <a:gd name="connsiteY221" fmla="*/ 513130 h 766135"/>
                  <a:gd name="connsiteX222" fmla="*/ 242393 w 1005418"/>
                  <a:gd name="connsiteY222" fmla="*/ 506533 h 766135"/>
                  <a:gd name="connsiteX223" fmla="*/ 244606 w 1005418"/>
                  <a:gd name="connsiteY223" fmla="*/ 500816 h 766135"/>
                  <a:gd name="connsiteX224" fmla="*/ 246818 w 1005418"/>
                  <a:gd name="connsiteY224" fmla="*/ 495758 h 766135"/>
                  <a:gd name="connsiteX225" fmla="*/ 248588 w 1005418"/>
                  <a:gd name="connsiteY225" fmla="*/ 491800 h 766135"/>
                  <a:gd name="connsiteX226" fmla="*/ 250137 w 1005418"/>
                  <a:gd name="connsiteY226" fmla="*/ 488942 h 766135"/>
                  <a:gd name="connsiteX227" fmla="*/ 251464 w 1005418"/>
                  <a:gd name="connsiteY227" fmla="*/ 487183 h 766135"/>
                  <a:gd name="connsiteX228" fmla="*/ 753841 w 1005418"/>
                  <a:gd name="connsiteY228" fmla="*/ 486519 h 766135"/>
                  <a:gd name="connsiteX229" fmla="*/ 754060 w 1005418"/>
                  <a:gd name="connsiteY229" fmla="*/ 486961 h 766135"/>
                  <a:gd name="connsiteX230" fmla="*/ 755377 w 1005418"/>
                  <a:gd name="connsiteY230" fmla="*/ 488948 h 766135"/>
                  <a:gd name="connsiteX231" fmla="*/ 756913 w 1005418"/>
                  <a:gd name="connsiteY231" fmla="*/ 491598 h 766135"/>
                  <a:gd name="connsiteX232" fmla="*/ 759107 w 1005418"/>
                  <a:gd name="connsiteY232" fmla="*/ 495793 h 766135"/>
                  <a:gd name="connsiteX233" fmla="*/ 761082 w 1005418"/>
                  <a:gd name="connsiteY233" fmla="*/ 500650 h 766135"/>
                  <a:gd name="connsiteX234" fmla="*/ 763057 w 1005418"/>
                  <a:gd name="connsiteY234" fmla="*/ 506612 h 766135"/>
                  <a:gd name="connsiteX235" fmla="*/ 765032 w 1005418"/>
                  <a:gd name="connsiteY235" fmla="*/ 513015 h 766135"/>
                  <a:gd name="connsiteX236" fmla="*/ 766348 w 1005418"/>
                  <a:gd name="connsiteY236" fmla="*/ 520302 h 766135"/>
                  <a:gd name="connsiteX237" fmla="*/ 766787 w 1005418"/>
                  <a:gd name="connsiteY237" fmla="*/ 528471 h 766135"/>
                  <a:gd name="connsiteX238" fmla="*/ 766787 w 1005418"/>
                  <a:gd name="connsiteY238" fmla="*/ 537303 h 766135"/>
                  <a:gd name="connsiteX239" fmla="*/ 765690 w 1005418"/>
                  <a:gd name="connsiteY239" fmla="*/ 546577 h 766135"/>
                  <a:gd name="connsiteX240" fmla="*/ 763496 w 1005418"/>
                  <a:gd name="connsiteY240" fmla="*/ 555630 h 766135"/>
                  <a:gd name="connsiteX241" fmla="*/ 760424 w 1005418"/>
                  <a:gd name="connsiteY241" fmla="*/ 563358 h 766135"/>
                  <a:gd name="connsiteX242" fmla="*/ 756693 w 1005418"/>
                  <a:gd name="connsiteY242" fmla="*/ 570203 h 766135"/>
                  <a:gd name="connsiteX243" fmla="*/ 752305 w 1005418"/>
                  <a:gd name="connsiteY243" fmla="*/ 575943 h 766135"/>
                  <a:gd name="connsiteX244" fmla="*/ 747916 w 1005418"/>
                  <a:gd name="connsiteY244" fmla="*/ 581022 h 766135"/>
                  <a:gd name="connsiteX245" fmla="*/ 743967 w 1005418"/>
                  <a:gd name="connsiteY245" fmla="*/ 584775 h 766135"/>
                  <a:gd name="connsiteX246" fmla="*/ 739798 w 1005418"/>
                  <a:gd name="connsiteY246" fmla="*/ 587867 h 766135"/>
                  <a:gd name="connsiteX247" fmla="*/ 736067 w 1005418"/>
                  <a:gd name="connsiteY247" fmla="*/ 590296 h 766135"/>
                  <a:gd name="connsiteX248" fmla="*/ 733434 w 1005418"/>
                  <a:gd name="connsiteY248" fmla="*/ 591841 h 766135"/>
                  <a:gd name="connsiteX249" fmla="*/ 731459 w 1005418"/>
                  <a:gd name="connsiteY249" fmla="*/ 592724 h 766135"/>
                  <a:gd name="connsiteX250" fmla="*/ 730801 w 1005418"/>
                  <a:gd name="connsiteY250" fmla="*/ 592945 h 766135"/>
                  <a:gd name="connsiteX251" fmla="*/ 730362 w 1005418"/>
                  <a:gd name="connsiteY251" fmla="*/ 592504 h 766135"/>
                  <a:gd name="connsiteX252" fmla="*/ 729046 w 1005418"/>
                  <a:gd name="connsiteY252" fmla="*/ 590958 h 766135"/>
                  <a:gd name="connsiteX253" fmla="*/ 726851 w 1005418"/>
                  <a:gd name="connsiteY253" fmla="*/ 587867 h 766135"/>
                  <a:gd name="connsiteX254" fmla="*/ 724438 w 1005418"/>
                  <a:gd name="connsiteY254" fmla="*/ 584113 h 766135"/>
                  <a:gd name="connsiteX255" fmla="*/ 721805 w 1005418"/>
                  <a:gd name="connsiteY255" fmla="*/ 579476 h 766135"/>
                  <a:gd name="connsiteX256" fmla="*/ 719391 w 1005418"/>
                  <a:gd name="connsiteY256" fmla="*/ 573956 h 766135"/>
                  <a:gd name="connsiteX257" fmla="*/ 716977 w 1005418"/>
                  <a:gd name="connsiteY257" fmla="*/ 567332 h 766135"/>
                  <a:gd name="connsiteX258" fmla="*/ 715002 w 1005418"/>
                  <a:gd name="connsiteY258" fmla="*/ 560046 h 766135"/>
                  <a:gd name="connsiteX259" fmla="*/ 714125 w 1005418"/>
                  <a:gd name="connsiteY259" fmla="*/ 552318 h 766135"/>
                  <a:gd name="connsiteX260" fmla="*/ 713905 w 1005418"/>
                  <a:gd name="connsiteY260" fmla="*/ 543486 h 766135"/>
                  <a:gd name="connsiteX261" fmla="*/ 715002 w 1005418"/>
                  <a:gd name="connsiteY261" fmla="*/ 534654 h 766135"/>
                  <a:gd name="connsiteX262" fmla="*/ 717197 w 1005418"/>
                  <a:gd name="connsiteY262" fmla="*/ 526042 h 766135"/>
                  <a:gd name="connsiteX263" fmla="*/ 720707 w 1005418"/>
                  <a:gd name="connsiteY263" fmla="*/ 517873 h 766135"/>
                  <a:gd name="connsiteX264" fmla="*/ 724657 w 1005418"/>
                  <a:gd name="connsiteY264" fmla="*/ 511249 h 766135"/>
                  <a:gd name="connsiteX265" fmla="*/ 729265 w 1005418"/>
                  <a:gd name="connsiteY265" fmla="*/ 505287 h 766135"/>
                  <a:gd name="connsiteX266" fmla="*/ 734312 w 1005418"/>
                  <a:gd name="connsiteY266" fmla="*/ 499988 h 766135"/>
                  <a:gd name="connsiteX267" fmla="*/ 738920 w 1005418"/>
                  <a:gd name="connsiteY267" fmla="*/ 495793 h 766135"/>
                  <a:gd name="connsiteX268" fmla="*/ 743528 w 1005418"/>
                  <a:gd name="connsiteY268" fmla="*/ 492260 h 766135"/>
                  <a:gd name="connsiteX269" fmla="*/ 747697 w 1005418"/>
                  <a:gd name="connsiteY269" fmla="*/ 489831 h 766135"/>
                  <a:gd name="connsiteX270" fmla="*/ 750988 w 1005418"/>
                  <a:gd name="connsiteY270" fmla="*/ 488065 h 766135"/>
                  <a:gd name="connsiteX271" fmla="*/ 752963 w 1005418"/>
                  <a:gd name="connsiteY271" fmla="*/ 486740 h 766135"/>
                  <a:gd name="connsiteX272" fmla="*/ 46052 w 1005418"/>
                  <a:gd name="connsiteY272" fmla="*/ 460743 h 766135"/>
                  <a:gd name="connsiteX273" fmla="*/ 53103 w 1005418"/>
                  <a:gd name="connsiteY273" fmla="*/ 460743 h 766135"/>
                  <a:gd name="connsiteX274" fmla="*/ 61255 w 1005418"/>
                  <a:gd name="connsiteY274" fmla="*/ 461628 h 766135"/>
                  <a:gd name="connsiteX275" fmla="*/ 70069 w 1005418"/>
                  <a:gd name="connsiteY275" fmla="*/ 463176 h 766135"/>
                  <a:gd name="connsiteX276" fmla="*/ 79103 w 1005418"/>
                  <a:gd name="connsiteY276" fmla="*/ 466050 h 766135"/>
                  <a:gd name="connsiteX277" fmla="*/ 88578 w 1005418"/>
                  <a:gd name="connsiteY277" fmla="*/ 470031 h 766135"/>
                  <a:gd name="connsiteX278" fmla="*/ 96731 w 1005418"/>
                  <a:gd name="connsiteY278" fmla="*/ 474675 h 766135"/>
                  <a:gd name="connsiteX279" fmla="*/ 103341 w 1005418"/>
                  <a:gd name="connsiteY279" fmla="*/ 479982 h 766135"/>
                  <a:gd name="connsiteX280" fmla="*/ 108850 w 1005418"/>
                  <a:gd name="connsiteY280" fmla="*/ 485510 h 766135"/>
                  <a:gd name="connsiteX281" fmla="*/ 113257 w 1005418"/>
                  <a:gd name="connsiteY281" fmla="*/ 491039 h 766135"/>
                  <a:gd name="connsiteX282" fmla="*/ 116782 w 1005418"/>
                  <a:gd name="connsiteY282" fmla="*/ 496567 h 766135"/>
                  <a:gd name="connsiteX283" fmla="*/ 119206 w 1005418"/>
                  <a:gd name="connsiteY283" fmla="*/ 501875 h 766135"/>
                  <a:gd name="connsiteX284" fmla="*/ 120969 w 1005418"/>
                  <a:gd name="connsiteY284" fmla="*/ 506518 h 766135"/>
                  <a:gd name="connsiteX285" fmla="*/ 122291 w 1005418"/>
                  <a:gd name="connsiteY285" fmla="*/ 510499 h 766135"/>
                  <a:gd name="connsiteX286" fmla="*/ 123172 w 1005418"/>
                  <a:gd name="connsiteY286" fmla="*/ 513595 h 766135"/>
                  <a:gd name="connsiteX287" fmla="*/ 123613 w 1005418"/>
                  <a:gd name="connsiteY287" fmla="*/ 515806 h 766135"/>
                  <a:gd name="connsiteX288" fmla="*/ 123613 w 1005418"/>
                  <a:gd name="connsiteY288" fmla="*/ 516470 h 766135"/>
                  <a:gd name="connsiteX289" fmla="*/ 122952 w 1005418"/>
                  <a:gd name="connsiteY289" fmla="*/ 516691 h 766135"/>
                  <a:gd name="connsiteX290" fmla="*/ 120748 w 1005418"/>
                  <a:gd name="connsiteY290" fmla="*/ 517796 h 766135"/>
                  <a:gd name="connsiteX291" fmla="*/ 117664 w 1005418"/>
                  <a:gd name="connsiteY291" fmla="*/ 518902 h 766135"/>
                  <a:gd name="connsiteX292" fmla="*/ 113257 w 1005418"/>
                  <a:gd name="connsiteY292" fmla="*/ 520229 h 766135"/>
                  <a:gd name="connsiteX293" fmla="*/ 107748 w 1005418"/>
                  <a:gd name="connsiteY293" fmla="*/ 521113 h 766135"/>
                  <a:gd name="connsiteX294" fmla="*/ 101799 w 1005418"/>
                  <a:gd name="connsiteY294" fmla="*/ 521998 h 766135"/>
                  <a:gd name="connsiteX295" fmla="*/ 94527 w 1005418"/>
                  <a:gd name="connsiteY295" fmla="*/ 522219 h 766135"/>
                  <a:gd name="connsiteX296" fmla="*/ 87036 w 1005418"/>
                  <a:gd name="connsiteY296" fmla="*/ 521998 h 766135"/>
                  <a:gd name="connsiteX297" fmla="*/ 79324 w 1005418"/>
                  <a:gd name="connsiteY297" fmla="*/ 521113 h 766135"/>
                  <a:gd name="connsiteX298" fmla="*/ 70950 w 1005418"/>
                  <a:gd name="connsiteY298" fmla="*/ 518681 h 766135"/>
                  <a:gd name="connsiteX299" fmla="*/ 62577 w 1005418"/>
                  <a:gd name="connsiteY299" fmla="*/ 515143 h 766135"/>
                  <a:gd name="connsiteX300" fmla="*/ 54645 w 1005418"/>
                  <a:gd name="connsiteY300" fmla="*/ 510278 h 766135"/>
                  <a:gd name="connsiteX301" fmla="*/ 48255 w 1005418"/>
                  <a:gd name="connsiteY301" fmla="*/ 504970 h 766135"/>
                  <a:gd name="connsiteX302" fmla="*/ 42526 w 1005418"/>
                  <a:gd name="connsiteY302" fmla="*/ 499221 h 766135"/>
                  <a:gd name="connsiteX303" fmla="*/ 38119 w 1005418"/>
                  <a:gd name="connsiteY303" fmla="*/ 493029 h 766135"/>
                  <a:gd name="connsiteX304" fmla="*/ 34594 w 1005418"/>
                  <a:gd name="connsiteY304" fmla="*/ 486837 h 766135"/>
                  <a:gd name="connsiteX305" fmla="*/ 31949 w 1005418"/>
                  <a:gd name="connsiteY305" fmla="*/ 480867 h 766135"/>
                  <a:gd name="connsiteX306" fmla="*/ 29746 w 1005418"/>
                  <a:gd name="connsiteY306" fmla="*/ 475338 h 766135"/>
                  <a:gd name="connsiteX307" fmla="*/ 28644 w 1005418"/>
                  <a:gd name="connsiteY307" fmla="*/ 470694 h 766135"/>
                  <a:gd name="connsiteX308" fmla="*/ 27543 w 1005418"/>
                  <a:gd name="connsiteY308" fmla="*/ 467156 h 766135"/>
                  <a:gd name="connsiteX309" fmla="*/ 27322 w 1005418"/>
                  <a:gd name="connsiteY309" fmla="*/ 464724 h 766135"/>
                  <a:gd name="connsiteX310" fmla="*/ 27102 w 1005418"/>
                  <a:gd name="connsiteY310" fmla="*/ 464060 h 766135"/>
                  <a:gd name="connsiteX311" fmla="*/ 27983 w 1005418"/>
                  <a:gd name="connsiteY311" fmla="*/ 463839 h 766135"/>
                  <a:gd name="connsiteX312" fmla="*/ 30407 w 1005418"/>
                  <a:gd name="connsiteY312" fmla="*/ 463176 h 766135"/>
                  <a:gd name="connsiteX313" fmla="*/ 34594 w 1005418"/>
                  <a:gd name="connsiteY313" fmla="*/ 462291 h 766135"/>
                  <a:gd name="connsiteX314" fmla="*/ 39441 w 1005418"/>
                  <a:gd name="connsiteY314" fmla="*/ 461407 h 766135"/>
                  <a:gd name="connsiteX315" fmla="*/ 952637 w 1005418"/>
                  <a:gd name="connsiteY315" fmla="*/ 460739 h 766135"/>
                  <a:gd name="connsiteX316" fmla="*/ 960163 w 1005418"/>
                  <a:gd name="connsiteY316" fmla="*/ 460739 h 766135"/>
                  <a:gd name="connsiteX317" fmla="*/ 966360 w 1005418"/>
                  <a:gd name="connsiteY317" fmla="*/ 461400 h 766135"/>
                  <a:gd name="connsiteX318" fmla="*/ 971673 w 1005418"/>
                  <a:gd name="connsiteY318" fmla="*/ 462061 h 766135"/>
                  <a:gd name="connsiteX319" fmla="*/ 975436 w 1005418"/>
                  <a:gd name="connsiteY319" fmla="*/ 462943 h 766135"/>
                  <a:gd name="connsiteX320" fmla="*/ 977870 w 1005418"/>
                  <a:gd name="connsiteY320" fmla="*/ 463604 h 766135"/>
                  <a:gd name="connsiteX321" fmla="*/ 978977 w 1005418"/>
                  <a:gd name="connsiteY321" fmla="*/ 463824 h 766135"/>
                  <a:gd name="connsiteX322" fmla="*/ 978534 w 1005418"/>
                  <a:gd name="connsiteY322" fmla="*/ 464485 h 766135"/>
                  <a:gd name="connsiteX323" fmla="*/ 978313 w 1005418"/>
                  <a:gd name="connsiteY323" fmla="*/ 466909 h 766135"/>
                  <a:gd name="connsiteX324" fmla="*/ 977428 w 1005418"/>
                  <a:gd name="connsiteY324" fmla="*/ 470434 h 766135"/>
                  <a:gd name="connsiteX325" fmla="*/ 976100 w 1005418"/>
                  <a:gd name="connsiteY325" fmla="*/ 475061 h 766135"/>
                  <a:gd name="connsiteX326" fmla="*/ 973886 w 1005418"/>
                  <a:gd name="connsiteY326" fmla="*/ 480570 h 766135"/>
                  <a:gd name="connsiteX327" fmla="*/ 971451 w 1005418"/>
                  <a:gd name="connsiteY327" fmla="*/ 486519 h 766135"/>
                  <a:gd name="connsiteX328" fmla="*/ 967688 w 1005418"/>
                  <a:gd name="connsiteY328" fmla="*/ 492689 h 766135"/>
                  <a:gd name="connsiteX329" fmla="*/ 963262 w 1005418"/>
                  <a:gd name="connsiteY329" fmla="*/ 498859 h 766135"/>
                  <a:gd name="connsiteX330" fmla="*/ 957728 w 1005418"/>
                  <a:gd name="connsiteY330" fmla="*/ 504588 h 766135"/>
                  <a:gd name="connsiteX331" fmla="*/ 951088 w 1005418"/>
                  <a:gd name="connsiteY331" fmla="*/ 510096 h 766135"/>
                  <a:gd name="connsiteX332" fmla="*/ 943119 w 1005418"/>
                  <a:gd name="connsiteY332" fmla="*/ 514723 h 766135"/>
                  <a:gd name="connsiteX333" fmla="*/ 934708 w 1005418"/>
                  <a:gd name="connsiteY333" fmla="*/ 518469 h 766135"/>
                  <a:gd name="connsiteX334" fmla="*/ 926297 w 1005418"/>
                  <a:gd name="connsiteY334" fmla="*/ 520673 h 766135"/>
                  <a:gd name="connsiteX335" fmla="*/ 918550 w 1005418"/>
                  <a:gd name="connsiteY335" fmla="*/ 521774 h 766135"/>
                  <a:gd name="connsiteX336" fmla="*/ 911024 w 1005418"/>
                  <a:gd name="connsiteY336" fmla="*/ 522215 h 766135"/>
                  <a:gd name="connsiteX337" fmla="*/ 904162 w 1005418"/>
                  <a:gd name="connsiteY337" fmla="*/ 521774 h 766135"/>
                  <a:gd name="connsiteX338" fmla="*/ 897964 w 1005418"/>
                  <a:gd name="connsiteY338" fmla="*/ 520893 h 766135"/>
                  <a:gd name="connsiteX339" fmla="*/ 892431 w 1005418"/>
                  <a:gd name="connsiteY339" fmla="*/ 519791 h 766135"/>
                  <a:gd name="connsiteX340" fmla="*/ 888225 w 1005418"/>
                  <a:gd name="connsiteY340" fmla="*/ 518469 h 766135"/>
                  <a:gd name="connsiteX341" fmla="*/ 884684 w 1005418"/>
                  <a:gd name="connsiteY341" fmla="*/ 517368 h 766135"/>
                  <a:gd name="connsiteX342" fmla="*/ 882913 w 1005418"/>
                  <a:gd name="connsiteY342" fmla="*/ 516707 h 766135"/>
                  <a:gd name="connsiteX343" fmla="*/ 881806 w 1005418"/>
                  <a:gd name="connsiteY343" fmla="*/ 516266 h 766135"/>
                  <a:gd name="connsiteX344" fmla="*/ 882249 w 1005418"/>
                  <a:gd name="connsiteY344" fmla="*/ 515384 h 766135"/>
                  <a:gd name="connsiteX345" fmla="*/ 882470 w 1005418"/>
                  <a:gd name="connsiteY345" fmla="*/ 513622 h 766135"/>
                  <a:gd name="connsiteX346" fmla="*/ 883134 w 1005418"/>
                  <a:gd name="connsiteY346" fmla="*/ 510537 h 766135"/>
                  <a:gd name="connsiteX347" fmla="*/ 884462 w 1005418"/>
                  <a:gd name="connsiteY347" fmla="*/ 506571 h 766135"/>
                  <a:gd name="connsiteX348" fmla="*/ 886233 w 1005418"/>
                  <a:gd name="connsiteY348" fmla="*/ 501503 h 766135"/>
                  <a:gd name="connsiteX349" fmla="*/ 888889 w 1005418"/>
                  <a:gd name="connsiteY349" fmla="*/ 496215 h 766135"/>
                  <a:gd name="connsiteX350" fmla="*/ 892209 w 1005418"/>
                  <a:gd name="connsiteY350" fmla="*/ 491147 h 766135"/>
                  <a:gd name="connsiteX351" fmla="*/ 896636 w 1005418"/>
                  <a:gd name="connsiteY351" fmla="*/ 485197 h 766135"/>
                  <a:gd name="connsiteX352" fmla="*/ 902170 w 1005418"/>
                  <a:gd name="connsiteY352" fmla="*/ 479689 h 766135"/>
                  <a:gd name="connsiteX353" fmla="*/ 909032 w 1005418"/>
                  <a:gd name="connsiteY353" fmla="*/ 474621 h 766135"/>
                  <a:gd name="connsiteX354" fmla="*/ 917000 w 1005418"/>
                  <a:gd name="connsiteY354" fmla="*/ 469773 h 766135"/>
                  <a:gd name="connsiteX355" fmla="*/ 926739 w 1005418"/>
                  <a:gd name="connsiteY355" fmla="*/ 465807 h 766135"/>
                  <a:gd name="connsiteX356" fmla="*/ 935815 w 1005418"/>
                  <a:gd name="connsiteY356" fmla="*/ 462943 h 766135"/>
                  <a:gd name="connsiteX357" fmla="*/ 944447 w 1005418"/>
                  <a:gd name="connsiteY357" fmla="*/ 461400 h 766135"/>
                  <a:gd name="connsiteX358" fmla="*/ 210846 w 1005418"/>
                  <a:gd name="connsiteY358" fmla="*/ 427030 h 766135"/>
                  <a:gd name="connsiteX359" fmla="*/ 211502 w 1005418"/>
                  <a:gd name="connsiteY359" fmla="*/ 427250 h 766135"/>
                  <a:gd name="connsiteX360" fmla="*/ 213031 w 1005418"/>
                  <a:gd name="connsiteY360" fmla="*/ 428793 h 766135"/>
                  <a:gd name="connsiteX361" fmla="*/ 215217 w 1005418"/>
                  <a:gd name="connsiteY361" fmla="*/ 430996 h 766135"/>
                  <a:gd name="connsiteX362" fmla="*/ 218057 w 1005418"/>
                  <a:gd name="connsiteY362" fmla="*/ 434081 h 766135"/>
                  <a:gd name="connsiteX363" fmla="*/ 221117 w 1005418"/>
                  <a:gd name="connsiteY363" fmla="*/ 438047 h 766135"/>
                  <a:gd name="connsiteX364" fmla="*/ 224176 w 1005418"/>
                  <a:gd name="connsiteY364" fmla="*/ 442675 h 766135"/>
                  <a:gd name="connsiteX365" fmla="*/ 227235 w 1005418"/>
                  <a:gd name="connsiteY365" fmla="*/ 447963 h 766135"/>
                  <a:gd name="connsiteX366" fmla="*/ 230076 w 1005418"/>
                  <a:gd name="connsiteY366" fmla="*/ 454132 h 766135"/>
                  <a:gd name="connsiteX367" fmla="*/ 232261 w 1005418"/>
                  <a:gd name="connsiteY367" fmla="*/ 460522 h 766135"/>
                  <a:gd name="connsiteX368" fmla="*/ 234009 w 1005418"/>
                  <a:gd name="connsiteY368" fmla="*/ 468014 h 766135"/>
                  <a:gd name="connsiteX369" fmla="*/ 234665 w 1005418"/>
                  <a:gd name="connsiteY369" fmla="*/ 475726 h 766135"/>
                  <a:gd name="connsiteX370" fmla="*/ 234228 w 1005418"/>
                  <a:gd name="connsiteY370" fmla="*/ 483879 h 766135"/>
                  <a:gd name="connsiteX371" fmla="*/ 232480 w 1005418"/>
                  <a:gd name="connsiteY371" fmla="*/ 492913 h 766135"/>
                  <a:gd name="connsiteX372" fmla="*/ 230076 w 1005418"/>
                  <a:gd name="connsiteY372" fmla="*/ 501286 h 766135"/>
                  <a:gd name="connsiteX373" fmla="*/ 226580 w 1005418"/>
                  <a:gd name="connsiteY373" fmla="*/ 508337 h 766135"/>
                  <a:gd name="connsiteX374" fmla="*/ 222865 w 1005418"/>
                  <a:gd name="connsiteY374" fmla="*/ 514727 h 766135"/>
                  <a:gd name="connsiteX375" fmla="*/ 218931 w 1005418"/>
                  <a:gd name="connsiteY375" fmla="*/ 520015 h 766135"/>
                  <a:gd name="connsiteX376" fmla="*/ 214561 w 1005418"/>
                  <a:gd name="connsiteY376" fmla="*/ 524863 h 766135"/>
                  <a:gd name="connsiteX377" fmla="*/ 210846 w 1005418"/>
                  <a:gd name="connsiteY377" fmla="*/ 528608 h 766135"/>
                  <a:gd name="connsiteX378" fmla="*/ 207350 w 1005418"/>
                  <a:gd name="connsiteY378" fmla="*/ 531473 h 766135"/>
                  <a:gd name="connsiteX379" fmla="*/ 204728 w 1005418"/>
                  <a:gd name="connsiteY379" fmla="*/ 533676 h 766135"/>
                  <a:gd name="connsiteX380" fmla="*/ 202761 w 1005418"/>
                  <a:gd name="connsiteY380" fmla="*/ 534778 h 766135"/>
                  <a:gd name="connsiteX381" fmla="*/ 202105 w 1005418"/>
                  <a:gd name="connsiteY381" fmla="*/ 535439 h 766135"/>
                  <a:gd name="connsiteX382" fmla="*/ 201668 w 1005418"/>
                  <a:gd name="connsiteY382" fmla="*/ 534778 h 766135"/>
                  <a:gd name="connsiteX383" fmla="*/ 200139 w 1005418"/>
                  <a:gd name="connsiteY383" fmla="*/ 533236 h 766135"/>
                  <a:gd name="connsiteX384" fmla="*/ 197953 w 1005418"/>
                  <a:gd name="connsiteY384" fmla="*/ 531032 h 766135"/>
                  <a:gd name="connsiteX385" fmla="*/ 195113 w 1005418"/>
                  <a:gd name="connsiteY385" fmla="*/ 527727 h 766135"/>
                  <a:gd name="connsiteX386" fmla="*/ 192272 w 1005418"/>
                  <a:gd name="connsiteY386" fmla="*/ 523761 h 766135"/>
                  <a:gd name="connsiteX387" fmla="*/ 189213 w 1005418"/>
                  <a:gd name="connsiteY387" fmla="*/ 518693 h 766135"/>
                  <a:gd name="connsiteX388" fmla="*/ 186372 w 1005418"/>
                  <a:gd name="connsiteY388" fmla="*/ 512964 h 766135"/>
                  <a:gd name="connsiteX389" fmla="*/ 184187 w 1005418"/>
                  <a:gd name="connsiteY389" fmla="*/ 506133 h 766135"/>
                  <a:gd name="connsiteX390" fmla="*/ 182657 w 1005418"/>
                  <a:gd name="connsiteY390" fmla="*/ 498421 h 766135"/>
                  <a:gd name="connsiteX391" fmla="*/ 181783 w 1005418"/>
                  <a:gd name="connsiteY391" fmla="*/ 490048 h 766135"/>
                  <a:gd name="connsiteX392" fmla="*/ 182438 w 1005418"/>
                  <a:gd name="connsiteY392" fmla="*/ 480794 h 766135"/>
                  <a:gd name="connsiteX393" fmla="*/ 183968 w 1005418"/>
                  <a:gd name="connsiteY393" fmla="*/ 471540 h 766135"/>
                  <a:gd name="connsiteX394" fmla="*/ 186372 w 1005418"/>
                  <a:gd name="connsiteY394" fmla="*/ 463387 h 766135"/>
                  <a:gd name="connsiteX395" fmla="*/ 189213 w 1005418"/>
                  <a:gd name="connsiteY395" fmla="*/ 455675 h 766135"/>
                  <a:gd name="connsiteX396" fmla="*/ 192709 w 1005418"/>
                  <a:gd name="connsiteY396" fmla="*/ 449064 h 766135"/>
                  <a:gd name="connsiteX397" fmla="*/ 196424 w 1005418"/>
                  <a:gd name="connsiteY397" fmla="*/ 443336 h 766135"/>
                  <a:gd name="connsiteX398" fmla="*/ 200139 w 1005418"/>
                  <a:gd name="connsiteY398" fmla="*/ 438268 h 766135"/>
                  <a:gd name="connsiteX399" fmla="*/ 203416 w 1005418"/>
                  <a:gd name="connsiteY399" fmla="*/ 434081 h 766135"/>
                  <a:gd name="connsiteX400" fmla="*/ 206476 w 1005418"/>
                  <a:gd name="connsiteY400" fmla="*/ 430996 h 766135"/>
                  <a:gd name="connsiteX401" fmla="*/ 208661 w 1005418"/>
                  <a:gd name="connsiteY401" fmla="*/ 428793 h 766135"/>
                  <a:gd name="connsiteX402" fmla="*/ 210191 w 1005418"/>
                  <a:gd name="connsiteY402" fmla="*/ 427250 h 766135"/>
                  <a:gd name="connsiteX403" fmla="*/ 794572 w 1005418"/>
                  <a:gd name="connsiteY403" fmla="*/ 427026 h 766135"/>
                  <a:gd name="connsiteX404" fmla="*/ 795227 w 1005418"/>
                  <a:gd name="connsiteY404" fmla="*/ 427467 h 766135"/>
                  <a:gd name="connsiteX405" fmla="*/ 796757 w 1005418"/>
                  <a:gd name="connsiteY405" fmla="*/ 428789 h 766135"/>
                  <a:gd name="connsiteX406" fmla="*/ 799161 w 1005418"/>
                  <a:gd name="connsiteY406" fmla="*/ 431213 h 766135"/>
                  <a:gd name="connsiteX407" fmla="*/ 802002 w 1005418"/>
                  <a:gd name="connsiteY407" fmla="*/ 434297 h 766135"/>
                  <a:gd name="connsiteX408" fmla="*/ 805498 w 1005418"/>
                  <a:gd name="connsiteY408" fmla="*/ 438264 h 766135"/>
                  <a:gd name="connsiteX409" fmla="*/ 809213 w 1005418"/>
                  <a:gd name="connsiteY409" fmla="*/ 443552 h 766135"/>
                  <a:gd name="connsiteX410" fmla="*/ 812928 w 1005418"/>
                  <a:gd name="connsiteY410" fmla="*/ 449501 h 766135"/>
                  <a:gd name="connsiteX411" fmla="*/ 816205 w 1005418"/>
                  <a:gd name="connsiteY411" fmla="*/ 455891 h 766135"/>
                  <a:gd name="connsiteX412" fmla="*/ 819265 w 1005418"/>
                  <a:gd name="connsiteY412" fmla="*/ 463603 h 766135"/>
                  <a:gd name="connsiteX413" fmla="*/ 821450 w 1005418"/>
                  <a:gd name="connsiteY413" fmla="*/ 471976 h 766135"/>
                  <a:gd name="connsiteX414" fmla="*/ 823417 w 1005418"/>
                  <a:gd name="connsiteY414" fmla="*/ 481231 h 766135"/>
                  <a:gd name="connsiteX415" fmla="*/ 823635 w 1005418"/>
                  <a:gd name="connsiteY415" fmla="*/ 490485 h 766135"/>
                  <a:gd name="connsiteX416" fmla="*/ 822980 w 1005418"/>
                  <a:gd name="connsiteY416" fmla="*/ 498858 h 766135"/>
                  <a:gd name="connsiteX417" fmla="*/ 821231 w 1005418"/>
                  <a:gd name="connsiteY417" fmla="*/ 506570 h 766135"/>
                  <a:gd name="connsiteX418" fmla="*/ 819046 w 1005418"/>
                  <a:gd name="connsiteY418" fmla="*/ 512960 h 766135"/>
                  <a:gd name="connsiteX419" fmla="*/ 816205 w 1005418"/>
                  <a:gd name="connsiteY419" fmla="*/ 518689 h 766135"/>
                  <a:gd name="connsiteX420" fmla="*/ 813365 w 1005418"/>
                  <a:gd name="connsiteY420" fmla="*/ 523977 h 766135"/>
                  <a:gd name="connsiteX421" fmla="*/ 810305 w 1005418"/>
                  <a:gd name="connsiteY421" fmla="*/ 527943 h 766135"/>
                  <a:gd name="connsiteX422" fmla="*/ 807683 w 1005418"/>
                  <a:gd name="connsiteY422" fmla="*/ 531028 h 766135"/>
                  <a:gd name="connsiteX423" fmla="*/ 805498 w 1005418"/>
                  <a:gd name="connsiteY423" fmla="*/ 533672 h 766135"/>
                  <a:gd name="connsiteX424" fmla="*/ 803968 w 1005418"/>
                  <a:gd name="connsiteY424" fmla="*/ 535215 h 766135"/>
                  <a:gd name="connsiteX425" fmla="*/ 803531 w 1005418"/>
                  <a:gd name="connsiteY425" fmla="*/ 535435 h 766135"/>
                  <a:gd name="connsiteX426" fmla="*/ 802657 w 1005418"/>
                  <a:gd name="connsiteY426" fmla="*/ 535215 h 766135"/>
                  <a:gd name="connsiteX427" fmla="*/ 801127 w 1005418"/>
                  <a:gd name="connsiteY427" fmla="*/ 533893 h 766135"/>
                  <a:gd name="connsiteX428" fmla="*/ 798287 w 1005418"/>
                  <a:gd name="connsiteY428" fmla="*/ 531689 h 766135"/>
                  <a:gd name="connsiteX429" fmla="*/ 795009 w 1005418"/>
                  <a:gd name="connsiteY429" fmla="*/ 528604 h 766135"/>
                  <a:gd name="connsiteX430" fmla="*/ 790857 w 1005418"/>
                  <a:gd name="connsiteY430" fmla="*/ 524859 h 766135"/>
                  <a:gd name="connsiteX431" fmla="*/ 786924 w 1005418"/>
                  <a:gd name="connsiteY431" fmla="*/ 520231 h 766135"/>
                  <a:gd name="connsiteX432" fmla="*/ 782553 w 1005418"/>
                  <a:gd name="connsiteY432" fmla="*/ 514723 h 766135"/>
                  <a:gd name="connsiteX433" fmla="*/ 778838 w 1005418"/>
                  <a:gd name="connsiteY433" fmla="*/ 508553 h 766135"/>
                  <a:gd name="connsiteX434" fmla="*/ 775561 w 1005418"/>
                  <a:gd name="connsiteY434" fmla="*/ 501282 h 766135"/>
                  <a:gd name="connsiteX435" fmla="*/ 772938 w 1005418"/>
                  <a:gd name="connsiteY435" fmla="*/ 493129 h 766135"/>
                  <a:gd name="connsiteX436" fmla="*/ 771409 w 1005418"/>
                  <a:gd name="connsiteY436" fmla="*/ 484315 h 766135"/>
                  <a:gd name="connsiteX437" fmla="*/ 770753 w 1005418"/>
                  <a:gd name="connsiteY437" fmla="*/ 475942 h 766135"/>
                  <a:gd name="connsiteX438" fmla="*/ 771846 w 1005418"/>
                  <a:gd name="connsiteY438" fmla="*/ 468230 h 766135"/>
                  <a:gd name="connsiteX439" fmla="*/ 773375 w 1005418"/>
                  <a:gd name="connsiteY439" fmla="*/ 460739 h 766135"/>
                  <a:gd name="connsiteX440" fmla="*/ 775561 w 1005418"/>
                  <a:gd name="connsiteY440" fmla="*/ 454349 h 766135"/>
                  <a:gd name="connsiteX441" fmla="*/ 778183 w 1005418"/>
                  <a:gd name="connsiteY441" fmla="*/ 448179 h 766135"/>
                  <a:gd name="connsiteX442" fmla="*/ 781242 w 1005418"/>
                  <a:gd name="connsiteY442" fmla="*/ 442671 h 766135"/>
                  <a:gd name="connsiteX443" fmla="*/ 784738 w 1005418"/>
                  <a:gd name="connsiteY443" fmla="*/ 438043 h 766135"/>
                  <a:gd name="connsiteX444" fmla="*/ 787579 w 1005418"/>
                  <a:gd name="connsiteY444" fmla="*/ 434297 h 766135"/>
                  <a:gd name="connsiteX445" fmla="*/ 790201 w 1005418"/>
                  <a:gd name="connsiteY445" fmla="*/ 430992 h 766135"/>
                  <a:gd name="connsiteX446" fmla="*/ 792387 w 1005418"/>
                  <a:gd name="connsiteY446" fmla="*/ 428789 h 766135"/>
                  <a:gd name="connsiteX447" fmla="*/ 793916 w 1005418"/>
                  <a:gd name="connsiteY447" fmla="*/ 427467 h 766135"/>
                  <a:gd name="connsiteX448" fmla="*/ 220 w 1005418"/>
                  <a:gd name="connsiteY448" fmla="*/ 376131 h 766135"/>
                  <a:gd name="connsiteX449" fmla="*/ 881 w 1005418"/>
                  <a:gd name="connsiteY449" fmla="*/ 376131 h 766135"/>
                  <a:gd name="connsiteX450" fmla="*/ 3746 w 1005418"/>
                  <a:gd name="connsiteY450" fmla="*/ 376131 h 766135"/>
                  <a:gd name="connsiteX451" fmla="*/ 7492 w 1005418"/>
                  <a:gd name="connsiteY451" fmla="*/ 376131 h 766135"/>
                  <a:gd name="connsiteX452" fmla="*/ 12780 w 1005418"/>
                  <a:gd name="connsiteY452" fmla="*/ 376351 h 766135"/>
                  <a:gd name="connsiteX453" fmla="*/ 18949 w 1005418"/>
                  <a:gd name="connsiteY453" fmla="*/ 377233 h 766135"/>
                  <a:gd name="connsiteX454" fmla="*/ 26221 w 1005418"/>
                  <a:gd name="connsiteY454" fmla="*/ 378775 h 766135"/>
                  <a:gd name="connsiteX455" fmla="*/ 33933 w 1005418"/>
                  <a:gd name="connsiteY455" fmla="*/ 381199 h 766135"/>
                  <a:gd name="connsiteX456" fmla="*/ 42086 w 1005418"/>
                  <a:gd name="connsiteY456" fmla="*/ 384724 h 766135"/>
                  <a:gd name="connsiteX457" fmla="*/ 50459 w 1005418"/>
                  <a:gd name="connsiteY457" fmla="*/ 389352 h 766135"/>
                  <a:gd name="connsiteX458" fmla="*/ 58832 w 1005418"/>
                  <a:gd name="connsiteY458" fmla="*/ 395521 h 766135"/>
                  <a:gd name="connsiteX459" fmla="*/ 66103 w 1005418"/>
                  <a:gd name="connsiteY459" fmla="*/ 402572 h 766135"/>
                  <a:gd name="connsiteX460" fmla="*/ 72052 w 1005418"/>
                  <a:gd name="connsiteY460" fmla="*/ 409623 h 766135"/>
                  <a:gd name="connsiteX461" fmla="*/ 76019 w 1005418"/>
                  <a:gd name="connsiteY461" fmla="*/ 417115 h 766135"/>
                  <a:gd name="connsiteX462" fmla="*/ 79103 w 1005418"/>
                  <a:gd name="connsiteY462" fmla="*/ 423945 h 766135"/>
                  <a:gd name="connsiteX463" fmla="*/ 81086 w 1005418"/>
                  <a:gd name="connsiteY463" fmla="*/ 430335 h 766135"/>
                  <a:gd name="connsiteX464" fmla="*/ 81968 w 1005418"/>
                  <a:gd name="connsiteY464" fmla="*/ 436064 h 766135"/>
                  <a:gd name="connsiteX465" fmla="*/ 82629 w 1005418"/>
                  <a:gd name="connsiteY465" fmla="*/ 441132 h 766135"/>
                  <a:gd name="connsiteX466" fmla="*/ 82629 w 1005418"/>
                  <a:gd name="connsiteY466" fmla="*/ 445098 h 766135"/>
                  <a:gd name="connsiteX467" fmla="*/ 82629 w 1005418"/>
                  <a:gd name="connsiteY467" fmla="*/ 447522 h 766135"/>
                  <a:gd name="connsiteX468" fmla="*/ 82629 w 1005418"/>
                  <a:gd name="connsiteY468" fmla="*/ 448183 h 766135"/>
                  <a:gd name="connsiteX469" fmla="*/ 81527 w 1005418"/>
                  <a:gd name="connsiteY469" fmla="*/ 448403 h 766135"/>
                  <a:gd name="connsiteX470" fmla="*/ 78883 w 1005418"/>
                  <a:gd name="connsiteY470" fmla="*/ 448844 h 766135"/>
                  <a:gd name="connsiteX471" fmla="*/ 74696 w 1005418"/>
                  <a:gd name="connsiteY471" fmla="*/ 449505 h 766135"/>
                  <a:gd name="connsiteX472" fmla="*/ 69408 w 1005418"/>
                  <a:gd name="connsiteY472" fmla="*/ 449505 h 766135"/>
                  <a:gd name="connsiteX473" fmla="*/ 63018 w 1005418"/>
                  <a:gd name="connsiteY473" fmla="*/ 449064 h 766135"/>
                  <a:gd name="connsiteX474" fmla="*/ 55747 w 1005418"/>
                  <a:gd name="connsiteY474" fmla="*/ 448183 h 766135"/>
                  <a:gd name="connsiteX475" fmla="*/ 48035 w 1005418"/>
                  <a:gd name="connsiteY475" fmla="*/ 446641 h 766135"/>
                  <a:gd name="connsiteX476" fmla="*/ 39882 w 1005418"/>
                  <a:gd name="connsiteY476" fmla="*/ 443556 h 766135"/>
                  <a:gd name="connsiteX477" fmla="*/ 31509 w 1005418"/>
                  <a:gd name="connsiteY477" fmla="*/ 439590 h 766135"/>
                  <a:gd name="connsiteX478" fmla="*/ 23356 w 1005418"/>
                  <a:gd name="connsiteY478" fmla="*/ 433640 h 766135"/>
                  <a:gd name="connsiteX479" fmla="*/ 16746 w 1005418"/>
                  <a:gd name="connsiteY479" fmla="*/ 427250 h 766135"/>
                  <a:gd name="connsiteX480" fmla="*/ 11458 w 1005418"/>
                  <a:gd name="connsiteY480" fmla="*/ 420420 h 766135"/>
                  <a:gd name="connsiteX481" fmla="*/ 7492 w 1005418"/>
                  <a:gd name="connsiteY481" fmla="*/ 413589 h 766135"/>
                  <a:gd name="connsiteX482" fmla="*/ 4407 w 1005418"/>
                  <a:gd name="connsiteY482" fmla="*/ 406538 h 766135"/>
                  <a:gd name="connsiteX483" fmla="*/ 2424 w 1005418"/>
                  <a:gd name="connsiteY483" fmla="*/ 399708 h 766135"/>
                  <a:gd name="connsiteX484" fmla="*/ 881 w 1005418"/>
                  <a:gd name="connsiteY484" fmla="*/ 393318 h 766135"/>
                  <a:gd name="connsiteX485" fmla="*/ 220 w 1005418"/>
                  <a:gd name="connsiteY485" fmla="*/ 387809 h 766135"/>
                  <a:gd name="connsiteX486" fmla="*/ 0 w 1005418"/>
                  <a:gd name="connsiteY486" fmla="*/ 382741 h 766135"/>
                  <a:gd name="connsiteX487" fmla="*/ 0 w 1005418"/>
                  <a:gd name="connsiteY487" fmla="*/ 379657 h 766135"/>
                  <a:gd name="connsiteX488" fmla="*/ 0 w 1005418"/>
                  <a:gd name="connsiteY488" fmla="*/ 379216 h 766135"/>
                  <a:gd name="connsiteX489" fmla="*/ 0 w 1005418"/>
                  <a:gd name="connsiteY489" fmla="*/ 377012 h 766135"/>
                  <a:gd name="connsiteX490" fmla="*/ 1002104 w 1005418"/>
                  <a:gd name="connsiteY490" fmla="*/ 376127 h 766135"/>
                  <a:gd name="connsiteX491" fmla="*/ 1004534 w 1005418"/>
                  <a:gd name="connsiteY491" fmla="*/ 376349 h 766135"/>
                  <a:gd name="connsiteX492" fmla="*/ 1005418 w 1005418"/>
                  <a:gd name="connsiteY492" fmla="*/ 376349 h 766135"/>
                  <a:gd name="connsiteX493" fmla="*/ 1005418 w 1005418"/>
                  <a:gd name="connsiteY493" fmla="*/ 377235 h 766135"/>
                  <a:gd name="connsiteX494" fmla="*/ 1005418 w 1005418"/>
                  <a:gd name="connsiteY494" fmla="*/ 379452 h 766135"/>
                  <a:gd name="connsiteX495" fmla="*/ 1005418 w 1005418"/>
                  <a:gd name="connsiteY495" fmla="*/ 383220 h 766135"/>
                  <a:gd name="connsiteX496" fmla="*/ 1005197 w 1005418"/>
                  <a:gd name="connsiteY496" fmla="*/ 388097 h 766135"/>
                  <a:gd name="connsiteX497" fmla="*/ 1004534 w 1005418"/>
                  <a:gd name="connsiteY497" fmla="*/ 393639 h 766135"/>
                  <a:gd name="connsiteX498" fmla="*/ 1002988 w 1005418"/>
                  <a:gd name="connsiteY498" fmla="*/ 400289 h 766135"/>
                  <a:gd name="connsiteX499" fmla="*/ 1001000 w 1005418"/>
                  <a:gd name="connsiteY499" fmla="*/ 407160 h 766135"/>
                  <a:gd name="connsiteX500" fmla="*/ 997906 w 1005418"/>
                  <a:gd name="connsiteY500" fmla="*/ 413810 h 766135"/>
                  <a:gd name="connsiteX501" fmla="*/ 993930 w 1005418"/>
                  <a:gd name="connsiteY501" fmla="*/ 421125 h 766135"/>
                  <a:gd name="connsiteX502" fmla="*/ 988627 w 1005418"/>
                  <a:gd name="connsiteY502" fmla="*/ 427775 h 766135"/>
                  <a:gd name="connsiteX503" fmla="*/ 981999 w 1005418"/>
                  <a:gd name="connsiteY503" fmla="*/ 433982 h 766135"/>
                  <a:gd name="connsiteX504" fmla="*/ 973825 w 1005418"/>
                  <a:gd name="connsiteY504" fmla="*/ 439967 h 766135"/>
                  <a:gd name="connsiteX505" fmla="*/ 965430 w 1005418"/>
                  <a:gd name="connsiteY505" fmla="*/ 444178 h 766135"/>
                  <a:gd name="connsiteX506" fmla="*/ 957476 w 1005418"/>
                  <a:gd name="connsiteY506" fmla="*/ 447060 h 766135"/>
                  <a:gd name="connsiteX507" fmla="*/ 949523 w 1005418"/>
                  <a:gd name="connsiteY507" fmla="*/ 448833 h 766135"/>
                  <a:gd name="connsiteX508" fmla="*/ 942453 w 1005418"/>
                  <a:gd name="connsiteY508" fmla="*/ 449941 h 766135"/>
                  <a:gd name="connsiteX509" fmla="*/ 936046 w 1005418"/>
                  <a:gd name="connsiteY509" fmla="*/ 450163 h 766135"/>
                  <a:gd name="connsiteX510" fmla="*/ 930523 w 1005418"/>
                  <a:gd name="connsiteY510" fmla="*/ 449941 h 766135"/>
                  <a:gd name="connsiteX511" fmla="*/ 926546 w 1005418"/>
                  <a:gd name="connsiteY511" fmla="*/ 449498 h 766135"/>
                  <a:gd name="connsiteX512" fmla="*/ 923895 w 1005418"/>
                  <a:gd name="connsiteY512" fmla="*/ 449276 h 766135"/>
                  <a:gd name="connsiteX513" fmla="*/ 923011 w 1005418"/>
                  <a:gd name="connsiteY513" fmla="*/ 448833 h 766135"/>
                  <a:gd name="connsiteX514" fmla="*/ 923011 w 1005418"/>
                  <a:gd name="connsiteY514" fmla="*/ 447946 h 766135"/>
                  <a:gd name="connsiteX515" fmla="*/ 922790 w 1005418"/>
                  <a:gd name="connsiteY515" fmla="*/ 445508 h 766135"/>
                  <a:gd name="connsiteX516" fmla="*/ 922790 w 1005418"/>
                  <a:gd name="connsiteY516" fmla="*/ 441740 h 766135"/>
                  <a:gd name="connsiteX517" fmla="*/ 923232 w 1005418"/>
                  <a:gd name="connsiteY517" fmla="*/ 436863 h 766135"/>
                  <a:gd name="connsiteX518" fmla="*/ 924337 w 1005418"/>
                  <a:gd name="connsiteY518" fmla="*/ 430878 h 766135"/>
                  <a:gd name="connsiteX519" fmla="*/ 926546 w 1005418"/>
                  <a:gd name="connsiteY519" fmla="*/ 424450 h 766135"/>
                  <a:gd name="connsiteX520" fmla="*/ 929197 w 1005418"/>
                  <a:gd name="connsiteY520" fmla="*/ 417357 h 766135"/>
                  <a:gd name="connsiteX521" fmla="*/ 933395 w 1005418"/>
                  <a:gd name="connsiteY521" fmla="*/ 410263 h 766135"/>
                  <a:gd name="connsiteX522" fmla="*/ 939360 w 1005418"/>
                  <a:gd name="connsiteY522" fmla="*/ 402727 h 766135"/>
                  <a:gd name="connsiteX523" fmla="*/ 946430 w 1005418"/>
                  <a:gd name="connsiteY523" fmla="*/ 395634 h 766135"/>
                  <a:gd name="connsiteX524" fmla="*/ 954825 w 1005418"/>
                  <a:gd name="connsiteY524" fmla="*/ 389649 h 766135"/>
                  <a:gd name="connsiteX525" fmla="*/ 963220 w 1005418"/>
                  <a:gd name="connsiteY525" fmla="*/ 384994 h 766135"/>
                  <a:gd name="connsiteX526" fmla="*/ 971395 w 1005418"/>
                  <a:gd name="connsiteY526" fmla="*/ 381669 h 766135"/>
                  <a:gd name="connsiteX527" fmla="*/ 979127 w 1005418"/>
                  <a:gd name="connsiteY527" fmla="*/ 379230 h 766135"/>
                  <a:gd name="connsiteX528" fmla="*/ 986418 w 1005418"/>
                  <a:gd name="connsiteY528" fmla="*/ 377679 h 766135"/>
                  <a:gd name="connsiteX529" fmla="*/ 992604 w 1005418"/>
                  <a:gd name="connsiteY529" fmla="*/ 376570 h 766135"/>
                  <a:gd name="connsiteX530" fmla="*/ 997906 w 1005418"/>
                  <a:gd name="connsiteY530" fmla="*/ 376349 h 766135"/>
                  <a:gd name="connsiteX531" fmla="*/ 166139 w 1005418"/>
                  <a:gd name="connsiteY531" fmla="*/ 367537 h 766135"/>
                  <a:gd name="connsiteX532" fmla="*/ 166800 w 1005418"/>
                  <a:gd name="connsiteY532" fmla="*/ 367978 h 766135"/>
                  <a:gd name="connsiteX533" fmla="*/ 167902 w 1005418"/>
                  <a:gd name="connsiteY533" fmla="*/ 369520 h 766135"/>
                  <a:gd name="connsiteX534" fmla="*/ 169885 w 1005418"/>
                  <a:gd name="connsiteY534" fmla="*/ 371944 h 766135"/>
                  <a:gd name="connsiteX535" fmla="*/ 172309 w 1005418"/>
                  <a:gd name="connsiteY535" fmla="*/ 375249 h 766135"/>
                  <a:gd name="connsiteX536" fmla="*/ 175173 w 1005418"/>
                  <a:gd name="connsiteY536" fmla="*/ 379656 h 766135"/>
                  <a:gd name="connsiteX537" fmla="*/ 177597 w 1005418"/>
                  <a:gd name="connsiteY537" fmla="*/ 384504 h 766135"/>
                  <a:gd name="connsiteX538" fmla="*/ 180462 w 1005418"/>
                  <a:gd name="connsiteY538" fmla="*/ 390232 h 766135"/>
                  <a:gd name="connsiteX539" fmla="*/ 182665 w 1005418"/>
                  <a:gd name="connsiteY539" fmla="*/ 396402 h 766135"/>
                  <a:gd name="connsiteX540" fmla="*/ 184207 w 1005418"/>
                  <a:gd name="connsiteY540" fmla="*/ 403453 h 766135"/>
                  <a:gd name="connsiteX541" fmla="*/ 185089 w 1005418"/>
                  <a:gd name="connsiteY541" fmla="*/ 410724 h 766135"/>
                  <a:gd name="connsiteX542" fmla="*/ 185089 w 1005418"/>
                  <a:gd name="connsiteY542" fmla="*/ 418436 h 766135"/>
                  <a:gd name="connsiteX543" fmla="*/ 183767 w 1005418"/>
                  <a:gd name="connsiteY543" fmla="*/ 426809 h 766135"/>
                  <a:gd name="connsiteX544" fmla="*/ 181343 w 1005418"/>
                  <a:gd name="connsiteY544" fmla="*/ 435403 h 766135"/>
                  <a:gd name="connsiteX545" fmla="*/ 178258 w 1005418"/>
                  <a:gd name="connsiteY545" fmla="*/ 443556 h 766135"/>
                  <a:gd name="connsiteX546" fmla="*/ 174292 w 1005418"/>
                  <a:gd name="connsiteY546" fmla="*/ 450166 h 766135"/>
                  <a:gd name="connsiteX547" fmla="*/ 169444 w 1005418"/>
                  <a:gd name="connsiteY547" fmla="*/ 456115 h 766135"/>
                  <a:gd name="connsiteX548" fmla="*/ 165258 w 1005418"/>
                  <a:gd name="connsiteY548" fmla="*/ 461404 h 766135"/>
                  <a:gd name="connsiteX549" fmla="*/ 160410 w 1005418"/>
                  <a:gd name="connsiteY549" fmla="*/ 465370 h 766135"/>
                  <a:gd name="connsiteX550" fmla="*/ 156224 w 1005418"/>
                  <a:gd name="connsiteY550" fmla="*/ 468675 h 766135"/>
                  <a:gd name="connsiteX551" fmla="*/ 152478 w 1005418"/>
                  <a:gd name="connsiteY551" fmla="*/ 471539 h 766135"/>
                  <a:gd name="connsiteX552" fmla="*/ 149613 w 1005418"/>
                  <a:gd name="connsiteY552" fmla="*/ 473302 h 766135"/>
                  <a:gd name="connsiteX553" fmla="*/ 147630 w 1005418"/>
                  <a:gd name="connsiteY553" fmla="*/ 474404 h 766135"/>
                  <a:gd name="connsiteX554" fmla="*/ 147189 w 1005418"/>
                  <a:gd name="connsiteY554" fmla="*/ 474624 h 766135"/>
                  <a:gd name="connsiteX555" fmla="*/ 146528 w 1005418"/>
                  <a:gd name="connsiteY555" fmla="*/ 474404 h 766135"/>
                  <a:gd name="connsiteX556" fmla="*/ 144986 w 1005418"/>
                  <a:gd name="connsiteY556" fmla="*/ 472861 h 766135"/>
                  <a:gd name="connsiteX557" fmla="*/ 143003 w 1005418"/>
                  <a:gd name="connsiteY557" fmla="*/ 469997 h 766135"/>
                  <a:gd name="connsiteX558" fmla="*/ 140579 w 1005418"/>
                  <a:gd name="connsiteY558" fmla="*/ 466692 h 766135"/>
                  <a:gd name="connsiteX559" fmla="*/ 138155 w 1005418"/>
                  <a:gd name="connsiteY559" fmla="*/ 462285 h 766135"/>
                  <a:gd name="connsiteX560" fmla="*/ 135511 w 1005418"/>
                  <a:gd name="connsiteY560" fmla="*/ 456997 h 766135"/>
                  <a:gd name="connsiteX561" fmla="*/ 133308 w 1005418"/>
                  <a:gd name="connsiteY561" fmla="*/ 450827 h 766135"/>
                  <a:gd name="connsiteX562" fmla="*/ 131765 w 1005418"/>
                  <a:gd name="connsiteY562" fmla="*/ 443996 h 766135"/>
                  <a:gd name="connsiteX563" fmla="*/ 130884 w 1005418"/>
                  <a:gd name="connsiteY563" fmla="*/ 436284 h 766135"/>
                  <a:gd name="connsiteX564" fmla="*/ 130884 w 1005418"/>
                  <a:gd name="connsiteY564" fmla="*/ 427691 h 766135"/>
                  <a:gd name="connsiteX565" fmla="*/ 132206 w 1005418"/>
                  <a:gd name="connsiteY565" fmla="*/ 418877 h 766135"/>
                  <a:gd name="connsiteX566" fmla="*/ 134630 w 1005418"/>
                  <a:gd name="connsiteY566" fmla="*/ 409623 h 766135"/>
                  <a:gd name="connsiteX567" fmla="*/ 138155 w 1005418"/>
                  <a:gd name="connsiteY567" fmla="*/ 401470 h 766135"/>
                  <a:gd name="connsiteX568" fmla="*/ 141901 w 1005418"/>
                  <a:gd name="connsiteY568" fmla="*/ 394419 h 766135"/>
                  <a:gd name="connsiteX569" fmla="*/ 145867 w 1005418"/>
                  <a:gd name="connsiteY569" fmla="*/ 388029 h 766135"/>
                  <a:gd name="connsiteX570" fmla="*/ 149834 w 1005418"/>
                  <a:gd name="connsiteY570" fmla="*/ 382520 h 766135"/>
                  <a:gd name="connsiteX571" fmla="*/ 154020 w 1005418"/>
                  <a:gd name="connsiteY571" fmla="*/ 377893 h 766135"/>
                  <a:gd name="connsiteX572" fmla="*/ 157766 w 1005418"/>
                  <a:gd name="connsiteY572" fmla="*/ 374147 h 766135"/>
                  <a:gd name="connsiteX573" fmla="*/ 161071 w 1005418"/>
                  <a:gd name="connsiteY573" fmla="*/ 371283 h 766135"/>
                  <a:gd name="connsiteX574" fmla="*/ 163715 w 1005418"/>
                  <a:gd name="connsiteY574" fmla="*/ 369079 h 766135"/>
                  <a:gd name="connsiteX575" fmla="*/ 165478 w 1005418"/>
                  <a:gd name="connsiteY575" fmla="*/ 367978 h 766135"/>
                  <a:gd name="connsiteX576" fmla="*/ 839279 w 1005418"/>
                  <a:gd name="connsiteY576" fmla="*/ 367533 h 766135"/>
                  <a:gd name="connsiteX577" fmla="*/ 839941 w 1005418"/>
                  <a:gd name="connsiteY577" fmla="*/ 368193 h 766135"/>
                  <a:gd name="connsiteX578" fmla="*/ 841924 w 1005418"/>
                  <a:gd name="connsiteY578" fmla="*/ 369512 h 766135"/>
                  <a:gd name="connsiteX579" fmla="*/ 844347 w 1005418"/>
                  <a:gd name="connsiteY579" fmla="*/ 371271 h 766135"/>
                  <a:gd name="connsiteX580" fmla="*/ 847873 w 1005418"/>
                  <a:gd name="connsiteY580" fmla="*/ 374350 h 766135"/>
                  <a:gd name="connsiteX581" fmla="*/ 851398 w 1005418"/>
                  <a:gd name="connsiteY581" fmla="*/ 378088 h 766135"/>
                  <a:gd name="connsiteX582" fmla="*/ 855585 w 1005418"/>
                  <a:gd name="connsiteY582" fmla="*/ 382706 h 766135"/>
                  <a:gd name="connsiteX583" fmla="*/ 859992 w 1005418"/>
                  <a:gd name="connsiteY583" fmla="*/ 388203 h 766135"/>
                  <a:gd name="connsiteX584" fmla="*/ 863958 w 1005418"/>
                  <a:gd name="connsiteY584" fmla="*/ 394360 h 766135"/>
                  <a:gd name="connsiteX585" fmla="*/ 867704 w 1005418"/>
                  <a:gd name="connsiteY585" fmla="*/ 401836 h 766135"/>
                  <a:gd name="connsiteX586" fmla="*/ 870788 w 1005418"/>
                  <a:gd name="connsiteY586" fmla="*/ 409752 h 766135"/>
                  <a:gd name="connsiteX587" fmla="*/ 873212 w 1005418"/>
                  <a:gd name="connsiteY587" fmla="*/ 418768 h 766135"/>
                  <a:gd name="connsiteX588" fmla="*/ 874534 w 1005418"/>
                  <a:gd name="connsiteY588" fmla="*/ 428003 h 766135"/>
                  <a:gd name="connsiteX589" fmla="*/ 874534 w 1005418"/>
                  <a:gd name="connsiteY589" fmla="*/ 436139 h 766135"/>
                  <a:gd name="connsiteX590" fmla="*/ 873653 w 1005418"/>
                  <a:gd name="connsiteY590" fmla="*/ 443835 h 766135"/>
                  <a:gd name="connsiteX591" fmla="*/ 872110 w 1005418"/>
                  <a:gd name="connsiteY591" fmla="*/ 451092 h 766135"/>
                  <a:gd name="connsiteX592" fmla="*/ 869907 w 1005418"/>
                  <a:gd name="connsiteY592" fmla="*/ 456809 h 766135"/>
                  <a:gd name="connsiteX593" fmla="*/ 867483 w 1005418"/>
                  <a:gd name="connsiteY593" fmla="*/ 462086 h 766135"/>
                  <a:gd name="connsiteX594" fmla="*/ 864839 w 1005418"/>
                  <a:gd name="connsiteY594" fmla="*/ 466704 h 766135"/>
                  <a:gd name="connsiteX595" fmla="*/ 862415 w 1005418"/>
                  <a:gd name="connsiteY595" fmla="*/ 470002 h 766135"/>
                  <a:gd name="connsiteX596" fmla="*/ 860432 w 1005418"/>
                  <a:gd name="connsiteY596" fmla="*/ 472641 h 766135"/>
                  <a:gd name="connsiteX597" fmla="*/ 858890 w 1005418"/>
                  <a:gd name="connsiteY597" fmla="*/ 474180 h 766135"/>
                  <a:gd name="connsiteX598" fmla="*/ 858670 w 1005418"/>
                  <a:gd name="connsiteY598" fmla="*/ 474620 h 766135"/>
                  <a:gd name="connsiteX599" fmla="*/ 857788 w 1005418"/>
                  <a:gd name="connsiteY599" fmla="*/ 474400 h 766135"/>
                  <a:gd name="connsiteX600" fmla="*/ 855805 w 1005418"/>
                  <a:gd name="connsiteY600" fmla="*/ 473081 h 766135"/>
                  <a:gd name="connsiteX601" fmla="*/ 853161 w 1005418"/>
                  <a:gd name="connsiteY601" fmla="*/ 471322 h 766135"/>
                  <a:gd name="connsiteX602" fmla="*/ 849415 w 1005418"/>
                  <a:gd name="connsiteY602" fmla="*/ 468903 h 766135"/>
                  <a:gd name="connsiteX603" fmla="*/ 845008 w 1005418"/>
                  <a:gd name="connsiteY603" fmla="*/ 465385 h 766135"/>
                  <a:gd name="connsiteX604" fmla="*/ 840381 w 1005418"/>
                  <a:gd name="connsiteY604" fmla="*/ 461207 h 766135"/>
                  <a:gd name="connsiteX605" fmla="*/ 835974 w 1005418"/>
                  <a:gd name="connsiteY605" fmla="*/ 456149 h 766135"/>
                  <a:gd name="connsiteX606" fmla="*/ 831347 w 1005418"/>
                  <a:gd name="connsiteY606" fmla="*/ 449992 h 766135"/>
                  <a:gd name="connsiteX607" fmla="*/ 827161 w 1005418"/>
                  <a:gd name="connsiteY607" fmla="*/ 443396 h 766135"/>
                  <a:gd name="connsiteX608" fmla="*/ 824076 w 1005418"/>
                  <a:gd name="connsiteY608" fmla="*/ 435699 h 766135"/>
                  <a:gd name="connsiteX609" fmla="*/ 821652 w 1005418"/>
                  <a:gd name="connsiteY609" fmla="*/ 427124 h 766135"/>
                  <a:gd name="connsiteX610" fmla="*/ 820330 w 1005418"/>
                  <a:gd name="connsiteY610" fmla="*/ 418768 h 766135"/>
                  <a:gd name="connsiteX611" fmla="*/ 820330 w 1005418"/>
                  <a:gd name="connsiteY611" fmla="*/ 410632 h 766135"/>
                  <a:gd name="connsiteX612" fmla="*/ 821211 w 1005418"/>
                  <a:gd name="connsiteY612" fmla="*/ 403375 h 766135"/>
                  <a:gd name="connsiteX613" fmla="*/ 822754 w 1005418"/>
                  <a:gd name="connsiteY613" fmla="*/ 396559 h 766135"/>
                  <a:gd name="connsiteX614" fmla="*/ 825398 w 1005418"/>
                  <a:gd name="connsiteY614" fmla="*/ 390182 h 766135"/>
                  <a:gd name="connsiteX615" fmla="*/ 827822 w 1005418"/>
                  <a:gd name="connsiteY615" fmla="*/ 384465 h 766135"/>
                  <a:gd name="connsiteX616" fmla="*/ 830686 w 1005418"/>
                  <a:gd name="connsiteY616" fmla="*/ 379627 h 766135"/>
                  <a:gd name="connsiteX617" fmla="*/ 833110 w 1005418"/>
                  <a:gd name="connsiteY617" fmla="*/ 375669 h 766135"/>
                  <a:gd name="connsiteX618" fmla="*/ 835534 w 1005418"/>
                  <a:gd name="connsiteY618" fmla="*/ 372151 h 766135"/>
                  <a:gd name="connsiteX619" fmla="*/ 837517 w 1005418"/>
                  <a:gd name="connsiteY619" fmla="*/ 369732 h 766135"/>
                  <a:gd name="connsiteX620" fmla="*/ 839059 w 1005418"/>
                  <a:gd name="connsiteY620" fmla="*/ 368193 h 766135"/>
                  <a:gd name="connsiteX621" fmla="*/ 922356 w 1005418"/>
                  <a:gd name="connsiteY621" fmla="*/ 320600 h 766135"/>
                  <a:gd name="connsiteX622" fmla="*/ 922577 w 1005418"/>
                  <a:gd name="connsiteY622" fmla="*/ 321262 h 766135"/>
                  <a:gd name="connsiteX623" fmla="*/ 923017 w 1005418"/>
                  <a:gd name="connsiteY623" fmla="*/ 323248 h 766135"/>
                  <a:gd name="connsiteX624" fmla="*/ 923458 w 1005418"/>
                  <a:gd name="connsiteY624" fmla="*/ 326337 h 766135"/>
                  <a:gd name="connsiteX625" fmla="*/ 923899 w 1005418"/>
                  <a:gd name="connsiteY625" fmla="*/ 330750 h 766135"/>
                  <a:gd name="connsiteX626" fmla="*/ 924119 w 1005418"/>
                  <a:gd name="connsiteY626" fmla="*/ 336046 h 766135"/>
                  <a:gd name="connsiteX627" fmla="*/ 924560 w 1005418"/>
                  <a:gd name="connsiteY627" fmla="*/ 342445 h 766135"/>
                  <a:gd name="connsiteX628" fmla="*/ 924780 w 1005418"/>
                  <a:gd name="connsiteY628" fmla="*/ 349506 h 766135"/>
                  <a:gd name="connsiteX629" fmla="*/ 924560 w 1005418"/>
                  <a:gd name="connsiteY629" fmla="*/ 357891 h 766135"/>
                  <a:gd name="connsiteX630" fmla="*/ 923899 w 1005418"/>
                  <a:gd name="connsiteY630" fmla="*/ 366937 h 766135"/>
                  <a:gd name="connsiteX631" fmla="*/ 922577 w 1005418"/>
                  <a:gd name="connsiteY631" fmla="*/ 376425 h 766135"/>
                  <a:gd name="connsiteX632" fmla="*/ 921034 w 1005418"/>
                  <a:gd name="connsiteY632" fmla="*/ 387017 h 766135"/>
                  <a:gd name="connsiteX633" fmla="*/ 918611 w 1005418"/>
                  <a:gd name="connsiteY633" fmla="*/ 398049 h 766135"/>
                  <a:gd name="connsiteX634" fmla="*/ 915746 w 1005418"/>
                  <a:gd name="connsiteY634" fmla="*/ 409744 h 766135"/>
                  <a:gd name="connsiteX635" fmla="*/ 911780 w 1005418"/>
                  <a:gd name="connsiteY635" fmla="*/ 422101 h 766135"/>
                  <a:gd name="connsiteX636" fmla="*/ 907153 w 1005418"/>
                  <a:gd name="connsiteY636" fmla="*/ 435119 h 766135"/>
                  <a:gd name="connsiteX637" fmla="*/ 901424 w 1005418"/>
                  <a:gd name="connsiteY637" fmla="*/ 448138 h 766135"/>
                  <a:gd name="connsiteX638" fmla="*/ 894593 w 1005418"/>
                  <a:gd name="connsiteY638" fmla="*/ 461598 h 766135"/>
                  <a:gd name="connsiteX639" fmla="*/ 886881 w 1005418"/>
                  <a:gd name="connsiteY639" fmla="*/ 475940 h 766135"/>
                  <a:gd name="connsiteX640" fmla="*/ 877847 w 1005418"/>
                  <a:gd name="connsiteY640" fmla="*/ 489841 h 766135"/>
                  <a:gd name="connsiteX641" fmla="*/ 867491 w 1005418"/>
                  <a:gd name="connsiteY641" fmla="*/ 504184 h 766135"/>
                  <a:gd name="connsiteX642" fmla="*/ 855592 w 1005418"/>
                  <a:gd name="connsiteY642" fmla="*/ 518747 h 766135"/>
                  <a:gd name="connsiteX643" fmla="*/ 842592 w 1005418"/>
                  <a:gd name="connsiteY643" fmla="*/ 533531 h 766135"/>
                  <a:gd name="connsiteX644" fmla="*/ 827609 w 1005418"/>
                  <a:gd name="connsiteY644" fmla="*/ 548315 h 766135"/>
                  <a:gd name="connsiteX645" fmla="*/ 811083 w 1005418"/>
                  <a:gd name="connsiteY645" fmla="*/ 562878 h 766135"/>
                  <a:gd name="connsiteX646" fmla="*/ 793015 w 1005418"/>
                  <a:gd name="connsiteY646" fmla="*/ 577662 h 766135"/>
                  <a:gd name="connsiteX647" fmla="*/ 773184 w 1005418"/>
                  <a:gd name="connsiteY647" fmla="*/ 592225 h 766135"/>
                  <a:gd name="connsiteX648" fmla="*/ 751370 w 1005418"/>
                  <a:gd name="connsiteY648" fmla="*/ 606788 h 766135"/>
                  <a:gd name="connsiteX649" fmla="*/ 727573 w 1005418"/>
                  <a:gd name="connsiteY649" fmla="*/ 620689 h 766135"/>
                  <a:gd name="connsiteX650" fmla="*/ 701793 w 1005418"/>
                  <a:gd name="connsiteY650" fmla="*/ 634590 h 766135"/>
                  <a:gd name="connsiteX651" fmla="*/ 694081 w 1005418"/>
                  <a:gd name="connsiteY651" fmla="*/ 619806 h 766135"/>
                  <a:gd name="connsiteX652" fmla="*/ 719641 w 1005418"/>
                  <a:gd name="connsiteY652" fmla="*/ 606126 h 766135"/>
                  <a:gd name="connsiteX653" fmla="*/ 742997 w 1005418"/>
                  <a:gd name="connsiteY653" fmla="*/ 592225 h 766135"/>
                  <a:gd name="connsiteX654" fmla="*/ 764150 w 1005418"/>
                  <a:gd name="connsiteY654" fmla="*/ 578103 h 766135"/>
                  <a:gd name="connsiteX655" fmla="*/ 783761 w 1005418"/>
                  <a:gd name="connsiteY655" fmla="*/ 563760 h 766135"/>
                  <a:gd name="connsiteX656" fmla="*/ 801388 w 1005418"/>
                  <a:gd name="connsiteY656" fmla="*/ 549639 h 766135"/>
                  <a:gd name="connsiteX657" fmla="*/ 817253 w 1005418"/>
                  <a:gd name="connsiteY657" fmla="*/ 535517 h 766135"/>
                  <a:gd name="connsiteX658" fmla="*/ 831575 w 1005418"/>
                  <a:gd name="connsiteY658" fmla="*/ 521174 h 766135"/>
                  <a:gd name="connsiteX659" fmla="*/ 844355 w 1005418"/>
                  <a:gd name="connsiteY659" fmla="*/ 507052 h 766135"/>
                  <a:gd name="connsiteX660" fmla="*/ 855592 w 1005418"/>
                  <a:gd name="connsiteY660" fmla="*/ 493151 h 766135"/>
                  <a:gd name="connsiteX661" fmla="*/ 865508 w 1005418"/>
                  <a:gd name="connsiteY661" fmla="*/ 479250 h 766135"/>
                  <a:gd name="connsiteX662" fmla="*/ 874101 w 1005418"/>
                  <a:gd name="connsiteY662" fmla="*/ 465570 h 766135"/>
                  <a:gd name="connsiteX663" fmla="*/ 881593 w 1005418"/>
                  <a:gd name="connsiteY663" fmla="*/ 452330 h 766135"/>
                  <a:gd name="connsiteX664" fmla="*/ 887763 w 1005418"/>
                  <a:gd name="connsiteY664" fmla="*/ 439753 h 766135"/>
                  <a:gd name="connsiteX665" fmla="*/ 893051 w 1005418"/>
                  <a:gd name="connsiteY665" fmla="*/ 427176 h 766135"/>
                  <a:gd name="connsiteX666" fmla="*/ 897458 w 1005418"/>
                  <a:gd name="connsiteY666" fmla="*/ 415040 h 766135"/>
                  <a:gd name="connsiteX667" fmla="*/ 900763 w 1005418"/>
                  <a:gd name="connsiteY667" fmla="*/ 403566 h 766135"/>
                  <a:gd name="connsiteX668" fmla="*/ 903627 w 1005418"/>
                  <a:gd name="connsiteY668" fmla="*/ 392533 h 766135"/>
                  <a:gd name="connsiteX669" fmla="*/ 905390 w 1005418"/>
                  <a:gd name="connsiteY669" fmla="*/ 382383 h 766135"/>
                  <a:gd name="connsiteX670" fmla="*/ 906712 w 1005418"/>
                  <a:gd name="connsiteY670" fmla="*/ 372674 h 766135"/>
                  <a:gd name="connsiteX671" fmla="*/ 907593 w 1005418"/>
                  <a:gd name="connsiteY671" fmla="*/ 363848 h 766135"/>
                  <a:gd name="connsiteX672" fmla="*/ 908034 w 1005418"/>
                  <a:gd name="connsiteY672" fmla="*/ 355463 h 766135"/>
                  <a:gd name="connsiteX673" fmla="*/ 908034 w 1005418"/>
                  <a:gd name="connsiteY673" fmla="*/ 347961 h 766135"/>
                  <a:gd name="connsiteX674" fmla="*/ 908034 w 1005418"/>
                  <a:gd name="connsiteY674" fmla="*/ 341562 h 766135"/>
                  <a:gd name="connsiteX675" fmla="*/ 907373 w 1005418"/>
                  <a:gd name="connsiteY675" fmla="*/ 336046 h 766135"/>
                  <a:gd name="connsiteX676" fmla="*/ 907153 w 1005418"/>
                  <a:gd name="connsiteY676" fmla="*/ 331412 h 766135"/>
                  <a:gd name="connsiteX677" fmla="*/ 906492 w 1005418"/>
                  <a:gd name="connsiteY677" fmla="*/ 327882 h 766135"/>
                  <a:gd name="connsiteX678" fmla="*/ 906051 w 1005418"/>
                  <a:gd name="connsiteY678" fmla="*/ 325454 h 766135"/>
                  <a:gd name="connsiteX679" fmla="*/ 905831 w 1005418"/>
                  <a:gd name="connsiteY679" fmla="*/ 324351 h 766135"/>
                  <a:gd name="connsiteX680" fmla="*/ 83286 w 1005418"/>
                  <a:gd name="connsiteY680" fmla="*/ 320600 h 766135"/>
                  <a:gd name="connsiteX681" fmla="*/ 99780 w 1005418"/>
                  <a:gd name="connsiteY681" fmla="*/ 324346 h 766135"/>
                  <a:gd name="connsiteX682" fmla="*/ 99560 w 1005418"/>
                  <a:gd name="connsiteY682" fmla="*/ 325888 h 766135"/>
                  <a:gd name="connsiteX683" fmla="*/ 99340 w 1005418"/>
                  <a:gd name="connsiteY683" fmla="*/ 328312 h 766135"/>
                  <a:gd name="connsiteX684" fmla="*/ 98681 w 1005418"/>
                  <a:gd name="connsiteY684" fmla="*/ 331838 h 766135"/>
                  <a:gd name="connsiteX685" fmla="*/ 98241 w 1005418"/>
                  <a:gd name="connsiteY685" fmla="*/ 336465 h 766135"/>
                  <a:gd name="connsiteX686" fmla="*/ 97581 w 1005418"/>
                  <a:gd name="connsiteY686" fmla="*/ 341973 h 766135"/>
                  <a:gd name="connsiteX687" fmla="*/ 97581 w 1005418"/>
                  <a:gd name="connsiteY687" fmla="*/ 348363 h 766135"/>
                  <a:gd name="connsiteX688" fmla="*/ 97581 w 1005418"/>
                  <a:gd name="connsiteY688" fmla="*/ 355855 h 766135"/>
                  <a:gd name="connsiteX689" fmla="*/ 98021 w 1005418"/>
                  <a:gd name="connsiteY689" fmla="*/ 363787 h 766135"/>
                  <a:gd name="connsiteX690" fmla="*/ 98901 w 1005418"/>
                  <a:gd name="connsiteY690" fmla="*/ 372822 h 766135"/>
                  <a:gd name="connsiteX691" fmla="*/ 100220 w 1005418"/>
                  <a:gd name="connsiteY691" fmla="*/ 382296 h 766135"/>
                  <a:gd name="connsiteX692" fmla="*/ 102419 w 1005418"/>
                  <a:gd name="connsiteY692" fmla="*/ 392873 h 766135"/>
                  <a:gd name="connsiteX693" fmla="*/ 104838 w 1005418"/>
                  <a:gd name="connsiteY693" fmla="*/ 403670 h 766135"/>
                  <a:gd name="connsiteX694" fmla="*/ 108357 w 1005418"/>
                  <a:gd name="connsiteY694" fmla="*/ 415348 h 766135"/>
                  <a:gd name="connsiteX695" fmla="*/ 112536 w 1005418"/>
                  <a:gd name="connsiteY695" fmla="*/ 427467 h 766135"/>
                  <a:gd name="connsiteX696" fmla="*/ 117814 w 1005418"/>
                  <a:gd name="connsiteY696" fmla="*/ 439586 h 766135"/>
                  <a:gd name="connsiteX697" fmla="*/ 124192 w 1005418"/>
                  <a:gd name="connsiteY697" fmla="*/ 452586 h 766135"/>
                  <a:gd name="connsiteX698" fmla="*/ 131669 w 1005418"/>
                  <a:gd name="connsiteY698" fmla="*/ 465807 h 766135"/>
                  <a:gd name="connsiteX699" fmla="*/ 140246 w 1005418"/>
                  <a:gd name="connsiteY699" fmla="*/ 479248 h 766135"/>
                  <a:gd name="connsiteX700" fmla="*/ 149922 w 1005418"/>
                  <a:gd name="connsiteY700" fmla="*/ 493129 h 766135"/>
                  <a:gd name="connsiteX701" fmla="*/ 161358 w 1005418"/>
                  <a:gd name="connsiteY701" fmla="*/ 507011 h 766135"/>
                  <a:gd name="connsiteX702" fmla="*/ 174114 w 1005418"/>
                  <a:gd name="connsiteY702" fmla="*/ 521113 h 766135"/>
                  <a:gd name="connsiteX703" fmla="*/ 188409 w 1005418"/>
                  <a:gd name="connsiteY703" fmla="*/ 535215 h 766135"/>
                  <a:gd name="connsiteX704" fmla="*/ 204243 w 1005418"/>
                  <a:gd name="connsiteY704" fmla="*/ 549537 h 766135"/>
                  <a:gd name="connsiteX705" fmla="*/ 221837 w 1005418"/>
                  <a:gd name="connsiteY705" fmla="*/ 563639 h 766135"/>
                  <a:gd name="connsiteX706" fmla="*/ 241410 w 1005418"/>
                  <a:gd name="connsiteY706" fmla="*/ 577741 h 766135"/>
                  <a:gd name="connsiteX707" fmla="*/ 262742 w 1005418"/>
                  <a:gd name="connsiteY707" fmla="*/ 592064 h 766135"/>
                  <a:gd name="connsiteX708" fmla="*/ 285834 w 1005418"/>
                  <a:gd name="connsiteY708" fmla="*/ 605945 h 766135"/>
                  <a:gd name="connsiteX709" fmla="*/ 311345 w 1005418"/>
                  <a:gd name="connsiteY709" fmla="*/ 619386 h 766135"/>
                  <a:gd name="connsiteX710" fmla="*/ 303428 w 1005418"/>
                  <a:gd name="connsiteY710" fmla="*/ 634590 h 766135"/>
                  <a:gd name="connsiteX711" fmla="*/ 277697 w 1005418"/>
                  <a:gd name="connsiteY711" fmla="*/ 620708 h 766135"/>
                  <a:gd name="connsiteX712" fmla="*/ 254165 w 1005418"/>
                  <a:gd name="connsiteY712" fmla="*/ 606386 h 766135"/>
                  <a:gd name="connsiteX713" fmla="*/ 232393 w 1005418"/>
                  <a:gd name="connsiteY713" fmla="*/ 592064 h 766135"/>
                  <a:gd name="connsiteX714" fmla="*/ 212380 w 1005418"/>
                  <a:gd name="connsiteY714" fmla="*/ 577521 h 766135"/>
                  <a:gd name="connsiteX715" fmla="*/ 194347 w 1005418"/>
                  <a:gd name="connsiteY715" fmla="*/ 562978 h 766135"/>
                  <a:gd name="connsiteX716" fmla="*/ 177852 w 1005418"/>
                  <a:gd name="connsiteY716" fmla="*/ 548215 h 766135"/>
                  <a:gd name="connsiteX717" fmla="*/ 163338 w 1005418"/>
                  <a:gd name="connsiteY717" fmla="*/ 533452 h 766135"/>
                  <a:gd name="connsiteX718" fmla="*/ 149922 w 1005418"/>
                  <a:gd name="connsiteY718" fmla="*/ 518910 h 766135"/>
                  <a:gd name="connsiteX719" fmla="*/ 138047 w 1005418"/>
                  <a:gd name="connsiteY719" fmla="*/ 504147 h 766135"/>
                  <a:gd name="connsiteX720" fmla="*/ 127930 w 1005418"/>
                  <a:gd name="connsiteY720" fmla="*/ 490045 h 766135"/>
                  <a:gd name="connsiteX721" fmla="*/ 118913 w 1005418"/>
                  <a:gd name="connsiteY721" fmla="*/ 475722 h 766135"/>
                  <a:gd name="connsiteX722" fmla="*/ 110996 w 1005418"/>
                  <a:gd name="connsiteY722" fmla="*/ 461841 h 766135"/>
                  <a:gd name="connsiteX723" fmla="*/ 104179 w 1005418"/>
                  <a:gd name="connsiteY723" fmla="*/ 448400 h 766135"/>
                  <a:gd name="connsiteX724" fmla="*/ 98681 w 1005418"/>
                  <a:gd name="connsiteY724" fmla="*/ 435179 h 766135"/>
                  <a:gd name="connsiteX725" fmla="*/ 94062 w 1005418"/>
                  <a:gd name="connsiteY725" fmla="*/ 422179 h 766135"/>
                  <a:gd name="connsiteX726" fmla="*/ 89884 w 1005418"/>
                  <a:gd name="connsiteY726" fmla="*/ 410060 h 766135"/>
                  <a:gd name="connsiteX727" fmla="*/ 87025 w 1005418"/>
                  <a:gd name="connsiteY727" fmla="*/ 398381 h 766135"/>
                  <a:gd name="connsiteX728" fmla="*/ 84606 w 1005418"/>
                  <a:gd name="connsiteY728" fmla="*/ 387364 h 766135"/>
                  <a:gd name="connsiteX729" fmla="*/ 83066 w 1005418"/>
                  <a:gd name="connsiteY729" fmla="*/ 376788 h 766135"/>
                  <a:gd name="connsiteX730" fmla="*/ 81747 w 1005418"/>
                  <a:gd name="connsiteY730" fmla="*/ 366872 h 766135"/>
                  <a:gd name="connsiteX731" fmla="*/ 81307 w 1005418"/>
                  <a:gd name="connsiteY731" fmla="*/ 358059 h 766135"/>
                  <a:gd name="connsiteX732" fmla="*/ 81307 w 1005418"/>
                  <a:gd name="connsiteY732" fmla="*/ 349906 h 766135"/>
                  <a:gd name="connsiteX733" fmla="*/ 81307 w 1005418"/>
                  <a:gd name="connsiteY733" fmla="*/ 342634 h 766135"/>
                  <a:gd name="connsiteX734" fmla="*/ 81527 w 1005418"/>
                  <a:gd name="connsiteY734" fmla="*/ 336465 h 766135"/>
                  <a:gd name="connsiteX735" fmla="*/ 81747 w 1005418"/>
                  <a:gd name="connsiteY735" fmla="*/ 330956 h 766135"/>
                  <a:gd name="connsiteX736" fmla="*/ 82406 w 1005418"/>
                  <a:gd name="connsiteY736" fmla="*/ 326770 h 766135"/>
                  <a:gd name="connsiteX737" fmla="*/ 82846 w 1005418"/>
                  <a:gd name="connsiteY737" fmla="*/ 323465 h 766135"/>
                  <a:gd name="connsiteX738" fmla="*/ 83066 w 1005418"/>
                  <a:gd name="connsiteY738" fmla="*/ 321702 h 766135"/>
                  <a:gd name="connsiteX739" fmla="*/ 8169 w 1005418"/>
                  <a:gd name="connsiteY739" fmla="*/ 284247 h 766135"/>
                  <a:gd name="connsiteX740" fmla="*/ 9053 w 1005418"/>
                  <a:gd name="connsiteY740" fmla="*/ 284688 h 766135"/>
                  <a:gd name="connsiteX741" fmla="*/ 11706 w 1005418"/>
                  <a:gd name="connsiteY741" fmla="*/ 285128 h 766135"/>
                  <a:gd name="connsiteX742" fmla="*/ 15464 w 1005418"/>
                  <a:gd name="connsiteY742" fmla="*/ 286450 h 766135"/>
                  <a:gd name="connsiteX743" fmla="*/ 20328 w 1005418"/>
                  <a:gd name="connsiteY743" fmla="*/ 288213 h 766135"/>
                  <a:gd name="connsiteX744" fmla="*/ 26076 w 1005418"/>
                  <a:gd name="connsiteY744" fmla="*/ 291078 h 766135"/>
                  <a:gd name="connsiteX745" fmla="*/ 32266 w 1005418"/>
                  <a:gd name="connsiteY745" fmla="*/ 294823 h 766135"/>
                  <a:gd name="connsiteX746" fmla="*/ 39120 w 1005418"/>
                  <a:gd name="connsiteY746" fmla="*/ 299010 h 766135"/>
                  <a:gd name="connsiteX747" fmla="*/ 45752 w 1005418"/>
                  <a:gd name="connsiteY747" fmla="*/ 304959 h 766135"/>
                  <a:gd name="connsiteX748" fmla="*/ 52606 w 1005418"/>
                  <a:gd name="connsiteY748" fmla="*/ 311790 h 766135"/>
                  <a:gd name="connsiteX749" fmla="*/ 58575 w 1005418"/>
                  <a:gd name="connsiteY749" fmla="*/ 320163 h 766135"/>
                  <a:gd name="connsiteX750" fmla="*/ 63439 w 1005418"/>
                  <a:gd name="connsiteY750" fmla="*/ 328977 h 766135"/>
                  <a:gd name="connsiteX751" fmla="*/ 66976 w 1005418"/>
                  <a:gd name="connsiteY751" fmla="*/ 337350 h 766135"/>
                  <a:gd name="connsiteX752" fmla="*/ 68745 w 1005418"/>
                  <a:gd name="connsiteY752" fmla="*/ 345723 h 766135"/>
                  <a:gd name="connsiteX753" fmla="*/ 69408 w 1005418"/>
                  <a:gd name="connsiteY753" fmla="*/ 352994 h 766135"/>
                  <a:gd name="connsiteX754" fmla="*/ 69408 w 1005418"/>
                  <a:gd name="connsiteY754" fmla="*/ 359825 h 766135"/>
                  <a:gd name="connsiteX755" fmla="*/ 68745 w 1005418"/>
                  <a:gd name="connsiteY755" fmla="*/ 365774 h 766135"/>
                  <a:gd name="connsiteX756" fmla="*/ 67639 w 1005418"/>
                  <a:gd name="connsiteY756" fmla="*/ 370621 h 766135"/>
                  <a:gd name="connsiteX757" fmla="*/ 66755 w 1005418"/>
                  <a:gd name="connsiteY757" fmla="*/ 374367 h 766135"/>
                  <a:gd name="connsiteX758" fmla="*/ 65650 w 1005418"/>
                  <a:gd name="connsiteY758" fmla="*/ 376571 h 766135"/>
                  <a:gd name="connsiteX759" fmla="*/ 65428 w 1005418"/>
                  <a:gd name="connsiteY759" fmla="*/ 377452 h 766135"/>
                  <a:gd name="connsiteX760" fmla="*/ 64544 w 1005418"/>
                  <a:gd name="connsiteY760" fmla="*/ 377452 h 766135"/>
                  <a:gd name="connsiteX761" fmla="*/ 61891 w 1005418"/>
                  <a:gd name="connsiteY761" fmla="*/ 376791 h 766135"/>
                  <a:gd name="connsiteX762" fmla="*/ 57912 w 1005418"/>
                  <a:gd name="connsiteY762" fmla="*/ 376130 h 766135"/>
                  <a:gd name="connsiteX763" fmla="*/ 52606 w 1005418"/>
                  <a:gd name="connsiteY763" fmla="*/ 374588 h 766135"/>
                  <a:gd name="connsiteX764" fmla="*/ 46637 w 1005418"/>
                  <a:gd name="connsiteY764" fmla="*/ 372384 h 766135"/>
                  <a:gd name="connsiteX765" fmla="*/ 39783 w 1005418"/>
                  <a:gd name="connsiteY765" fmla="*/ 369740 h 766135"/>
                  <a:gd name="connsiteX766" fmla="*/ 32930 w 1005418"/>
                  <a:gd name="connsiteY766" fmla="*/ 365774 h 766135"/>
                  <a:gd name="connsiteX767" fmla="*/ 26076 w 1005418"/>
                  <a:gd name="connsiteY767" fmla="*/ 360486 h 766135"/>
                  <a:gd name="connsiteX768" fmla="*/ 19444 w 1005418"/>
                  <a:gd name="connsiteY768" fmla="*/ 353875 h 766135"/>
                  <a:gd name="connsiteX769" fmla="*/ 13253 w 1005418"/>
                  <a:gd name="connsiteY769" fmla="*/ 345943 h 766135"/>
                  <a:gd name="connsiteX770" fmla="*/ 8832 w 1005418"/>
                  <a:gd name="connsiteY770" fmla="*/ 338011 h 766135"/>
                  <a:gd name="connsiteX771" fmla="*/ 5737 w 1005418"/>
                  <a:gd name="connsiteY771" fmla="*/ 330299 h 766135"/>
                  <a:gd name="connsiteX772" fmla="*/ 4189 w 1005418"/>
                  <a:gd name="connsiteY772" fmla="*/ 322146 h 766135"/>
                  <a:gd name="connsiteX773" fmla="*/ 3305 w 1005418"/>
                  <a:gd name="connsiteY773" fmla="*/ 314875 h 766135"/>
                  <a:gd name="connsiteX774" fmla="*/ 3305 w 1005418"/>
                  <a:gd name="connsiteY774" fmla="*/ 307824 h 766135"/>
                  <a:gd name="connsiteX775" fmla="*/ 3747 w 1005418"/>
                  <a:gd name="connsiteY775" fmla="*/ 301213 h 766135"/>
                  <a:gd name="connsiteX776" fmla="*/ 5074 w 1005418"/>
                  <a:gd name="connsiteY776" fmla="*/ 295705 h 766135"/>
                  <a:gd name="connsiteX777" fmla="*/ 5958 w 1005418"/>
                  <a:gd name="connsiteY777" fmla="*/ 291078 h 766135"/>
                  <a:gd name="connsiteX778" fmla="*/ 7284 w 1005418"/>
                  <a:gd name="connsiteY778" fmla="*/ 287332 h 766135"/>
                  <a:gd name="connsiteX779" fmla="*/ 7948 w 1005418"/>
                  <a:gd name="connsiteY779" fmla="*/ 285128 h 766135"/>
                  <a:gd name="connsiteX780" fmla="*/ 997045 w 1005418"/>
                  <a:gd name="connsiteY780" fmla="*/ 284243 h 766135"/>
                  <a:gd name="connsiteX781" fmla="*/ 997266 w 1005418"/>
                  <a:gd name="connsiteY781" fmla="*/ 285128 h 766135"/>
                  <a:gd name="connsiteX782" fmla="*/ 998367 w 1005418"/>
                  <a:gd name="connsiteY782" fmla="*/ 287342 h 766135"/>
                  <a:gd name="connsiteX783" fmla="*/ 999249 w 1005418"/>
                  <a:gd name="connsiteY783" fmla="*/ 290663 h 766135"/>
                  <a:gd name="connsiteX784" fmla="*/ 1000571 w 1005418"/>
                  <a:gd name="connsiteY784" fmla="*/ 295312 h 766135"/>
                  <a:gd name="connsiteX785" fmla="*/ 1001452 w 1005418"/>
                  <a:gd name="connsiteY785" fmla="*/ 301290 h 766135"/>
                  <a:gd name="connsiteX786" fmla="*/ 1002113 w 1005418"/>
                  <a:gd name="connsiteY786" fmla="*/ 307489 h 766135"/>
                  <a:gd name="connsiteX787" fmla="*/ 1002113 w 1005418"/>
                  <a:gd name="connsiteY787" fmla="*/ 314573 h 766135"/>
                  <a:gd name="connsiteX788" fmla="*/ 1001452 w 1005418"/>
                  <a:gd name="connsiteY788" fmla="*/ 322322 h 766135"/>
                  <a:gd name="connsiteX789" fmla="*/ 999469 w 1005418"/>
                  <a:gd name="connsiteY789" fmla="*/ 330071 h 766135"/>
                  <a:gd name="connsiteX790" fmla="*/ 996384 w 1005418"/>
                  <a:gd name="connsiteY790" fmla="*/ 338041 h 766135"/>
                  <a:gd name="connsiteX791" fmla="*/ 991977 w 1005418"/>
                  <a:gd name="connsiteY791" fmla="*/ 346232 h 766135"/>
                  <a:gd name="connsiteX792" fmla="*/ 985808 w 1005418"/>
                  <a:gd name="connsiteY792" fmla="*/ 353759 h 766135"/>
                  <a:gd name="connsiteX793" fmla="*/ 979197 w 1005418"/>
                  <a:gd name="connsiteY793" fmla="*/ 360401 h 766135"/>
                  <a:gd name="connsiteX794" fmla="*/ 972367 w 1005418"/>
                  <a:gd name="connsiteY794" fmla="*/ 365714 h 766135"/>
                  <a:gd name="connsiteX795" fmla="*/ 965536 w 1005418"/>
                  <a:gd name="connsiteY795" fmla="*/ 369699 h 766135"/>
                  <a:gd name="connsiteX796" fmla="*/ 959146 w 1005418"/>
                  <a:gd name="connsiteY796" fmla="*/ 372799 h 766135"/>
                  <a:gd name="connsiteX797" fmla="*/ 952756 w 1005418"/>
                  <a:gd name="connsiteY797" fmla="*/ 375013 h 766135"/>
                  <a:gd name="connsiteX798" fmla="*/ 947468 w 1005418"/>
                  <a:gd name="connsiteY798" fmla="*/ 376120 h 766135"/>
                  <a:gd name="connsiteX799" fmla="*/ 943502 w 1005418"/>
                  <a:gd name="connsiteY799" fmla="*/ 377005 h 766135"/>
                  <a:gd name="connsiteX800" fmla="*/ 941078 w 1005418"/>
                  <a:gd name="connsiteY800" fmla="*/ 377448 h 766135"/>
                  <a:gd name="connsiteX801" fmla="*/ 939976 w 1005418"/>
                  <a:gd name="connsiteY801" fmla="*/ 377448 h 766135"/>
                  <a:gd name="connsiteX802" fmla="*/ 939756 w 1005418"/>
                  <a:gd name="connsiteY802" fmla="*/ 376784 h 766135"/>
                  <a:gd name="connsiteX803" fmla="*/ 938875 w 1005418"/>
                  <a:gd name="connsiteY803" fmla="*/ 374349 h 766135"/>
                  <a:gd name="connsiteX804" fmla="*/ 937773 w 1005418"/>
                  <a:gd name="connsiteY804" fmla="*/ 370585 h 766135"/>
                  <a:gd name="connsiteX805" fmla="*/ 936671 w 1005418"/>
                  <a:gd name="connsiteY805" fmla="*/ 365936 h 766135"/>
                  <a:gd name="connsiteX806" fmla="*/ 936010 w 1005418"/>
                  <a:gd name="connsiteY806" fmla="*/ 359958 h 766135"/>
                  <a:gd name="connsiteX807" fmla="*/ 936010 w 1005418"/>
                  <a:gd name="connsiteY807" fmla="*/ 352874 h 766135"/>
                  <a:gd name="connsiteX808" fmla="*/ 936671 w 1005418"/>
                  <a:gd name="connsiteY808" fmla="*/ 345568 h 766135"/>
                  <a:gd name="connsiteX809" fmla="*/ 938434 w 1005418"/>
                  <a:gd name="connsiteY809" fmla="*/ 337377 h 766135"/>
                  <a:gd name="connsiteX810" fmla="*/ 941959 w 1005418"/>
                  <a:gd name="connsiteY810" fmla="*/ 328742 h 766135"/>
                  <a:gd name="connsiteX811" fmla="*/ 946807 w 1005418"/>
                  <a:gd name="connsiteY811" fmla="*/ 319887 h 766135"/>
                  <a:gd name="connsiteX812" fmla="*/ 953197 w 1005418"/>
                  <a:gd name="connsiteY812" fmla="*/ 311695 h 766135"/>
                  <a:gd name="connsiteX813" fmla="*/ 959587 w 1005418"/>
                  <a:gd name="connsiteY813" fmla="*/ 304832 h 766135"/>
                  <a:gd name="connsiteX814" fmla="*/ 966197 w 1005418"/>
                  <a:gd name="connsiteY814" fmla="*/ 299076 h 766135"/>
                  <a:gd name="connsiteX815" fmla="*/ 973028 w 1005418"/>
                  <a:gd name="connsiteY815" fmla="*/ 294427 h 766135"/>
                  <a:gd name="connsiteX816" fmla="*/ 979197 w 1005418"/>
                  <a:gd name="connsiteY816" fmla="*/ 290885 h 766135"/>
                  <a:gd name="connsiteX817" fmla="*/ 985147 w 1005418"/>
                  <a:gd name="connsiteY817" fmla="*/ 288228 h 766135"/>
                  <a:gd name="connsiteX818" fmla="*/ 989994 w 1005418"/>
                  <a:gd name="connsiteY818" fmla="*/ 286235 h 766135"/>
                  <a:gd name="connsiteX819" fmla="*/ 993960 w 1005418"/>
                  <a:gd name="connsiteY819" fmla="*/ 285128 h 766135"/>
                  <a:gd name="connsiteX820" fmla="*/ 996384 w 1005418"/>
                  <a:gd name="connsiteY820" fmla="*/ 284464 h 766135"/>
                  <a:gd name="connsiteX821" fmla="*/ 153529 w 1005418"/>
                  <a:gd name="connsiteY821" fmla="*/ 278298 h 766135"/>
                  <a:gd name="connsiteX822" fmla="*/ 153750 w 1005418"/>
                  <a:gd name="connsiteY822" fmla="*/ 278740 h 766135"/>
                  <a:gd name="connsiteX823" fmla="*/ 155298 w 1005418"/>
                  <a:gd name="connsiteY823" fmla="*/ 280948 h 766135"/>
                  <a:gd name="connsiteX824" fmla="*/ 157289 w 1005418"/>
                  <a:gd name="connsiteY824" fmla="*/ 284039 h 766135"/>
                  <a:gd name="connsiteX825" fmla="*/ 159501 w 1005418"/>
                  <a:gd name="connsiteY825" fmla="*/ 288455 h 766135"/>
                  <a:gd name="connsiteX826" fmla="*/ 161713 w 1005418"/>
                  <a:gd name="connsiteY826" fmla="*/ 293755 h 766135"/>
                  <a:gd name="connsiteX827" fmla="*/ 163925 w 1005418"/>
                  <a:gd name="connsiteY827" fmla="*/ 299938 h 766135"/>
                  <a:gd name="connsiteX828" fmla="*/ 165473 w 1005418"/>
                  <a:gd name="connsiteY828" fmla="*/ 306562 h 766135"/>
                  <a:gd name="connsiteX829" fmla="*/ 166579 w 1005418"/>
                  <a:gd name="connsiteY829" fmla="*/ 314070 h 766135"/>
                  <a:gd name="connsiteX830" fmla="*/ 166579 w 1005418"/>
                  <a:gd name="connsiteY830" fmla="*/ 322019 h 766135"/>
                  <a:gd name="connsiteX831" fmla="*/ 165694 w 1005418"/>
                  <a:gd name="connsiteY831" fmla="*/ 330852 h 766135"/>
                  <a:gd name="connsiteX832" fmla="*/ 163482 w 1005418"/>
                  <a:gd name="connsiteY832" fmla="*/ 339463 h 766135"/>
                  <a:gd name="connsiteX833" fmla="*/ 159722 w 1005418"/>
                  <a:gd name="connsiteY833" fmla="*/ 347854 h 766135"/>
                  <a:gd name="connsiteX834" fmla="*/ 155298 w 1005418"/>
                  <a:gd name="connsiteY834" fmla="*/ 355141 h 766135"/>
                  <a:gd name="connsiteX835" fmla="*/ 150432 w 1005418"/>
                  <a:gd name="connsiteY835" fmla="*/ 361324 h 766135"/>
                  <a:gd name="connsiteX836" fmla="*/ 145345 w 1005418"/>
                  <a:gd name="connsiteY836" fmla="*/ 366623 h 766135"/>
                  <a:gd name="connsiteX837" fmla="*/ 140036 w 1005418"/>
                  <a:gd name="connsiteY837" fmla="*/ 371260 h 766135"/>
                  <a:gd name="connsiteX838" fmla="*/ 134728 w 1005418"/>
                  <a:gd name="connsiteY838" fmla="*/ 374572 h 766135"/>
                  <a:gd name="connsiteX839" fmla="*/ 130083 w 1005418"/>
                  <a:gd name="connsiteY839" fmla="*/ 377443 h 766135"/>
                  <a:gd name="connsiteX840" fmla="*/ 126101 w 1005418"/>
                  <a:gd name="connsiteY840" fmla="*/ 379651 h 766135"/>
                  <a:gd name="connsiteX841" fmla="*/ 122784 w 1005418"/>
                  <a:gd name="connsiteY841" fmla="*/ 381197 h 766135"/>
                  <a:gd name="connsiteX842" fmla="*/ 121014 w 1005418"/>
                  <a:gd name="connsiteY842" fmla="*/ 381638 h 766135"/>
                  <a:gd name="connsiteX843" fmla="*/ 120129 w 1005418"/>
                  <a:gd name="connsiteY843" fmla="*/ 382080 h 766135"/>
                  <a:gd name="connsiteX844" fmla="*/ 119687 w 1005418"/>
                  <a:gd name="connsiteY844" fmla="*/ 381418 h 766135"/>
                  <a:gd name="connsiteX845" fmla="*/ 118581 w 1005418"/>
                  <a:gd name="connsiteY845" fmla="*/ 379872 h 766135"/>
                  <a:gd name="connsiteX846" fmla="*/ 117033 w 1005418"/>
                  <a:gd name="connsiteY846" fmla="*/ 377001 h 766135"/>
                  <a:gd name="connsiteX847" fmla="*/ 115042 w 1005418"/>
                  <a:gd name="connsiteY847" fmla="*/ 373468 h 766135"/>
                  <a:gd name="connsiteX848" fmla="*/ 112830 w 1005418"/>
                  <a:gd name="connsiteY848" fmla="*/ 368831 h 766135"/>
                  <a:gd name="connsiteX849" fmla="*/ 111282 w 1005418"/>
                  <a:gd name="connsiteY849" fmla="*/ 363090 h 766135"/>
                  <a:gd name="connsiteX850" fmla="*/ 109733 w 1005418"/>
                  <a:gd name="connsiteY850" fmla="*/ 356687 h 766135"/>
                  <a:gd name="connsiteX851" fmla="*/ 109070 w 1005418"/>
                  <a:gd name="connsiteY851" fmla="*/ 349621 h 766135"/>
                  <a:gd name="connsiteX852" fmla="*/ 109070 w 1005418"/>
                  <a:gd name="connsiteY852" fmla="*/ 341892 h 766135"/>
                  <a:gd name="connsiteX853" fmla="*/ 110397 w 1005418"/>
                  <a:gd name="connsiteY853" fmla="*/ 333501 h 766135"/>
                  <a:gd name="connsiteX854" fmla="*/ 112830 w 1005418"/>
                  <a:gd name="connsiteY854" fmla="*/ 324669 h 766135"/>
                  <a:gd name="connsiteX855" fmla="*/ 117033 w 1005418"/>
                  <a:gd name="connsiteY855" fmla="*/ 315394 h 766135"/>
                  <a:gd name="connsiteX856" fmla="*/ 121899 w 1005418"/>
                  <a:gd name="connsiteY856" fmla="*/ 307004 h 766135"/>
                  <a:gd name="connsiteX857" fmla="*/ 126986 w 1005418"/>
                  <a:gd name="connsiteY857" fmla="*/ 299938 h 766135"/>
                  <a:gd name="connsiteX858" fmla="*/ 132295 w 1005418"/>
                  <a:gd name="connsiteY858" fmla="*/ 293976 h 766135"/>
                  <a:gd name="connsiteX859" fmla="*/ 137603 w 1005418"/>
                  <a:gd name="connsiteY859" fmla="*/ 289118 h 766135"/>
                  <a:gd name="connsiteX860" fmla="*/ 142469 w 1005418"/>
                  <a:gd name="connsiteY860" fmla="*/ 284922 h 766135"/>
                  <a:gd name="connsiteX861" fmla="*/ 146893 w 1005418"/>
                  <a:gd name="connsiteY861" fmla="*/ 281831 h 766135"/>
                  <a:gd name="connsiteX862" fmla="*/ 150432 w 1005418"/>
                  <a:gd name="connsiteY862" fmla="*/ 279844 h 766135"/>
                  <a:gd name="connsiteX863" fmla="*/ 152644 w 1005418"/>
                  <a:gd name="connsiteY863" fmla="*/ 278519 h 766135"/>
                  <a:gd name="connsiteX864" fmla="*/ 851889 w 1005418"/>
                  <a:gd name="connsiteY864" fmla="*/ 278294 h 766135"/>
                  <a:gd name="connsiteX865" fmla="*/ 852995 w 1005418"/>
                  <a:gd name="connsiteY865" fmla="*/ 278515 h 766135"/>
                  <a:gd name="connsiteX866" fmla="*/ 854986 w 1005418"/>
                  <a:gd name="connsiteY866" fmla="*/ 279840 h 766135"/>
                  <a:gd name="connsiteX867" fmla="*/ 858525 w 1005418"/>
                  <a:gd name="connsiteY867" fmla="*/ 282048 h 766135"/>
                  <a:gd name="connsiteX868" fmla="*/ 862949 w 1005418"/>
                  <a:gd name="connsiteY868" fmla="*/ 284698 h 766135"/>
                  <a:gd name="connsiteX869" fmla="*/ 867815 w 1005418"/>
                  <a:gd name="connsiteY869" fmla="*/ 288893 h 766135"/>
                  <a:gd name="connsiteX870" fmla="*/ 873123 w 1005418"/>
                  <a:gd name="connsiteY870" fmla="*/ 293751 h 766135"/>
                  <a:gd name="connsiteX871" fmla="*/ 878432 w 1005418"/>
                  <a:gd name="connsiteY871" fmla="*/ 299934 h 766135"/>
                  <a:gd name="connsiteX872" fmla="*/ 883740 w 1005418"/>
                  <a:gd name="connsiteY872" fmla="*/ 307000 h 766135"/>
                  <a:gd name="connsiteX873" fmla="*/ 888607 w 1005418"/>
                  <a:gd name="connsiteY873" fmla="*/ 315170 h 766135"/>
                  <a:gd name="connsiteX874" fmla="*/ 892588 w 1005418"/>
                  <a:gd name="connsiteY874" fmla="*/ 324665 h 766135"/>
                  <a:gd name="connsiteX875" fmla="*/ 895021 w 1005418"/>
                  <a:gd name="connsiteY875" fmla="*/ 333718 h 766135"/>
                  <a:gd name="connsiteX876" fmla="*/ 896348 w 1005418"/>
                  <a:gd name="connsiteY876" fmla="*/ 341888 h 766135"/>
                  <a:gd name="connsiteX877" fmla="*/ 896348 w 1005418"/>
                  <a:gd name="connsiteY877" fmla="*/ 349617 h 766135"/>
                  <a:gd name="connsiteX878" fmla="*/ 895685 w 1005418"/>
                  <a:gd name="connsiteY878" fmla="*/ 356683 h 766135"/>
                  <a:gd name="connsiteX879" fmla="*/ 894136 w 1005418"/>
                  <a:gd name="connsiteY879" fmla="*/ 362865 h 766135"/>
                  <a:gd name="connsiteX880" fmla="*/ 892588 w 1005418"/>
                  <a:gd name="connsiteY880" fmla="*/ 368606 h 766135"/>
                  <a:gd name="connsiteX881" fmla="*/ 890376 w 1005418"/>
                  <a:gd name="connsiteY881" fmla="*/ 373244 h 766135"/>
                  <a:gd name="connsiteX882" fmla="*/ 888607 w 1005418"/>
                  <a:gd name="connsiteY882" fmla="*/ 377218 h 766135"/>
                  <a:gd name="connsiteX883" fmla="*/ 887058 w 1005418"/>
                  <a:gd name="connsiteY883" fmla="*/ 379647 h 766135"/>
                  <a:gd name="connsiteX884" fmla="*/ 885731 w 1005418"/>
                  <a:gd name="connsiteY884" fmla="*/ 381414 h 766135"/>
                  <a:gd name="connsiteX885" fmla="*/ 885510 w 1005418"/>
                  <a:gd name="connsiteY885" fmla="*/ 382076 h 766135"/>
                  <a:gd name="connsiteX886" fmla="*/ 884846 w 1005418"/>
                  <a:gd name="connsiteY886" fmla="*/ 381855 h 766135"/>
                  <a:gd name="connsiteX887" fmla="*/ 882634 w 1005418"/>
                  <a:gd name="connsiteY887" fmla="*/ 380972 h 766135"/>
                  <a:gd name="connsiteX888" fmla="*/ 879538 w 1005418"/>
                  <a:gd name="connsiteY888" fmla="*/ 379647 h 766135"/>
                  <a:gd name="connsiteX889" fmla="*/ 875335 w 1005418"/>
                  <a:gd name="connsiteY889" fmla="*/ 377439 h 766135"/>
                  <a:gd name="connsiteX890" fmla="*/ 870690 w 1005418"/>
                  <a:gd name="connsiteY890" fmla="*/ 374789 h 766135"/>
                  <a:gd name="connsiteX891" fmla="*/ 865382 w 1005418"/>
                  <a:gd name="connsiteY891" fmla="*/ 371035 h 766135"/>
                  <a:gd name="connsiteX892" fmla="*/ 860294 w 1005418"/>
                  <a:gd name="connsiteY892" fmla="*/ 366619 h 766135"/>
                  <a:gd name="connsiteX893" fmla="*/ 854986 w 1005418"/>
                  <a:gd name="connsiteY893" fmla="*/ 361320 h 766135"/>
                  <a:gd name="connsiteX894" fmla="*/ 850120 w 1005418"/>
                  <a:gd name="connsiteY894" fmla="*/ 354916 h 766135"/>
                  <a:gd name="connsiteX895" fmla="*/ 845696 w 1005418"/>
                  <a:gd name="connsiteY895" fmla="*/ 347850 h 766135"/>
                  <a:gd name="connsiteX896" fmla="*/ 842157 w 1005418"/>
                  <a:gd name="connsiteY896" fmla="*/ 339238 h 766135"/>
                  <a:gd name="connsiteX897" fmla="*/ 839724 w 1005418"/>
                  <a:gd name="connsiteY897" fmla="*/ 330627 h 766135"/>
                  <a:gd name="connsiteX898" fmla="*/ 838839 w 1005418"/>
                  <a:gd name="connsiteY898" fmla="*/ 322236 h 766135"/>
                  <a:gd name="connsiteX899" fmla="*/ 838839 w 1005418"/>
                  <a:gd name="connsiteY899" fmla="*/ 314066 h 766135"/>
                  <a:gd name="connsiteX900" fmla="*/ 840166 w 1005418"/>
                  <a:gd name="connsiteY900" fmla="*/ 306337 h 766135"/>
                  <a:gd name="connsiteX901" fmla="*/ 841715 w 1005418"/>
                  <a:gd name="connsiteY901" fmla="*/ 299713 h 766135"/>
                  <a:gd name="connsiteX902" fmla="*/ 843926 w 1005418"/>
                  <a:gd name="connsiteY902" fmla="*/ 293530 h 766135"/>
                  <a:gd name="connsiteX903" fmla="*/ 845917 w 1005418"/>
                  <a:gd name="connsiteY903" fmla="*/ 288231 h 766135"/>
                  <a:gd name="connsiteX904" fmla="*/ 848129 w 1005418"/>
                  <a:gd name="connsiteY904" fmla="*/ 284256 h 766135"/>
                  <a:gd name="connsiteX905" fmla="*/ 850341 w 1005418"/>
                  <a:gd name="connsiteY905" fmla="*/ 280723 h 766135"/>
                  <a:gd name="connsiteX906" fmla="*/ 851668 w 1005418"/>
                  <a:gd name="connsiteY906" fmla="*/ 278956 h 766135"/>
                  <a:gd name="connsiteX907" fmla="*/ 96327 w 1005418"/>
                  <a:gd name="connsiteY907" fmla="*/ 196330 h 766135"/>
                  <a:gd name="connsiteX908" fmla="*/ 96993 w 1005418"/>
                  <a:gd name="connsiteY908" fmla="*/ 196988 h 766135"/>
                  <a:gd name="connsiteX909" fmla="*/ 98104 w 1005418"/>
                  <a:gd name="connsiteY909" fmla="*/ 198524 h 766135"/>
                  <a:gd name="connsiteX910" fmla="*/ 100326 w 1005418"/>
                  <a:gd name="connsiteY910" fmla="*/ 201377 h 766135"/>
                  <a:gd name="connsiteX911" fmla="*/ 102993 w 1005418"/>
                  <a:gd name="connsiteY911" fmla="*/ 204669 h 766135"/>
                  <a:gd name="connsiteX912" fmla="*/ 105659 w 1005418"/>
                  <a:gd name="connsiteY912" fmla="*/ 209278 h 766135"/>
                  <a:gd name="connsiteX913" fmla="*/ 108770 w 1005418"/>
                  <a:gd name="connsiteY913" fmla="*/ 214544 h 766135"/>
                  <a:gd name="connsiteX914" fmla="*/ 111658 w 1005418"/>
                  <a:gd name="connsiteY914" fmla="*/ 220689 h 766135"/>
                  <a:gd name="connsiteX915" fmla="*/ 114102 w 1005418"/>
                  <a:gd name="connsiteY915" fmla="*/ 227711 h 766135"/>
                  <a:gd name="connsiteX916" fmla="*/ 116324 w 1005418"/>
                  <a:gd name="connsiteY916" fmla="*/ 235831 h 766135"/>
                  <a:gd name="connsiteX917" fmla="*/ 117657 w 1005418"/>
                  <a:gd name="connsiteY917" fmla="*/ 244390 h 766135"/>
                  <a:gd name="connsiteX918" fmla="*/ 118324 w 1005418"/>
                  <a:gd name="connsiteY918" fmla="*/ 253607 h 766135"/>
                  <a:gd name="connsiteX919" fmla="*/ 117657 w 1005418"/>
                  <a:gd name="connsiteY919" fmla="*/ 262824 h 766135"/>
                  <a:gd name="connsiteX920" fmla="*/ 115658 w 1005418"/>
                  <a:gd name="connsiteY920" fmla="*/ 270943 h 766135"/>
                  <a:gd name="connsiteX921" fmla="*/ 113213 w 1005418"/>
                  <a:gd name="connsiteY921" fmla="*/ 278185 h 766135"/>
                  <a:gd name="connsiteX922" fmla="*/ 110103 w 1005418"/>
                  <a:gd name="connsiteY922" fmla="*/ 284549 h 766135"/>
                  <a:gd name="connsiteX923" fmla="*/ 106548 w 1005418"/>
                  <a:gd name="connsiteY923" fmla="*/ 290036 h 766135"/>
                  <a:gd name="connsiteX924" fmla="*/ 102993 w 1005418"/>
                  <a:gd name="connsiteY924" fmla="*/ 294644 h 766135"/>
                  <a:gd name="connsiteX925" fmla="*/ 99437 w 1005418"/>
                  <a:gd name="connsiteY925" fmla="*/ 298375 h 766135"/>
                  <a:gd name="connsiteX926" fmla="*/ 96327 w 1005418"/>
                  <a:gd name="connsiteY926" fmla="*/ 301228 h 766135"/>
                  <a:gd name="connsiteX927" fmla="*/ 93883 w 1005418"/>
                  <a:gd name="connsiteY927" fmla="*/ 303203 h 766135"/>
                  <a:gd name="connsiteX928" fmla="*/ 92105 w 1005418"/>
                  <a:gd name="connsiteY928" fmla="*/ 304519 h 766135"/>
                  <a:gd name="connsiteX929" fmla="*/ 91661 w 1005418"/>
                  <a:gd name="connsiteY929" fmla="*/ 304739 h 766135"/>
                  <a:gd name="connsiteX930" fmla="*/ 90994 w 1005418"/>
                  <a:gd name="connsiteY930" fmla="*/ 304300 h 766135"/>
                  <a:gd name="connsiteX931" fmla="*/ 89439 w 1005418"/>
                  <a:gd name="connsiteY931" fmla="*/ 302983 h 766135"/>
                  <a:gd name="connsiteX932" fmla="*/ 86772 w 1005418"/>
                  <a:gd name="connsiteY932" fmla="*/ 300569 h 766135"/>
                  <a:gd name="connsiteX933" fmla="*/ 83662 w 1005418"/>
                  <a:gd name="connsiteY933" fmla="*/ 297058 h 766135"/>
                  <a:gd name="connsiteX934" fmla="*/ 80329 w 1005418"/>
                  <a:gd name="connsiteY934" fmla="*/ 292889 h 766135"/>
                  <a:gd name="connsiteX935" fmla="*/ 76552 w 1005418"/>
                  <a:gd name="connsiteY935" fmla="*/ 287841 h 766135"/>
                  <a:gd name="connsiteX936" fmla="*/ 72996 w 1005418"/>
                  <a:gd name="connsiteY936" fmla="*/ 282135 h 766135"/>
                  <a:gd name="connsiteX937" fmla="*/ 70108 w 1005418"/>
                  <a:gd name="connsiteY937" fmla="*/ 275332 h 766135"/>
                  <a:gd name="connsiteX938" fmla="*/ 67664 w 1005418"/>
                  <a:gd name="connsiteY938" fmla="*/ 267652 h 766135"/>
                  <a:gd name="connsiteX939" fmla="*/ 66108 w 1005418"/>
                  <a:gd name="connsiteY939" fmla="*/ 259312 h 766135"/>
                  <a:gd name="connsiteX940" fmla="*/ 65442 w 1005418"/>
                  <a:gd name="connsiteY940" fmla="*/ 250534 h 766135"/>
                  <a:gd name="connsiteX941" fmla="*/ 66553 w 1005418"/>
                  <a:gd name="connsiteY941" fmla="*/ 241317 h 766135"/>
                  <a:gd name="connsiteX942" fmla="*/ 68330 w 1005418"/>
                  <a:gd name="connsiteY942" fmla="*/ 233198 h 766135"/>
                  <a:gd name="connsiteX943" fmla="*/ 71219 w 1005418"/>
                  <a:gd name="connsiteY943" fmla="*/ 225517 h 766135"/>
                  <a:gd name="connsiteX944" fmla="*/ 74996 w 1005418"/>
                  <a:gd name="connsiteY944" fmla="*/ 218933 h 766135"/>
                  <a:gd name="connsiteX945" fmla="*/ 78996 w 1005418"/>
                  <a:gd name="connsiteY945" fmla="*/ 213008 h 766135"/>
                  <a:gd name="connsiteX946" fmla="*/ 82995 w 1005418"/>
                  <a:gd name="connsiteY946" fmla="*/ 208180 h 766135"/>
                  <a:gd name="connsiteX947" fmla="*/ 87217 w 1005418"/>
                  <a:gd name="connsiteY947" fmla="*/ 204011 h 766135"/>
                  <a:gd name="connsiteX948" fmla="*/ 90550 w 1005418"/>
                  <a:gd name="connsiteY948" fmla="*/ 200719 h 766135"/>
                  <a:gd name="connsiteX949" fmla="*/ 93438 w 1005418"/>
                  <a:gd name="connsiteY949" fmla="*/ 198524 h 766135"/>
                  <a:gd name="connsiteX950" fmla="*/ 95660 w 1005418"/>
                  <a:gd name="connsiteY950" fmla="*/ 196988 h 766135"/>
                  <a:gd name="connsiteX951" fmla="*/ 909091 w 1005418"/>
                  <a:gd name="connsiteY951" fmla="*/ 196326 h 766135"/>
                  <a:gd name="connsiteX952" fmla="*/ 909758 w 1005418"/>
                  <a:gd name="connsiteY952" fmla="*/ 196546 h 766135"/>
                  <a:gd name="connsiteX953" fmla="*/ 911980 w 1005418"/>
                  <a:gd name="connsiteY953" fmla="*/ 198089 h 766135"/>
                  <a:gd name="connsiteX954" fmla="*/ 914868 w 1005418"/>
                  <a:gd name="connsiteY954" fmla="*/ 200512 h 766135"/>
                  <a:gd name="connsiteX955" fmla="*/ 918201 w 1005418"/>
                  <a:gd name="connsiteY955" fmla="*/ 203597 h 766135"/>
                  <a:gd name="connsiteX956" fmla="*/ 922423 w 1005418"/>
                  <a:gd name="connsiteY956" fmla="*/ 208004 h 766135"/>
                  <a:gd name="connsiteX957" fmla="*/ 926422 w 1005418"/>
                  <a:gd name="connsiteY957" fmla="*/ 212852 h 766135"/>
                  <a:gd name="connsiteX958" fmla="*/ 930644 w 1005418"/>
                  <a:gd name="connsiteY958" fmla="*/ 218801 h 766135"/>
                  <a:gd name="connsiteX959" fmla="*/ 934199 w 1005418"/>
                  <a:gd name="connsiteY959" fmla="*/ 225632 h 766135"/>
                  <a:gd name="connsiteX960" fmla="*/ 937088 w 1005418"/>
                  <a:gd name="connsiteY960" fmla="*/ 232903 h 766135"/>
                  <a:gd name="connsiteX961" fmla="*/ 939087 w 1005418"/>
                  <a:gd name="connsiteY961" fmla="*/ 241276 h 766135"/>
                  <a:gd name="connsiteX962" fmla="*/ 939976 w 1005418"/>
                  <a:gd name="connsiteY962" fmla="*/ 250310 h 766135"/>
                  <a:gd name="connsiteX963" fmla="*/ 939310 w 1005418"/>
                  <a:gd name="connsiteY963" fmla="*/ 259565 h 766135"/>
                  <a:gd name="connsiteX964" fmla="*/ 937754 w 1005418"/>
                  <a:gd name="connsiteY964" fmla="*/ 267938 h 766135"/>
                  <a:gd name="connsiteX965" fmla="*/ 935532 w 1005418"/>
                  <a:gd name="connsiteY965" fmla="*/ 275209 h 766135"/>
                  <a:gd name="connsiteX966" fmla="*/ 932422 w 1005418"/>
                  <a:gd name="connsiteY966" fmla="*/ 282040 h 766135"/>
                  <a:gd name="connsiteX967" fmla="*/ 928866 w 1005418"/>
                  <a:gd name="connsiteY967" fmla="*/ 287768 h 766135"/>
                  <a:gd name="connsiteX968" fmla="*/ 925534 w 1005418"/>
                  <a:gd name="connsiteY968" fmla="*/ 293057 h 766135"/>
                  <a:gd name="connsiteX969" fmla="*/ 921978 w 1005418"/>
                  <a:gd name="connsiteY969" fmla="*/ 297023 h 766135"/>
                  <a:gd name="connsiteX970" fmla="*/ 918868 w 1005418"/>
                  <a:gd name="connsiteY970" fmla="*/ 300548 h 766135"/>
                  <a:gd name="connsiteX971" fmla="*/ 916424 w 1005418"/>
                  <a:gd name="connsiteY971" fmla="*/ 302972 h 766135"/>
                  <a:gd name="connsiteX972" fmla="*/ 914868 w 1005418"/>
                  <a:gd name="connsiteY972" fmla="*/ 304515 h 766135"/>
                  <a:gd name="connsiteX973" fmla="*/ 914202 w 1005418"/>
                  <a:gd name="connsiteY973" fmla="*/ 304735 h 766135"/>
                  <a:gd name="connsiteX974" fmla="*/ 913535 w 1005418"/>
                  <a:gd name="connsiteY974" fmla="*/ 304515 h 766135"/>
                  <a:gd name="connsiteX975" fmla="*/ 911758 w 1005418"/>
                  <a:gd name="connsiteY975" fmla="*/ 303193 h 766135"/>
                  <a:gd name="connsiteX976" fmla="*/ 909091 w 1005418"/>
                  <a:gd name="connsiteY976" fmla="*/ 301430 h 766135"/>
                  <a:gd name="connsiteX977" fmla="*/ 905981 w 1005418"/>
                  <a:gd name="connsiteY977" fmla="*/ 298345 h 766135"/>
                  <a:gd name="connsiteX978" fmla="*/ 902648 w 1005418"/>
                  <a:gd name="connsiteY978" fmla="*/ 294599 h 766135"/>
                  <a:gd name="connsiteX979" fmla="*/ 899093 w 1005418"/>
                  <a:gd name="connsiteY979" fmla="*/ 289972 h 766135"/>
                  <a:gd name="connsiteX980" fmla="*/ 895315 w 1005418"/>
                  <a:gd name="connsiteY980" fmla="*/ 284684 h 766135"/>
                  <a:gd name="connsiteX981" fmla="*/ 892205 w 1005418"/>
                  <a:gd name="connsiteY981" fmla="*/ 278294 h 766135"/>
                  <a:gd name="connsiteX982" fmla="*/ 889760 w 1005418"/>
                  <a:gd name="connsiteY982" fmla="*/ 270802 h 766135"/>
                  <a:gd name="connsiteX983" fmla="*/ 888205 w 1005418"/>
                  <a:gd name="connsiteY983" fmla="*/ 262870 h 766135"/>
                  <a:gd name="connsiteX984" fmla="*/ 887094 w 1005418"/>
                  <a:gd name="connsiteY984" fmla="*/ 253615 h 766135"/>
                  <a:gd name="connsiteX985" fmla="*/ 887761 w 1005418"/>
                  <a:gd name="connsiteY985" fmla="*/ 244140 h 766135"/>
                  <a:gd name="connsiteX986" fmla="*/ 889094 w 1005418"/>
                  <a:gd name="connsiteY986" fmla="*/ 235547 h 766135"/>
                  <a:gd name="connsiteX987" fmla="*/ 891316 w 1005418"/>
                  <a:gd name="connsiteY987" fmla="*/ 227835 h 766135"/>
                  <a:gd name="connsiteX988" fmla="*/ 893760 w 1005418"/>
                  <a:gd name="connsiteY988" fmla="*/ 220564 h 766135"/>
                  <a:gd name="connsiteX989" fmla="*/ 896648 w 1005418"/>
                  <a:gd name="connsiteY989" fmla="*/ 214394 h 766135"/>
                  <a:gd name="connsiteX990" fmla="*/ 899759 w 1005418"/>
                  <a:gd name="connsiteY990" fmla="*/ 208886 h 766135"/>
                  <a:gd name="connsiteX991" fmla="*/ 902648 w 1005418"/>
                  <a:gd name="connsiteY991" fmla="*/ 204699 h 766135"/>
                  <a:gd name="connsiteX992" fmla="*/ 905092 w 1005418"/>
                  <a:gd name="connsiteY992" fmla="*/ 200953 h 766135"/>
                  <a:gd name="connsiteX993" fmla="*/ 907314 w 1005418"/>
                  <a:gd name="connsiteY993" fmla="*/ 198529 h 766135"/>
                  <a:gd name="connsiteX994" fmla="*/ 908869 w 1005418"/>
                  <a:gd name="connsiteY994" fmla="*/ 196987 h 766135"/>
                  <a:gd name="connsiteX995" fmla="*/ 753969 w 1005418"/>
                  <a:gd name="connsiteY995" fmla="*/ 37238 h 766135"/>
                  <a:gd name="connsiteX996" fmla="*/ 752425 w 1005418"/>
                  <a:gd name="connsiteY996" fmla="*/ 48035 h 766135"/>
                  <a:gd name="connsiteX997" fmla="*/ 748677 w 1005418"/>
                  <a:gd name="connsiteY997" fmla="*/ 58611 h 766135"/>
                  <a:gd name="connsiteX998" fmla="*/ 743385 w 1005418"/>
                  <a:gd name="connsiteY998" fmla="*/ 68747 h 766135"/>
                  <a:gd name="connsiteX999" fmla="*/ 737211 w 1005418"/>
                  <a:gd name="connsiteY999" fmla="*/ 77120 h 766135"/>
                  <a:gd name="connsiteX1000" fmla="*/ 729934 w 1005418"/>
                  <a:gd name="connsiteY1000" fmla="*/ 84612 h 766135"/>
                  <a:gd name="connsiteX1001" fmla="*/ 721776 w 1005418"/>
                  <a:gd name="connsiteY1001" fmla="*/ 91002 h 766135"/>
                  <a:gd name="connsiteX1002" fmla="*/ 713397 w 1005418"/>
                  <a:gd name="connsiteY1002" fmla="*/ 96510 h 766135"/>
                  <a:gd name="connsiteX1003" fmla="*/ 705018 w 1005418"/>
                  <a:gd name="connsiteY1003" fmla="*/ 101578 h 766135"/>
                  <a:gd name="connsiteX1004" fmla="*/ 696860 w 1005418"/>
                  <a:gd name="connsiteY1004" fmla="*/ 105104 h 766135"/>
                  <a:gd name="connsiteX1005" fmla="*/ 689142 w 1005418"/>
                  <a:gd name="connsiteY1005" fmla="*/ 108189 h 766135"/>
                  <a:gd name="connsiteX1006" fmla="*/ 681866 w 1005418"/>
                  <a:gd name="connsiteY1006" fmla="*/ 110612 h 766135"/>
                  <a:gd name="connsiteX1007" fmla="*/ 681866 w 1005418"/>
                  <a:gd name="connsiteY1007" fmla="*/ 125155 h 766135"/>
                  <a:gd name="connsiteX1008" fmla="*/ 656068 w 1005418"/>
                  <a:gd name="connsiteY1008" fmla="*/ 125155 h 766135"/>
                  <a:gd name="connsiteX1009" fmla="*/ 652319 w 1005418"/>
                  <a:gd name="connsiteY1009" fmla="*/ 145206 h 766135"/>
                  <a:gd name="connsiteX1010" fmla="*/ 647909 w 1005418"/>
                  <a:gd name="connsiteY1010" fmla="*/ 164156 h 766135"/>
                  <a:gd name="connsiteX1011" fmla="*/ 642397 w 1005418"/>
                  <a:gd name="connsiteY1011" fmla="*/ 182004 h 766135"/>
                  <a:gd name="connsiteX1012" fmla="*/ 636444 w 1005418"/>
                  <a:gd name="connsiteY1012" fmla="*/ 198970 h 766135"/>
                  <a:gd name="connsiteX1013" fmla="*/ 629608 w 1005418"/>
                  <a:gd name="connsiteY1013" fmla="*/ 214835 h 766135"/>
                  <a:gd name="connsiteX1014" fmla="*/ 622111 w 1005418"/>
                  <a:gd name="connsiteY1014" fmla="*/ 229818 h 766135"/>
                  <a:gd name="connsiteX1015" fmla="*/ 614394 w 1005418"/>
                  <a:gd name="connsiteY1015" fmla="*/ 243920 h 766135"/>
                  <a:gd name="connsiteX1016" fmla="*/ 606236 w 1005418"/>
                  <a:gd name="connsiteY1016" fmla="*/ 257141 h 766135"/>
                  <a:gd name="connsiteX1017" fmla="*/ 597857 w 1005418"/>
                  <a:gd name="connsiteY1017" fmla="*/ 269921 h 766135"/>
                  <a:gd name="connsiteX1018" fmla="*/ 589478 w 1005418"/>
                  <a:gd name="connsiteY1018" fmla="*/ 281599 h 766135"/>
                  <a:gd name="connsiteX1019" fmla="*/ 607779 w 1005418"/>
                  <a:gd name="connsiteY1019" fmla="*/ 282481 h 766135"/>
                  <a:gd name="connsiteX1020" fmla="*/ 625639 w 1005418"/>
                  <a:gd name="connsiteY1020" fmla="*/ 281819 h 766135"/>
                  <a:gd name="connsiteX1021" fmla="*/ 642177 w 1005418"/>
                  <a:gd name="connsiteY1021" fmla="*/ 279616 h 766135"/>
                  <a:gd name="connsiteX1022" fmla="*/ 658052 w 1005418"/>
                  <a:gd name="connsiteY1022" fmla="*/ 275870 h 766135"/>
                  <a:gd name="connsiteX1023" fmla="*/ 672826 w 1005418"/>
                  <a:gd name="connsiteY1023" fmla="*/ 271023 h 766135"/>
                  <a:gd name="connsiteX1024" fmla="*/ 686717 w 1005418"/>
                  <a:gd name="connsiteY1024" fmla="*/ 264192 h 766135"/>
                  <a:gd name="connsiteX1025" fmla="*/ 699726 w 1005418"/>
                  <a:gd name="connsiteY1025" fmla="*/ 256260 h 766135"/>
                  <a:gd name="connsiteX1026" fmla="*/ 711854 w 1005418"/>
                  <a:gd name="connsiteY1026" fmla="*/ 246344 h 766135"/>
                  <a:gd name="connsiteX1027" fmla="*/ 722438 w 1005418"/>
                  <a:gd name="connsiteY1027" fmla="*/ 235988 h 766135"/>
                  <a:gd name="connsiteX1028" fmla="*/ 731919 w 1005418"/>
                  <a:gd name="connsiteY1028" fmla="*/ 224530 h 766135"/>
                  <a:gd name="connsiteX1029" fmla="*/ 740298 w 1005418"/>
                  <a:gd name="connsiteY1029" fmla="*/ 212191 h 766135"/>
                  <a:gd name="connsiteX1030" fmla="*/ 747795 w 1005418"/>
                  <a:gd name="connsiteY1030" fmla="*/ 199191 h 766135"/>
                  <a:gd name="connsiteX1031" fmla="*/ 754189 w 1005418"/>
                  <a:gd name="connsiteY1031" fmla="*/ 185750 h 766135"/>
                  <a:gd name="connsiteX1032" fmla="*/ 759922 w 1005418"/>
                  <a:gd name="connsiteY1032" fmla="*/ 171868 h 766135"/>
                  <a:gd name="connsiteX1033" fmla="*/ 764552 w 1005418"/>
                  <a:gd name="connsiteY1033" fmla="*/ 157546 h 766135"/>
                  <a:gd name="connsiteX1034" fmla="*/ 768521 w 1005418"/>
                  <a:gd name="connsiteY1034" fmla="*/ 143444 h 766135"/>
                  <a:gd name="connsiteX1035" fmla="*/ 772049 w 1005418"/>
                  <a:gd name="connsiteY1035" fmla="*/ 129562 h 766135"/>
                  <a:gd name="connsiteX1036" fmla="*/ 774916 w 1005418"/>
                  <a:gd name="connsiteY1036" fmla="*/ 115680 h 766135"/>
                  <a:gd name="connsiteX1037" fmla="*/ 777121 w 1005418"/>
                  <a:gd name="connsiteY1037" fmla="*/ 102019 h 766135"/>
                  <a:gd name="connsiteX1038" fmla="*/ 778664 w 1005418"/>
                  <a:gd name="connsiteY1038" fmla="*/ 89239 h 766135"/>
                  <a:gd name="connsiteX1039" fmla="*/ 779767 w 1005418"/>
                  <a:gd name="connsiteY1039" fmla="*/ 76900 h 766135"/>
                  <a:gd name="connsiteX1040" fmla="*/ 780869 w 1005418"/>
                  <a:gd name="connsiteY1040" fmla="*/ 65442 h 766135"/>
                  <a:gd name="connsiteX1041" fmla="*/ 781310 w 1005418"/>
                  <a:gd name="connsiteY1041" fmla="*/ 54866 h 766135"/>
                  <a:gd name="connsiteX1042" fmla="*/ 781751 w 1005418"/>
                  <a:gd name="connsiteY1042" fmla="*/ 45391 h 766135"/>
                  <a:gd name="connsiteX1043" fmla="*/ 781751 w 1005418"/>
                  <a:gd name="connsiteY1043" fmla="*/ 37238 h 766135"/>
                  <a:gd name="connsiteX1044" fmla="*/ 223674 w 1005418"/>
                  <a:gd name="connsiteY1044" fmla="*/ 37018 h 766135"/>
                  <a:gd name="connsiteX1045" fmla="*/ 224115 w 1005418"/>
                  <a:gd name="connsiteY1045" fmla="*/ 44950 h 766135"/>
                  <a:gd name="connsiteX1046" fmla="*/ 224335 w 1005418"/>
                  <a:gd name="connsiteY1046" fmla="*/ 54645 h 766135"/>
                  <a:gd name="connsiteX1047" fmla="*/ 224776 w 1005418"/>
                  <a:gd name="connsiteY1047" fmla="*/ 65001 h 766135"/>
                  <a:gd name="connsiteX1048" fmla="*/ 225658 w 1005418"/>
                  <a:gd name="connsiteY1048" fmla="*/ 76459 h 766135"/>
                  <a:gd name="connsiteX1049" fmla="*/ 226981 w 1005418"/>
                  <a:gd name="connsiteY1049" fmla="*/ 88798 h 766135"/>
                  <a:gd name="connsiteX1050" fmla="*/ 228525 w 1005418"/>
                  <a:gd name="connsiteY1050" fmla="*/ 101799 h 766135"/>
                  <a:gd name="connsiteX1051" fmla="*/ 230730 w 1005418"/>
                  <a:gd name="connsiteY1051" fmla="*/ 115240 h 766135"/>
                  <a:gd name="connsiteX1052" fmla="*/ 233376 w 1005418"/>
                  <a:gd name="connsiteY1052" fmla="*/ 129121 h 766135"/>
                  <a:gd name="connsiteX1053" fmla="*/ 236904 w 1005418"/>
                  <a:gd name="connsiteY1053" fmla="*/ 143444 h 766135"/>
                  <a:gd name="connsiteX1054" fmla="*/ 240873 w 1005418"/>
                  <a:gd name="connsiteY1054" fmla="*/ 157546 h 766135"/>
                  <a:gd name="connsiteX1055" fmla="*/ 245944 w 1005418"/>
                  <a:gd name="connsiteY1055" fmla="*/ 171427 h 766135"/>
                  <a:gd name="connsiteX1056" fmla="*/ 251456 w 1005418"/>
                  <a:gd name="connsiteY1056" fmla="*/ 185309 h 766135"/>
                  <a:gd name="connsiteX1057" fmla="*/ 258071 w 1005418"/>
                  <a:gd name="connsiteY1057" fmla="*/ 198970 h 766135"/>
                  <a:gd name="connsiteX1058" fmla="*/ 265568 w 1005418"/>
                  <a:gd name="connsiteY1058" fmla="*/ 211750 h 766135"/>
                  <a:gd name="connsiteX1059" fmla="*/ 273947 w 1005418"/>
                  <a:gd name="connsiteY1059" fmla="*/ 224089 h 766135"/>
                  <a:gd name="connsiteX1060" fmla="*/ 283208 w 1005418"/>
                  <a:gd name="connsiteY1060" fmla="*/ 235988 h 766135"/>
                  <a:gd name="connsiteX1061" fmla="*/ 293792 w 1005418"/>
                  <a:gd name="connsiteY1061" fmla="*/ 246344 h 766135"/>
                  <a:gd name="connsiteX1062" fmla="*/ 304596 w 1005418"/>
                  <a:gd name="connsiteY1062" fmla="*/ 254938 h 766135"/>
                  <a:gd name="connsiteX1063" fmla="*/ 316062 w 1005418"/>
                  <a:gd name="connsiteY1063" fmla="*/ 262429 h 766135"/>
                  <a:gd name="connsiteX1064" fmla="*/ 328189 w 1005418"/>
                  <a:gd name="connsiteY1064" fmla="*/ 268599 h 766135"/>
                  <a:gd name="connsiteX1065" fmla="*/ 340978 w 1005418"/>
                  <a:gd name="connsiteY1065" fmla="*/ 273887 h 766135"/>
                  <a:gd name="connsiteX1066" fmla="*/ 354649 w 1005418"/>
                  <a:gd name="connsiteY1066" fmla="*/ 277413 h 766135"/>
                  <a:gd name="connsiteX1067" fmla="*/ 368981 w 1005418"/>
                  <a:gd name="connsiteY1067" fmla="*/ 280277 h 766135"/>
                  <a:gd name="connsiteX1068" fmla="*/ 383975 w 1005418"/>
                  <a:gd name="connsiteY1068" fmla="*/ 281819 h 766135"/>
                  <a:gd name="connsiteX1069" fmla="*/ 399851 w 1005418"/>
                  <a:gd name="connsiteY1069" fmla="*/ 282040 h 766135"/>
                  <a:gd name="connsiteX1070" fmla="*/ 416388 w 1005418"/>
                  <a:gd name="connsiteY1070" fmla="*/ 281599 h 766135"/>
                  <a:gd name="connsiteX1071" fmla="*/ 407568 w 1005418"/>
                  <a:gd name="connsiteY1071" fmla="*/ 269480 h 766135"/>
                  <a:gd name="connsiteX1072" fmla="*/ 399189 w 1005418"/>
                  <a:gd name="connsiteY1072" fmla="*/ 257141 h 766135"/>
                  <a:gd name="connsiteX1073" fmla="*/ 391251 w 1005418"/>
                  <a:gd name="connsiteY1073" fmla="*/ 243700 h 766135"/>
                  <a:gd name="connsiteX1074" fmla="*/ 383313 w 1005418"/>
                  <a:gd name="connsiteY1074" fmla="*/ 229818 h 766135"/>
                  <a:gd name="connsiteX1075" fmla="*/ 375817 w 1005418"/>
                  <a:gd name="connsiteY1075" fmla="*/ 214615 h 766135"/>
                  <a:gd name="connsiteX1076" fmla="*/ 369422 w 1005418"/>
                  <a:gd name="connsiteY1076" fmla="*/ 198530 h 766135"/>
                  <a:gd name="connsiteX1077" fmla="*/ 363028 w 1005418"/>
                  <a:gd name="connsiteY1077" fmla="*/ 182004 h 766135"/>
                  <a:gd name="connsiteX1078" fmla="*/ 357515 w 1005418"/>
                  <a:gd name="connsiteY1078" fmla="*/ 164156 h 766135"/>
                  <a:gd name="connsiteX1079" fmla="*/ 353105 w 1005418"/>
                  <a:gd name="connsiteY1079" fmla="*/ 145206 h 766135"/>
                  <a:gd name="connsiteX1080" fmla="*/ 349798 w 1005418"/>
                  <a:gd name="connsiteY1080" fmla="*/ 125155 h 766135"/>
                  <a:gd name="connsiteX1081" fmla="*/ 323559 w 1005418"/>
                  <a:gd name="connsiteY1081" fmla="*/ 125155 h 766135"/>
                  <a:gd name="connsiteX1082" fmla="*/ 323559 w 1005418"/>
                  <a:gd name="connsiteY1082" fmla="*/ 110612 h 766135"/>
                  <a:gd name="connsiteX1083" fmla="*/ 316282 w 1005418"/>
                  <a:gd name="connsiteY1083" fmla="*/ 108189 h 766135"/>
                  <a:gd name="connsiteX1084" fmla="*/ 308565 w 1005418"/>
                  <a:gd name="connsiteY1084" fmla="*/ 105104 h 766135"/>
                  <a:gd name="connsiteX1085" fmla="*/ 300407 w 1005418"/>
                  <a:gd name="connsiteY1085" fmla="*/ 101138 h 766135"/>
                  <a:gd name="connsiteX1086" fmla="*/ 292028 w 1005418"/>
                  <a:gd name="connsiteY1086" fmla="*/ 96510 h 766135"/>
                  <a:gd name="connsiteX1087" fmla="*/ 283649 w 1005418"/>
                  <a:gd name="connsiteY1087" fmla="*/ 91002 h 766135"/>
                  <a:gd name="connsiteX1088" fmla="*/ 275711 w 1005418"/>
                  <a:gd name="connsiteY1088" fmla="*/ 84612 h 766135"/>
                  <a:gd name="connsiteX1089" fmla="*/ 268435 w 1005418"/>
                  <a:gd name="connsiteY1089" fmla="*/ 77120 h 766135"/>
                  <a:gd name="connsiteX1090" fmla="*/ 262040 w 1005418"/>
                  <a:gd name="connsiteY1090" fmla="*/ 68527 h 766135"/>
                  <a:gd name="connsiteX1091" fmla="*/ 256748 w 1005418"/>
                  <a:gd name="connsiteY1091" fmla="*/ 58611 h 766135"/>
                  <a:gd name="connsiteX1092" fmla="*/ 253441 w 1005418"/>
                  <a:gd name="connsiteY1092" fmla="*/ 48035 h 766135"/>
                  <a:gd name="connsiteX1093" fmla="*/ 251456 w 1005418"/>
                  <a:gd name="connsiteY1093" fmla="*/ 37018 h 766135"/>
                  <a:gd name="connsiteX1094" fmla="*/ 187953 w 1005418"/>
                  <a:gd name="connsiteY1094" fmla="*/ 0 h 766135"/>
                  <a:gd name="connsiteX1095" fmla="*/ 295556 w 1005418"/>
                  <a:gd name="connsiteY1095" fmla="*/ 0 h 766135"/>
                  <a:gd name="connsiteX1096" fmla="*/ 290264 w 1005418"/>
                  <a:gd name="connsiteY1096" fmla="*/ 22916 h 766135"/>
                  <a:gd name="connsiteX1097" fmla="*/ 288941 w 1005418"/>
                  <a:gd name="connsiteY1097" fmla="*/ 29967 h 766135"/>
                  <a:gd name="connsiteX1098" fmla="*/ 289161 w 1005418"/>
                  <a:gd name="connsiteY1098" fmla="*/ 36797 h 766135"/>
                  <a:gd name="connsiteX1099" fmla="*/ 290705 w 1005418"/>
                  <a:gd name="connsiteY1099" fmla="*/ 42967 h 766135"/>
                  <a:gd name="connsiteX1100" fmla="*/ 293571 w 1005418"/>
                  <a:gd name="connsiteY1100" fmla="*/ 48696 h 766135"/>
                  <a:gd name="connsiteX1101" fmla="*/ 297981 w 1005418"/>
                  <a:gd name="connsiteY1101" fmla="*/ 54204 h 766135"/>
                  <a:gd name="connsiteX1102" fmla="*/ 303494 w 1005418"/>
                  <a:gd name="connsiteY1102" fmla="*/ 59493 h 766135"/>
                  <a:gd name="connsiteX1103" fmla="*/ 310109 w 1005418"/>
                  <a:gd name="connsiteY1103" fmla="*/ 63900 h 766135"/>
                  <a:gd name="connsiteX1104" fmla="*/ 316723 w 1005418"/>
                  <a:gd name="connsiteY1104" fmla="*/ 67866 h 766135"/>
                  <a:gd name="connsiteX1105" fmla="*/ 323559 w 1005418"/>
                  <a:gd name="connsiteY1105" fmla="*/ 70951 h 766135"/>
                  <a:gd name="connsiteX1106" fmla="*/ 329953 w 1005418"/>
                  <a:gd name="connsiteY1106" fmla="*/ 73815 h 766135"/>
                  <a:gd name="connsiteX1107" fmla="*/ 336348 w 1005418"/>
                  <a:gd name="connsiteY1107" fmla="*/ 75798 h 766135"/>
                  <a:gd name="connsiteX1108" fmla="*/ 341640 w 1005418"/>
                  <a:gd name="connsiteY1108" fmla="*/ 77341 h 766135"/>
                  <a:gd name="connsiteX1109" fmla="*/ 346049 w 1005418"/>
                  <a:gd name="connsiteY1109" fmla="*/ 78442 h 766135"/>
                  <a:gd name="connsiteX1110" fmla="*/ 346049 w 1005418"/>
                  <a:gd name="connsiteY1110" fmla="*/ 67866 h 766135"/>
                  <a:gd name="connsiteX1111" fmla="*/ 346049 w 1005418"/>
                  <a:gd name="connsiteY1111" fmla="*/ 57069 h 766135"/>
                  <a:gd name="connsiteX1112" fmla="*/ 320472 w 1005418"/>
                  <a:gd name="connsiteY1112" fmla="*/ 57069 h 766135"/>
                  <a:gd name="connsiteX1113" fmla="*/ 320472 w 1005418"/>
                  <a:gd name="connsiteY1113" fmla="*/ 27763 h 766135"/>
                  <a:gd name="connsiteX1114" fmla="*/ 502823 w 1005418"/>
                  <a:gd name="connsiteY1114" fmla="*/ 27763 h 766135"/>
                  <a:gd name="connsiteX1115" fmla="*/ 685173 w 1005418"/>
                  <a:gd name="connsiteY1115" fmla="*/ 27763 h 766135"/>
                  <a:gd name="connsiteX1116" fmla="*/ 685173 w 1005418"/>
                  <a:gd name="connsiteY1116" fmla="*/ 57289 h 766135"/>
                  <a:gd name="connsiteX1117" fmla="*/ 659596 w 1005418"/>
                  <a:gd name="connsiteY1117" fmla="*/ 57289 h 766135"/>
                  <a:gd name="connsiteX1118" fmla="*/ 659596 w 1005418"/>
                  <a:gd name="connsiteY1118" fmla="*/ 68086 h 766135"/>
                  <a:gd name="connsiteX1119" fmla="*/ 659596 w 1005418"/>
                  <a:gd name="connsiteY1119" fmla="*/ 78663 h 766135"/>
                  <a:gd name="connsiteX1120" fmla="*/ 659816 w 1005418"/>
                  <a:gd name="connsiteY1120" fmla="*/ 78663 h 766135"/>
                  <a:gd name="connsiteX1121" fmla="*/ 663785 w 1005418"/>
                  <a:gd name="connsiteY1121" fmla="*/ 77341 h 766135"/>
                  <a:gd name="connsiteX1122" fmla="*/ 669077 w 1005418"/>
                  <a:gd name="connsiteY1122" fmla="*/ 75798 h 766135"/>
                  <a:gd name="connsiteX1123" fmla="*/ 675472 w 1005418"/>
                  <a:gd name="connsiteY1123" fmla="*/ 74035 h 766135"/>
                  <a:gd name="connsiteX1124" fmla="*/ 681866 w 1005418"/>
                  <a:gd name="connsiteY1124" fmla="*/ 71171 h 766135"/>
                  <a:gd name="connsiteX1125" fmla="*/ 688922 w 1005418"/>
                  <a:gd name="connsiteY1125" fmla="*/ 67866 h 766135"/>
                  <a:gd name="connsiteX1126" fmla="*/ 695757 w 1005418"/>
                  <a:gd name="connsiteY1126" fmla="*/ 64120 h 766135"/>
                  <a:gd name="connsiteX1127" fmla="*/ 701931 w 1005418"/>
                  <a:gd name="connsiteY1127" fmla="*/ 59493 h 766135"/>
                  <a:gd name="connsiteX1128" fmla="*/ 707444 w 1005418"/>
                  <a:gd name="connsiteY1128" fmla="*/ 54645 h 766135"/>
                  <a:gd name="connsiteX1129" fmla="*/ 711854 w 1005418"/>
                  <a:gd name="connsiteY1129" fmla="*/ 48696 h 766135"/>
                  <a:gd name="connsiteX1130" fmla="*/ 714720 w 1005418"/>
                  <a:gd name="connsiteY1130" fmla="*/ 42967 h 766135"/>
                  <a:gd name="connsiteX1131" fmla="*/ 716264 w 1005418"/>
                  <a:gd name="connsiteY1131" fmla="*/ 36797 h 766135"/>
                  <a:gd name="connsiteX1132" fmla="*/ 716484 w 1005418"/>
                  <a:gd name="connsiteY1132" fmla="*/ 30187 h 766135"/>
                  <a:gd name="connsiteX1133" fmla="*/ 715602 w 1005418"/>
                  <a:gd name="connsiteY1133" fmla="*/ 23136 h 766135"/>
                  <a:gd name="connsiteX1134" fmla="*/ 710090 w 1005418"/>
                  <a:gd name="connsiteY1134" fmla="*/ 0 h 766135"/>
                  <a:gd name="connsiteX1135" fmla="*/ 817472 w 1005418"/>
                  <a:gd name="connsiteY1135" fmla="*/ 0 h 766135"/>
                  <a:gd name="connsiteX1136" fmla="*/ 818795 w 1005418"/>
                  <a:gd name="connsiteY1136" fmla="*/ 17407 h 766135"/>
                  <a:gd name="connsiteX1137" fmla="*/ 818795 w 1005418"/>
                  <a:gd name="connsiteY1137" fmla="*/ 19390 h 766135"/>
                  <a:gd name="connsiteX1138" fmla="*/ 819015 w 1005418"/>
                  <a:gd name="connsiteY1138" fmla="*/ 23136 h 766135"/>
                  <a:gd name="connsiteX1139" fmla="*/ 819015 w 1005418"/>
                  <a:gd name="connsiteY1139" fmla="*/ 28424 h 766135"/>
                  <a:gd name="connsiteX1140" fmla="*/ 819015 w 1005418"/>
                  <a:gd name="connsiteY1140" fmla="*/ 35475 h 766135"/>
                  <a:gd name="connsiteX1141" fmla="*/ 819015 w 1005418"/>
                  <a:gd name="connsiteY1141" fmla="*/ 44069 h 766135"/>
                  <a:gd name="connsiteX1142" fmla="*/ 819015 w 1005418"/>
                  <a:gd name="connsiteY1142" fmla="*/ 53764 h 766135"/>
                  <a:gd name="connsiteX1143" fmla="*/ 818574 w 1005418"/>
                  <a:gd name="connsiteY1143" fmla="*/ 64781 h 766135"/>
                  <a:gd name="connsiteX1144" fmla="*/ 817472 w 1005418"/>
                  <a:gd name="connsiteY1144" fmla="*/ 76459 h 766135"/>
                  <a:gd name="connsiteX1145" fmla="*/ 816590 w 1005418"/>
                  <a:gd name="connsiteY1145" fmla="*/ 89459 h 766135"/>
                  <a:gd name="connsiteX1146" fmla="*/ 814826 w 1005418"/>
                  <a:gd name="connsiteY1146" fmla="*/ 103121 h 766135"/>
                  <a:gd name="connsiteX1147" fmla="*/ 812621 w 1005418"/>
                  <a:gd name="connsiteY1147" fmla="*/ 117223 h 766135"/>
                  <a:gd name="connsiteX1148" fmla="*/ 809975 w 1005418"/>
                  <a:gd name="connsiteY1148" fmla="*/ 131765 h 766135"/>
                  <a:gd name="connsiteX1149" fmla="*/ 806667 w 1005418"/>
                  <a:gd name="connsiteY1149" fmla="*/ 146749 h 766135"/>
                  <a:gd name="connsiteX1150" fmla="*/ 802698 w 1005418"/>
                  <a:gd name="connsiteY1150" fmla="*/ 161953 h 766135"/>
                  <a:gd name="connsiteX1151" fmla="*/ 797627 w 1005418"/>
                  <a:gd name="connsiteY1151" fmla="*/ 176936 h 766135"/>
                  <a:gd name="connsiteX1152" fmla="*/ 791894 w 1005418"/>
                  <a:gd name="connsiteY1152" fmla="*/ 192140 h 766135"/>
                  <a:gd name="connsiteX1153" fmla="*/ 785500 w 1005418"/>
                  <a:gd name="connsiteY1153" fmla="*/ 207123 h 766135"/>
                  <a:gd name="connsiteX1154" fmla="*/ 778003 w 1005418"/>
                  <a:gd name="connsiteY1154" fmla="*/ 221666 h 766135"/>
                  <a:gd name="connsiteX1155" fmla="*/ 769183 w 1005418"/>
                  <a:gd name="connsiteY1155" fmla="*/ 235988 h 766135"/>
                  <a:gd name="connsiteX1156" fmla="*/ 759481 w 1005418"/>
                  <a:gd name="connsiteY1156" fmla="*/ 249429 h 766135"/>
                  <a:gd name="connsiteX1157" fmla="*/ 748897 w 1005418"/>
                  <a:gd name="connsiteY1157" fmla="*/ 262209 h 766135"/>
                  <a:gd name="connsiteX1158" fmla="*/ 736770 w 1005418"/>
                  <a:gd name="connsiteY1158" fmla="*/ 273887 h 766135"/>
                  <a:gd name="connsiteX1159" fmla="*/ 724422 w 1005418"/>
                  <a:gd name="connsiteY1159" fmla="*/ 284243 h 766135"/>
                  <a:gd name="connsiteX1160" fmla="*/ 710751 w 1005418"/>
                  <a:gd name="connsiteY1160" fmla="*/ 293498 h 766135"/>
                  <a:gd name="connsiteX1161" fmla="*/ 696198 w 1005418"/>
                  <a:gd name="connsiteY1161" fmla="*/ 301210 h 766135"/>
                  <a:gd name="connsiteX1162" fmla="*/ 681425 w 1005418"/>
                  <a:gd name="connsiteY1162" fmla="*/ 307820 h 766135"/>
                  <a:gd name="connsiteX1163" fmla="*/ 665549 w 1005418"/>
                  <a:gd name="connsiteY1163" fmla="*/ 312668 h 766135"/>
                  <a:gd name="connsiteX1164" fmla="*/ 649012 w 1005418"/>
                  <a:gd name="connsiteY1164" fmla="*/ 316413 h 766135"/>
                  <a:gd name="connsiteX1165" fmla="*/ 631372 w 1005418"/>
                  <a:gd name="connsiteY1165" fmla="*/ 318617 h 766135"/>
                  <a:gd name="connsiteX1166" fmla="*/ 613291 w 1005418"/>
                  <a:gd name="connsiteY1166" fmla="*/ 319498 h 766135"/>
                  <a:gd name="connsiteX1167" fmla="*/ 594329 w 1005418"/>
                  <a:gd name="connsiteY1167" fmla="*/ 319058 h 766135"/>
                  <a:gd name="connsiteX1168" fmla="*/ 596534 w 1005418"/>
                  <a:gd name="connsiteY1168" fmla="*/ 325007 h 766135"/>
                  <a:gd name="connsiteX1169" fmla="*/ 561254 w 1005418"/>
                  <a:gd name="connsiteY1169" fmla="*/ 337567 h 766135"/>
                  <a:gd name="connsiteX1170" fmla="*/ 555962 w 1005418"/>
                  <a:gd name="connsiteY1170" fmla="*/ 322804 h 766135"/>
                  <a:gd name="connsiteX1171" fmla="*/ 546922 w 1005418"/>
                  <a:gd name="connsiteY1171" fmla="*/ 333600 h 766135"/>
                  <a:gd name="connsiteX1172" fmla="*/ 539205 w 1005418"/>
                  <a:gd name="connsiteY1172" fmla="*/ 343516 h 766135"/>
                  <a:gd name="connsiteX1173" fmla="*/ 531928 w 1005418"/>
                  <a:gd name="connsiteY1173" fmla="*/ 352770 h 766135"/>
                  <a:gd name="connsiteX1174" fmla="*/ 526416 w 1005418"/>
                  <a:gd name="connsiteY1174" fmla="*/ 361364 h 766135"/>
                  <a:gd name="connsiteX1175" fmla="*/ 522006 w 1005418"/>
                  <a:gd name="connsiteY1175" fmla="*/ 369737 h 766135"/>
                  <a:gd name="connsiteX1176" fmla="*/ 519360 w 1005418"/>
                  <a:gd name="connsiteY1176" fmla="*/ 377669 h 766135"/>
                  <a:gd name="connsiteX1177" fmla="*/ 518257 w 1005418"/>
                  <a:gd name="connsiteY1177" fmla="*/ 385381 h 766135"/>
                  <a:gd name="connsiteX1178" fmla="*/ 519360 w 1005418"/>
                  <a:gd name="connsiteY1178" fmla="*/ 393534 h 766135"/>
                  <a:gd name="connsiteX1179" fmla="*/ 522006 w 1005418"/>
                  <a:gd name="connsiteY1179" fmla="*/ 400805 h 766135"/>
                  <a:gd name="connsiteX1180" fmla="*/ 526416 w 1005418"/>
                  <a:gd name="connsiteY1180" fmla="*/ 407856 h 766135"/>
                  <a:gd name="connsiteX1181" fmla="*/ 531928 w 1005418"/>
                  <a:gd name="connsiteY1181" fmla="*/ 414467 h 766135"/>
                  <a:gd name="connsiteX1182" fmla="*/ 538984 w 1005418"/>
                  <a:gd name="connsiteY1182" fmla="*/ 420636 h 766135"/>
                  <a:gd name="connsiteX1183" fmla="*/ 546701 w 1005418"/>
                  <a:gd name="connsiteY1183" fmla="*/ 426365 h 766135"/>
                  <a:gd name="connsiteX1184" fmla="*/ 555521 w 1005418"/>
                  <a:gd name="connsiteY1184" fmla="*/ 431653 h 766135"/>
                  <a:gd name="connsiteX1185" fmla="*/ 564782 w 1005418"/>
                  <a:gd name="connsiteY1185" fmla="*/ 436501 h 766135"/>
                  <a:gd name="connsiteX1186" fmla="*/ 574484 w 1005418"/>
                  <a:gd name="connsiteY1186" fmla="*/ 440908 h 766135"/>
                  <a:gd name="connsiteX1187" fmla="*/ 584186 w 1005418"/>
                  <a:gd name="connsiteY1187" fmla="*/ 444874 h 766135"/>
                  <a:gd name="connsiteX1188" fmla="*/ 594108 w 1005418"/>
                  <a:gd name="connsiteY1188" fmla="*/ 448620 h 766135"/>
                  <a:gd name="connsiteX1189" fmla="*/ 603810 w 1005418"/>
                  <a:gd name="connsiteY1189" fmla="*/ 451925 h 766135"/>
                  <a:gd name="connsiteX1190" fmla="*/ 613071 w 1005418"/>
                  <a:gd name="connsiteY1190" fmla="*/ 454790 h 766135"/>
                  <a:gd name="connsiteX1191" fmla="*/ 621450 w 1005418"/>
                  <a:gd name="connsiteY1191" fmla="*/ 457213 h 766135"/>
                  <a:gd name="connsiteX1192" fmla="*/ 629608 w 1005418"/>
                  <a:gd name="connsiteY1192" fmla="*/ 459196 h 766135"/>
                  <a:gd name="connsiteX1193" fmla="*/ 636444 w 1005418"/>
                  <a:gd name="connsiteY1193" fmla="*/ 460959 h 766135"/>
                  <a:gd name="connsiteX1194" fmla="*/ 642177 w 1005418"/>
                  <a:gd name="connsiteY1194" fmla="*/ 462281 h 766135"/>
                  <a:gd name="connsiteX1195" fmla="*/ 646366 w 1005418"/>
                  <a:gd name="connsiteY1195" fmla="*/ 463163 h 766135"/>
                  <a:gd name="connsiteX1196" fmla="*/ 649232 w 1005418"/>
                  <a:gd name="connsiteY1196" fmla="*/ 463824 h 766135"/>
                  <a:gd name="connsiteX1197" fmla="*/ 650114 w 1005418"/>
                  <a:gd name="connsiteY1197" fmla="*/ 464044 h 766135"/>
                  <a:gd name="connsiteX1198" fmla="*/ 650114 w 1005418"/>
                  <a:gd name="connsiteY1198" fmla="*/ 482553 h 766135"/>
                  <a:gd name="connsiteX1199" fmla="*/ 670180 w 1005418"/>
                  <a:gd name="connsiteY1199" fmla="*/ 482553 h 766135"/>
                  <a:gd name="connsiteX1200" fmla="*/ 670180 w 1005418"/>
                  <a:gd name="connsiteY1200" fmla="*/ 508994 h 766135"/>
                  <a:gd name="connsiteX1201" fmla="*/ 653642 w 1005418"/>
                  <a:gd name="connsiteY1201" fmla="*/ 508994 h 766135"/>
                  <a:gd name="connsiteX1202" fmla="*/ 653642 w 1005418"/>
                  <a:gd name="connsiteY1202" fmla="*/ 690998 h 766135"/>
                  <a:gd name="connsiteX1203" fmla="*/ 670180 w 1005418"/>
                  <a:gd name="connsiteY1203" fmla="*/ 690998 h 766135"/>
                  <a:gd name="connsiteX1204" fmla="*/ 670180 w 1005418"/>
                  <a:gd name="connsiteY1204" fmla="*/ 720965 h 766135"/>
                  <a:gd name="connsiteX1205" fmla="*/ 681645 w 1005418"/>
                  <a:gd name="connsiteY1205" fmla="*/ 720965 h 766135"/>
                  <a:gd name="connsiteX1206" fmla="*/ 681645 w 1005418"/>
                  <a:gd name="connsiteY1206" fmla="*/ 766135 h 766135"/>
                  <a:gd name="connsiteX1207" fmla="*/ 502823 w 1005418"/>
                  <a:gd name="connsiteY1207" fmla="*/ 766135 h 766135"/>
                  <a:gd name="connsiteX1208" fmla="*/ 502823 w 1005418"/>
                  <a:gd name="connsiteY1208" fmla="*/ 765915 h 766135"/>
                  <a:gd name="connsiteX1209" fmla="*/ 323779 w 1005418"/>
                  <a:gd name="connsiteY1209" fmla="*/ 765915 h 766135"/>
                  <a:gd name="connsiteX1210" fmla="*/ 323779 w 1005418"/>
                  <a:gd name="connsiteY1210" fmla="*/ 720965 h 766135"/>
                  <a:gd name="connsiteX1211" fmla="*/ 335245 w 1005418"/>
                  <a:gd name="connsiteY1211" fmla="*/ 720965 h 766135"/>
                  <a:gd name="connsiteX1212" fmla="*/ 335245 w 1005418"/>
                  <a:gd name="connsiteY1212" fmla="*/ 690557 h 766135"/>
                  <a:gd name="connsiteX1213" fmla="*/ 351782 w 1005418"/>
                  <a:gd name="connsiteY1213" fmla="*/ 690557 h 766135"/>
                  <a:gd name="connsiteX1214" fmla="*/ 351782 w 1005418"/>
                  <a:gd name="connsiteY1214" fmla="*/ 508774 h 766135"/>
                  <a:gd name="connsiteX1215" fmla="*/ 335245 w 1005418"/>
                  <a:gd name="connsiteY1215" fmla="*/ 508774 h 766135"/>
                  <a:gd name="connsiteX1216" fmla="*/ 335245 w 1005418"/>
                  <a:gd name="connsiteY1216" fmla="*/ 482332 h 766135"/>
                  <a:gd name="connsiteX1217" fmla="*/ 355310 w 1005418"/>
                  <a:gd name="connsiteY1217" fmla="*/ 482332 h 766135"/>
                  <a:gd name="connsiteX1218" fmla="*/ 355310 w 1005418"/>
                  <a:gd name="connsiteY1218" fmla="*/ 463824 h 766135"/>
                  <a:gd name="connsiteX1219" fmla="*/ 356192 w 1005418"/>
                  <a:gd name="connsiteY1219" fmla="*/ 463383 h 766135"/>
                  <a:gd name="connsiteX1220" fmla="*/ 359059 w 1005418"/>
                  <a:gd name="connsiteY1220" fmla="*/ 462722 h 766135"/>
                  <a:gd name="connsiteX1221" fmla="*/ 363469 w 1005418"/>
                  <a:gd name="connsiteY1221" fmla="*/ 461841 h 766135"/>
                  <a:gd name="connsiteX1222" fmla="*/ 368981 w 1005418"/>
                  <a:gd name="connsiteY1222" fmla="*/ 460739 h 766135"/>
                  <a:gd name="connsiteX1223" fmla="*/ 375817 w 1005418"/>
                  <a:gd name="connsiteY1223" fmla="*/ 458756 h 766135"/>
                  <a:gd name="connsiteX1224" fmla="*/ 383975 w 1005418"/>
                  <a:gd name="connsiteY1224" fmla="*/ 456993 h 766135"/>
                  <a:gd name="connsiteX1225" fmla="*/ 392795 w 1005418"/>
                  <a:gd name="connsiteY1225" fmla="*/ 454569 h 766135"/>
                  <a:gd name="connsiteX1226" fmla="*/ 401835 w 1005418"/>
                  <a:gd name="connsiteY1226" fmla="*/ 451705 h 766135"/>
                  <a:gd name="connsiteX1227" fmla="*/ 411316 w 1005418"/>
                  <a:gd name="connsiteY1227" fmla="*/ 448400 h 766135"/>
                  <a:gd name="connsiteX1228" fmla="*/ 421459 w 1005418"/>
                  <a:gd name="connsiteY1228" fmla="*/ 444654 h 766135"/>
                  <a:gd name="connsiteX1229" fmla="*/ 431382 w 1005418"/>
                  <a:gd name="connsiteY1229" fmla="*/ 440688 h 766135"/>
                  <a:gd name="connsiteX1230" fmla="*/ 441084 w 1005418"/>
                  <a:gd name="connsiteY1230" fmla="*/ 436281 h 766135"/>
                  <a:gd name="connsiteX1231" fmla="*/ 450124 w 1005418"/>
                  <a:gd name="connsiteY1231" fmla="*/ 431433 h 766135"/>
                  <a:gd name="connsiteX1232" fmla="*/ 458723 w 1005418"/>
                  <a:gd name="connsiteY1232" fmla="*/ 426145 h 766135"/>
                  <a:gd name="connsiteX1233" fmla="*/ 466882 w 1005418"/>
                  <a:gd name="connsiteY1233" fmla="*/ 420195 h 766135"/>
                  <a:gd name="connsiteX1234" fmla="*/ 473717 w 1005418"/>
                  <a:gd name="connsiteY1234" fmla="*/ 414026 h 766135"/>
                  <a:gd name="connsiteX1235" fmla="*/ 479450 w 1005418"/>
                  <a:gd name="connsiteY1235" fmla="*/ 407636 h 766135"/>
                  <a:gd name="connsiteX1236" fmla="*/ 483639 w 1005418"/>
                  <a:gd name="connsiteY1236" fmla="*/ 400585 h 766135"/>
                  <a:gd name="connsiteX1237" fmla="*/ 486506 w 1005418"/>
                  <a:gd name="connsiteY1237" fmla="*/ 393093 h 766135"/>
                  <a:gd name="connsiteX1238" fmla="*/ 487388 w 1005418"/>
                  <a:gd name="connsiteY1238" fmla="*/ 385161 h 766135"/>
                  <a:gd name="connsiteX1239" fmla="*/ 486506 w 1005418"/>
                  <a:gd name="connsiteY1239" fmla="*/ 377449 h 766135"/>
                  <a:gd name="connsiteX1240" fmla="*/ 483639 w 1005418"/>
                  <a:gd name="connsiteY1240" fmla="*/ 369737 h 766135"/>
                  <a:gd name="connsiteX1241" fmla="*/ 479450 w 1005418"/>
                  <a:gd name="connsiteY1241" fmla="*/ 361364 h 766135"/>
                  <a:gd name="connsiteX1242" fmla="*/ 473497 w 1005418"/>
                  <a:gd name="connsiteY1242" fmla="*/ 352550 h 766135"/>
                  <a:gd name="connsiteX1243" fmla="*/ 466220 w 1005418"/>
                  <a:gd name="connsiteY1243" fmla="*/ 343296 h 766135"/>
                  <a:gd name="connsiteX1244" fmla="*/ 458503 w 1005418"/>
                  <a:gd name="connsiteY1244" fmla="*/ 333380 h 766135"/>
                  <a:gd name="connsiteX1245" fmla="*/ 449462 w 1005418"/>
                  <a:gd name="connsiteY1245" fmla="*/ 322583 h 766135"/>
                  <a:gd name="connsiteX1246" fmla="*/ 444170 w 1005418"/>
                  <a:gd name="connsiteY1246" fmla="*/ 337567 h 766135"/>
                  <a:gd name="connsiteX1247" fmla="*/ 408891 w 1005418"/>
                  <a:gd name="connsiteY1247" fmla="*/ 325007 h 766135"/>
                  <a:gd name="connsiteX1248" fmla="*/ 411096 w 1005418"/>
                  <a:gd name="connsiteY1248" fmla="*/ 319058 h 766135"/>
                  <a:gd name="connsiteX1249" fmla="*/ 392354 w 1005418"/>
                  <a:gd name="connsiteY1249" fmla="*/ 319498 h 766135"/>
                  <a:gd name="connsiteX1250" fmla="*/ 374053 w 1005418"/>
                  <a:gd name="connsiteY1250" fmla="*/ 318617 h 766135"/>
                  <a:gd name="connsiteX1251" fmla="*/ 356854 w 1005418"/>
                  <a:gd name="connsiteY1251" fmla="*/ 315973 h 766135"/>
                  <a:gd name="connsiteX1252" fmla="*/ 340096 w 1005418"/>
                  <a:gd name="connsiteY1252" fmla="*/ 312447 h 766135"/>
                  <a:gd name="connsiteX1253" fmla="*/ 324220 w 1005418"/>
                  <a:gd name="connsiteY1253" fmla="*/ 307379 h 766135"/>
                  <a:gd name="connsiteX1254" fmla="*/ 309227 w 1005418"/>
                  <a:gd name="connsiteY1254" fmla="*/ 300989 h 766135"/>
                  <a:gd name="connsiteX1255" fmla="*/ 294894 w 1005418"/>
                  <a:gd name="connsiteY1255" fmla="*/ 293277 h 766135"/>
                  <a:gd name="connsiteX1256" fmla="*/ 281444 w 1005418"/>
                  <a:gd name="connsiteY1256" fmla="*/ 284243 h 766135"/>
                  <a:gd name="connsiteX1257" fmla="*/ 268655 w 1005418"/>
                  <a:gd name="connsiteY1257" fmla="*/ 273887 h 766135"/>
                  <a:gd name="connsiteX1258" fmla="*/ 256528 w 1005418"/>
                  <a:gd name="connsiteY1258" fmla="*/ 261768 h 766135"/>
                  <a:gd name="connsiteX1259" fmla="*/ 245944 w 1005418"/>
                  <a:gd name="connsiteY1259" fmla="*/ 249209 h 766135"/>
                  <a:gd name="connsiteX1260" fmla="*/ 236242 w 1005418"/>
                  <a:gd name="connsiteY1260" fmla="*/ 235547 h 766135"/>
                  <a:gd name="connsiteX1261" fmla="*/ 227422 w 1005418"/>
                  <a:gd name="connsiteY1261" fmla="*/ 221666 h 766135"/>
                  <a:gd name="connsiteX1262" fmla="*/ 219925 w 1005418"/>
                  <a:gd name="connsiteY1262" fmla="*/ 206903 h 766135"/>
                  <a:gd name="connsiteX1263" fmla="*/ 213531 w 1005418"/>
                  <a:gd name="connsiteY1263" fmla="*/ 192140 h 766135"/>
                  <a:gd name="connsiteX1264" fmla="*/ 207798 w 1005418"/>
                  <a:gd name="connsiteY1264" fmla="*/ 176936 h 766135"/>
                  <a:gd name="connsiteX1265" fmla="*/ 203168 w 1005418"/>
                  <a:gd name="connsiteY1265" fmla="*/ 161512 h 766135"/>
                  <a:gd name="connsiteX1266" fmla="*/ 198758 w 1005418"/>
                  <a:gd name="connsiteY1266" fmla="*/ 146528 h 766135"/>
                  <a:gd name="connsiteX1267" fmla="*/ 195671 w 1005418"/>
                  <a:gd name="connsiteY1267" fmla="*/ 131325 h 766135"/>
                  <a:gd name="connsiteX1268" fmla="*/ 192804 w 1005418"/>
                  <a:gd name="connsiteY1268" fmla="*/ 116782 h 766135"/>
                  <a:gd name="connsiteX1269" fmla="*/ 190820 w 1005418"/>
                  <a:gd name="connsiteY1269" fmla="*/ 102680 h 766135"/>
                  <a:gd name="connsiteX1270" fmla="*/ 189056 w 1005418"/>
                  <a:gd name="connsiteY1270" fmla="*/ 89239 h 766135"/>
                  <a:gd name="connsiteX1271" fmla="*/ 187953 w 1005418"/>
                  <a:gd name="connsiteY1271" fmla="*/ 76459 h 766135"/>
                  <a:gd name="connsiteX1272" fmla="*/ 187071 w 1005418"/>
                  <a:gd name="connsiteY1272" fmla="*/ 64561 h 766135"/>
                  <a:gd name="connsiteX1273" fmla="*/ 186630 w 1005418"/>
                  <a:gd name="connsiteY1273" fmla="*/ 53764 h 766135"/>
                  <a:gd name="connsiteX1274" fmla="*/ 186410 w 1005418"/>
                  <a:gd name="connsiteY1274" fmla="*/ 43848 h 766135"/>
                  <a:gd name="connsiteX1275" fmla="*/ 186410 w 1005418"/>
                  <a:gd name="connsiteY1275" fmla="*/ 35475 h 766135"/>
                  <a:gd name="connsiteX1276" fmla="*/ 186410 w 1005418"/>
                  <a:gd name="connsiteY1276" fmla="*/ 28424 h 766135"/>
                  <a:gd name="connsiteX1277" fmla="*/ 186410 w 1005418"/>
                  <a:gd name="connsiteY1277" fmla="*/ 22916 h 766135"/>
                  <a:gd name="connsiteX1278" fmla="*/ 186630 w 1005418"/>
                  <a:gd name="connsiteY1278" fmla="*/ 19170 h 766135"/>
                  <a:gd name="connsiteX1279" fmla="*/ 186630 w 1005418"/>
                  <a:gd name="connsiteY1279" fmla="*/ 17407 h 766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</a:cxnLst>
                <a:rect l="l" t="t" r="r" b="b"/>
                <a:pathLst>
                  <a:path w="1005418" h="766135">
                    <a:moveTo>
                      <a:pt x="185848" y="589644"/>
                    </a:moveTo>
                    <a:lnTo>
                      <a:pt x="195341" y="589644"/>
                    </a:lnTo>
                    <a:lnTo>
                      <a:pt x="204394" y="590746"/>
                    </a:lnTo>
                    <a:lnTo>
                      <a:pt x="213004" y="592509"/>
                    </a:lnTo>
                    <a:lnTo>
                      <a:pt x="220069" y="595373"/>
                    </a:lnTo>
                    <a:lnTo>
                      <a:pt x="226693" y="598678"/>
                    </a:lnTo>
                    <a:lnTo>
                      <a:pt x="231992" y="602424"/>
                    </a:lnTo>
                    <a:lnTo>
                      <a:pt x="236628" y="605950"/>
                    </a:lnTo>
                    <a:lnTo>
                      <a:pt x="240161" y="609475"/>
                    </a:lnTo>
                    <a:lnTo>
                      <a:pt x="242810" y="612780"/>
                    </a:lnTo>
                    <a:lnTo>
                      <a:pt x="245018" y="615204"/>
                    </a:lnTo>
                    <a:lnTo>
                      <a:pt x="246343" y="616747"/>
                    </a:lnTo>
                    <a:lnTo>
                      <a:pt x="246564" y="617408"/>
                    </a:lnTo>
                    <a:lnTo>
                      <a:pt x="245902" y="618069"/>
                    </a:lnTo>
                    <a:lnTo>
                      <a:pt x="244356" y="619611"/>
                    </a:lnTo>
                    <a:lnTo>
                      <a:pt x="241927" y="622035"/>
                    </a:lnTo>
                    <a:lnTo>
                      <a:pt x="238395" y="625120"/>
                    </a:lnTo>
                    <a:lnTo>
                      <a:pt x="234200" y="628205"/>
                    </a:lnTo>
                    <a:lnTo>
                      <a:pt x="228901" y="631730"/>
                    </a:lnTo>
                    <a:lnTo>
                      <a:pt x="222498" y="634815"/>
                    </a:lnTo>
                    <a:lnTo>
                      <a:pt x="215654" y="637459"/>
                    </a:lnTo>
                    <a:lnTo>
                      <a:pt x="207926" y="639663"/>
                    </a:lnTo>
                    <a:lnTo>
                      <a:pt x="199536" y="640985"/>
                    </a:lnTo>
                    <a:lnTo>
                      <a:pt x="190484" y="641205"/>
                    </a:lnTo>
                    <a:lnTo>
                      <a:pt x="181432" y="640324"/>
                    </a:lnTo>
                    <a:lnTo>
                      <a:pt x="173042" y="638120"/>
                    </a:lnTo>
                    <a:lnTo>
                      <a:pt x="165535" y="634815"/>
                    </a:lnTo>
                    <a:lnTo>
                      <a:pt x="158912" y="631069"/>
                    </a:lnTo>
                    <a:lnTo>
                      <a:pt x="152950" y="627103"/>
                    </a:lnTo>
                    <a:lnTo>
                      <a:pt x="147872" y="622696"/>
                    </a:lnTo>
                    <a:lnTo>
                      <a:pt x="143898" y="618730"/>
                    </a:lnTo>
                    <a:lnTo>
                      <a:pt x="140807" y="614984"/>
                    </a:lnTo>
                    <a:lnTo>
                      <a:pt x="138599" y="612119"/>
                    </a:lnTo>
                    <a:lnTo>
                      <a:pt x="137054" y="610136"/>
                    </a:lnTo>
                    <a:lnTo>
                      <a:pt x="136833" y="609475"/>
                    </a:lnTo>
                    <a:lnTo>
                      <a:pt x="137274" y="608814"/>
                    </a:lnTo>
                    <a:lnTo>
                      <a:pt x="138820" y="607492"/>
                    </a:lnTo>
                    <a:lnTo>
                      <a:pt x="141469" y="605729"/>
                    </a:lnTo>
                    <a:lnTo>
                      <a:pt x="145223" y="603306"/>
                    </a:lnTo>
                    <a:lnTo>
                      <a:pt x="149859" y="600441"/>
                    </a:lnTo>
                    <a:lnTo>
                      <a:pt x="155379" y="597797"/>
                    </a:lnTo>
                    <a:lnTo>
                      <a:pt x="161782" y="594932"/>
                    </a:lnTo>
                    <a:lnTo>
                      <a:pt x="169289" y="592509"/>
                    </a:lnTo>
                    <a:lnTo>
                      <a:pt x="177016" y="590966"/>
                    </a:lnTo>
                    <a:close/>
                    <a:moveTo>
                      <a:pt x="810195" y="589640"/>
                    </a:moveTo>
                    <a:lnTo>
                      <a:pt x="819670" y="590085"/>
                    </a:lnTo>
                    <a:lnTo>
                      <a:pt x="828263" y="590973"/>
                    </a:lnTo>
                    <a:lnTo>
                      <a:pt x="836416" y="592751"/>
                    </a:lnTo>
                    <a:lnTo>
                      <a:pt x="843687" y="594973"/>
                    </a:lnTo>
                    <a:lnTo>
                      <a:pt x="849857" y="597862"/>
                    </a:lnTo>
                    <a:lnTo>
                      <a:pt x="855366" y="600529"/>
                    </a:lnTo>
                    <a:lnTo>
                      <a:pt x="859993" y="603418"/>
                    </a:lnTo>
                    <a:lnTo>
                      <a:pt x="863739" y="605862"/>
                    </a:lnTo>
                    <a:lnTo>
                      <a:pt x="866383" y="607640"/>
                    </a:lnTo>
                    <a:lnTo>
                      <a:pt x="868145" y="609195"/>
                    </a:lnTo>
                    <a:lnTo>
                      <a:pt x="868586" y="609640"/>
                    </a:lnTo>
                    <a:lnTo>
                      <a:pt x="868145" y="610529"/>
                    </a:lnTo>
                    <a:lnTo>
                      <a:pt x="866603" y="612306"/>
                    </a:lnTo>
                    <a:lnTo>
                      <a:pt x="864400" y="615417"/>
                    </a:lnTo>
                    <a:lnTo>
                      <a:pt x="861315" y="618973"/>
                    </a:lnTo>
                    <a:lnTo>
                      <a:pt x="857349" y="623195"/>
                    </a:lnTo>
                    <a:lnTo>
                      <a:pt x="852281" y="627417"/>
                    </a:lnTo>
                    <a:lnTo>
                      <a:pt x="846772" y="631639"/>
                    </a:lnTo>
                    <a:lnTo>
                      <a:pt x="839941" y="635417"/>
                    </a:lnTo>
                    <a:lnTo>
                      <a:pt x="832450" y="638528"/>
                    </a:lnTo>
                    <a:lnTo>
                      <a:pt x="824297" y="640750"/>
                    </a:lnTo>
                    <a:lnTo>
                      <a:pt x="814822" y="641861"/>
                    </a:lnTo>
                    <a:lnTo>
                      <a:pt x="805788" y="641639"/>
                    </a:lnTo>
                    <a:lnTo>
                      <a:pt x="797415" y="640306"/>
                    </a:lnTo>
                    <a:lnTo>
                      <a:pt x="789703" y="638306"/>
                    </a:lnTo>
                    <a:lnTo>
                      <a:pt x="782873" y="635417"/>
                    </a:lnTo>
                    <a:lnTo>
                      <a:pt x="776703" y="632084"/>
                    </a:lnTo>
                    <a:lnTo>
                      <a:pt x="771415" y="628973"/>
                    </a:lnTo>
                    <a:lnTo>
                      <a:pt x="767008" y="625417"/>
                    </a:lnTo>
                    <a:lnTo>
                      <a:pt x="763482" y="622750"/>
                    </a:lnTo>
                    <a:lnTo>
                      <a:pt x="761059" y="620084"/>
                    </a:lnTo>
                    <a:lnTo>
                      <a:pt x="759516" y="618528"/>
                    </a:lnTo>
                    <a:lnTo>
                      <a:pt x="758855" y="618084"/>
                    </a:lnTo>
                    <a:lnTo>
                      <a:pt x="759516" y="617417"/>
                    </a:lnTo>
                    <a:lnTo>
                      <a:pt x="760398" y="615417"/>
                    </a:lnTo>
                    <a:lnTo>
                      <a:pt x="762601" y="612973"/>
                    </a:lnTo>
                    <a:lnTo>
                      <a:pt x="765465" y="609862"/>
                    </a:lnTo>
                    <a:lnTo>
                      <a:pt x="769211" y="606084"/>
                    </a:lnTo>
                    <a:lnTo>
                      <a:pt x="773398" y="602529"/>
                    </a:lnTo>
                    <a:lnTo>
                      <a:pt x="779127" y="598973"/>
                    </a:lnTo>
                    <a:lnTo>
                      <a:pt x="785296" y="595640"/>
                    </a:lnTo>
                    <a:lnTo>
                      <a:pt x="792788" y="592751"/>
                    </a:lnTo>
                    <a:lnTo>
                      <a:pt x="800941" y="590751"/>
                    </a:lnTo>
                    <a:close/>
                    <a:moveTo>
                      <a:pt x="889298" y="534113"/>
                    </a:moveTo>
                    <a:lnTo>
                      <a:pt x="897891" y="534113"/>
                    </a:lnTo>
                    <a:lnTo>
                      <a:pt x="906044" y="534991"/>
                    </a:lnTo>
                    <a:lnTo>
                      <a:pt x="913535" y="536527"/>
                    </a:lnTo>
                    <a:lnTo>
                      <a:pt x="919925" y="538282"/>
                    </a:lnTo>
                    <a:lnTo>
                      <a:pt x="925874" y="540476"/>
                    </a:lnTo>
                    <a:lnTo>
                      <a:pt x="930942" y="542670"/>
                    </a:lnTo>
                    <a:lnTo>
                      <a:pt x="934688" y="544426"/>
                    </a:lnTo>
                    <a:lnTo>
                      <a:pt x="937773" y="546400"/>
                    </a:lnTo>
                    <a:lnTo>
                      <a:pt x="939315" y="547278"/>
                    </a:lnTo>
                    <a:lnTo>
                      <a:pt x="939976" y="547936"/>
                    </a:lnTo>
                    <a:lnTo>
                      <a:pt x="939756" y="548375"/>
                    </a:lnTo>
                    <a:lnTo>
                      <a:pt x="938434" y="550569"/>
                    </a:lnTo>
                    <a:lnTo>
                      <a:pt x="936451" y="553641"/>
                    </a:lnTo>
                    <a:lnTo>
                      <a:pt x="934027" y="557591"/>
                    </a:lnTo>
                    <a:lnTo>
                      <a:pt x="930281" y="562198"/>
                    </a:lnTo>
                    <a:lnTo>
                      <a:pt x="925874" y="566806"/>
                    </a:lnTo>
                    <a:lnTo>
                      <a:pt x="920586" y="571853"/>
                    </a:lnTo>
                    <a:lnTo>
                      <a:pt x="914637" y="576022"/>
                    </a:lnTo>
                    <a:lnTo>
                      <a:pt x="907586" y="580190"/>
                    </a:lnTo>
                    <a:lnTo>
                      <a:pt x="899433" y="583482"/>
                    </a:lnTo>
                    <a:lnTo>
                      <a:pt x="890840" y="585676"/>
                    </a:lnTo>
                    <a:lnTo>
                      <a:pt x="881365" y="586334"/>
                    </a:lnTo>
                    <a:lnTo>
                      <a:pt x="872992" y="585895"/>
                    </a:lnTo>
                    <a:lnTo>
                      <a:pt x="865280" y="584798"/>
                    </a:lnTo>
                    <a:lnTo>
                      <a:pt x="857789" y="582823"/>
                    </a:lnTo>
                    <a:lnTo>
                      <a:pt x="851399" y="580410"/>
                    </a:lnTo>
                    <a:lnTo>
                      <a:pt x="845890" y="577557"/>
                    </a:lnTo>
                    <a:lnTo>
                      <a:pt x="840822" y="575144"/>
                    </a:lnTo>
                    <a:lnTo>
                      <a:pt x="837077" y="572730"/>
                    </a:lnTo>
                    <a:lnTo>
                      <a:pt x="834433" y="570536"/>
                    </a:lnTo>
                    <a:lnTo>
                      <a:pt x="832890" y="569000"/>
                    </a:lnTo>
                    <a:lnTo>
                      <a:pt x="832229" y="568781"/>
                    </a:lnTo>
                    <a:lnTo>
                      <a:pt x="832449" y="568123"/>
                    </a:lnTo>
                    <a:lnTo>
                      <a:pt x="833331" y="566367"/>
                    </a:lnTo>
                    <a:lnTo>
                      <a:pt x="835094" y="563515"/>
                    </a:lnTo>
                    <a:lnTo>
                      <a:pt x="837517" y="560224"/>
                    </a:lnTo>
                    <a:lnTo>
                      <a:pt x="840602" y="556055"/>
                    </a:lnTo>
                    <a:lnTo>
                      <a:pt x="844568" y="551886"/>
                    </a:lnTo>
                    <a:lnTo>
                      <a:pt x="849636" y="547497"/>
                    </a:lnTo>
                    <a:lnTo>
                      <a:pt x="855585" y="543548"/>
                    </a:lnTo>
                    <a:lnTo>
                      <a:pt x="862636" y="539818"/>
                    </a:lnTo>
                    <a:lnTo>
                      <a:pt x="870569" y="537185"/>
                    </a:lnTo>
                    <a:lnTo>
                      <a:pt x="879823" y="534991"/>
                    </a:lnTo>
                    <a:close/>
                    <a:moveTo>
                      <a:pt x="116562" y="533457"/>
                    </a:moveTo>
                    <a:lnTo>
                      <a:pt x="126036" y="534779"/>
                    </a:lnTo>
                    <a:lnTo>
                      <a:pt x="135070" y="536542"/>
                    </a:lnTo>
                    <a:lnTo>
                      <a:pt x="143003" y="539627"/>
                    </a:lnTo>
                    <a:lnTo>
                      <a:pt x="149833" y="543373"/>
                    </a:lnTo>
                    <a:lnTo>
                      <a:pt x="155783" y="547339"/>
                    </a:lnTo>
                    <a:lnTo>
                      <a:pt x="160851" y="551746"/>
                    </a:lnTo>
                    <a:lnTo>
                      <a:pt x="164817" y="555712"/>
                    </a:lnTo>
                    <a:lnTo>
                      <a:pt x="167902" y="559678"/>
                    </a:lnTo>
                    <a:lnTo>
                      <a:pt x="170546" y="563204"/>
                    </a:lnTo>
                    <a:lnTo>
                      <a:pt x="172088" y="565848"/>
                    </a:lnTo>
                    <a:lnTo>
                      <a:pt x="172970" y="567831"/>
                    </a:lnTo>
                    <a:lnTo>
                      <a:pt x="173190" y="568272"/>
                    </a:lnTo>
                    <a:lnTo>
                      <a:pt x="172749" y="568933"/>
                    </a:lnTo>
                    <a:lnTo>
                      <a:pt x="171207" y="570255"/>
                    </a:lnTo>
                    <a:lnTo>
                      <a:pt x="168342" y="572458"/>
                    </a:lnTo>
                    <a:lnTo>
                      <a:pt x="164596" y="574882"/>
                    </a:lnTo>
                    <a:lnTo>
                      <a:pt x="159529" y="577526"/>
                    </a:lnTo>
                    <a:lnTo>
                      <a:pt x="154020" y="580391"/>
                    </a:lnTo>
                    <a:lnTo>
                      <a:pt x="147630" y="582815"/>
                    </a:lnTo>
                    <a:lnTo>
                      <a:pt x="140579" y="584798"/>
                    </a:lnTo>
                    <a:lnTo>
                      <a:pt x="132426" y="585899"/>
                    </a:lnTo>
                    <a:lnTo>
                      <a:pt x="124053" y="586340"/>
                    </a:lnTo>
                    <a:lnTo>
                      <a:pt x="114799" y="585238"/>
                    </a:lnTo>
                    <a:lnTo>
                      <a:pt x="105985" y="583255"/>
                    </a:lnTo>
                    <a:lnTo>
                      <a:pt x="97832" y="580170"/>
                    </a:lnTo>
                    <a:lnTo>
                      <a:pt x="91002" y="575984"/>
                    </a:lnTo>
                    <a:lnTo>
                      <a:pt x="84832" y="571357"/>
                    </a:lnTo>
                    <a:lnTo>
                      <a:pt x="79544" y="566509"/>
                    </a:lnTo>
                    <a:lnTo>
                      <a:pt x="75137" y="561882"/>
                    </a:lnTo>
                    <a:lnTo>
                      <a:pt x="71391" y="557254"/>
                    </a:lnTo>
                    <a:lnTo>
                      <a:pt x="68967" y="553288"/>
                    </a:lnTo>
                    <a:lnTo>
                      <a:pt x="66984" y="550203"/>
                    </a:lnTo>
                    <a:lnTo>
                      <a:pt x="65883" y="548000"/>
                    </a:lnTo>
                    <a:lnTo>
                      <a:pt x="65442" y="547339"/>
                    </a:lnTo>
                    <a:lnTo>
                      <a:pt x="66103" y="546678"/>
                    </a:lnTo>
                    <a:lnTo>
                      <a:pt x="67645" y="545796"/>
                    </a:lnTo>
                    <a:lnTo>
                      <a:pt x="70730" y="544034"/>
                    </a:lnTo>
                    <a:lnTo>
                      <a:pt x="74476" y="542051"/>
                    </a:lnTo>
                    <a:lnTo>
                      <a:pt x="79544" y="540068"/>
                    </a:lnTo>
                    <a:lnTo>
                      <a:pt x="85493" y="537864"/>
                    </a:lnTo>
                    <a:lnTo>
                      <a:pt x="91883" y="535881"/>
                    </a:lnTo>
                    <a:lnTo>
                      <a:pt x="99375" y="534339"/>
                    </a:lnTo>
                    <a:lnTo>
                      <a:pt x="107527" y="533898"/>
                    </a:lnTo>
                    <a:close/>
                    <a:moveTo>
                      <a:pt x="380006" y="515825"/>
                    </a:moveTo>
                    <a:lnTo>
                      <a:pt x="380006" y="690557"/>
                    </a:lnTo>
                    <a:lnTo>
                      <a:pt x="502823" y="690557"/>
                    </a:lnTo>
                    <a:lnTo>
                      <a:pt x="502823" y="690998"/>
                    </a:lnTo>
                    <a:lnTo>
                      <a:pt x="625639" y="690998"/>
                    </a:lnTo>
                    <a:lnTo>
                      <a:pt x="625639" y="516265"/>
                    </a:lnTo>
                    <a:lnTo>
                      <a:pt x="502823" y="516265"/>
                    </a:lnTo>
                    <a:lnTo>
                      <a:pt x="502823" y="515825"/>
                    </a:lnTo>
                    <a:close/>
                    <a:moveTo>
                      <a:pt x="251686" y="486523"/>
                    </a:moveTo>
                    <a:lnTo>
                      <a:pt x="252571" y="486963"/>
                    </a:lnTo>
                    <a:lnTo>
                      <a:pt x="254562" y="488062"/>
                    </a:lnTo>
                    <a:lnTo>
                      <a:pt x="257881" y="490041"/>
                    </a:lnTo>
                    <a:lnTo>
                      <a:pt x="262085" y="492460"/>
                    </a:lnTo>
                    <a:lnTo>
                      <a:pt x="266731" y="495758"/>
                    </a:lnTo>
                    <a:lnTo>
                      <a:pt x="271377" y="500156"/>
                    </a:lnTo>
                    <a:lnTo>
                      <a:pt x="276466" y="505434"/>
                    </a:lnTo>
                    <a:lnTo>
                      <a:pt x="281112" y="511151"/>
                    </a:lnTo>
                    <a:lnTo>
                      <a:pt x="285537" y="518187"/>
                    </a:lnTo>
                    <a:lnTo>
                      <a:pt x="288856" y="525883"/>
                    </a:lnTo>
                    <a:lnTo>
                      <a:pt x="291069" y="534899"/>
                    </a:lnTo>
                    <a:lnTo>
                      <a:pt x="292175" y="543694"/>
                    </a:lnTo>
                    <a:lnTo>
                      <a:pt x="292175" y="552050"/>
                    </a:lnTo>
                    <a:lnTo>
                      <a:pt x="290847" y="560186"/>
                    </a:lnTo>
                    <a:lnTo>
                      <a:pt x="288856" y="567222"/>
                    </a:lnTo>
                    <a:lnTo>
                      <a:pt x="286865" y="573599"/>
                    </a:lnTo>
                    <a:lnTo>
                      <a:pt x="283989" y="579096"/>
                    </a:lnTo>
                    <a:lnTo>
                      <a:pt x="281555" y="584154"/>
                    </a:lnTo>
                    <a:lnTo>
                      <a:pt x="278900" y="587892"/>
                    </a:lnTo>
                    <a:lnTo>
                      <a:pt x="276687" y="590530"/>
                    </a:lnTo>
                    <a:lnTo>
                      <a:pt x="275581" y="592509"/>
                    </a:lnTo>
                    <a:lnTo>
                      <a:pt x="274917" y="592949"/>
                    </a:lnTo>
                    <a:lnTo>
                      <a:pt x="274253" y="592729"/>
                    </a:lnTo>
                    <a:lnTo>
                      <a:pt x="272483" y="591850"/>
                    </a:lnTo>
                    <a:lnTo>
                      <a:pt x="269607" y="589871"/>
                    </a:lnTo>
                    <a:lnTo>
                      <a:pt x="265846" y="587892"/>
                    </a:lnTo>
                    <a:lnTo>
                      <a:pt x="261642" y="584813"/>
                    </a:lnTo>
                    <a:lnTo>
                      <a:pt x="257660" y="580635"/>
                    </a:lnTo>
                    <a:lnTo>
                      <a:pt x="253235" y="575798"/>
                    </a:lnTo>
                    <a:lnTo>
                      <a:pt x="248809" y="569861"/>
                    </a:lnTo>
                    <a:lnTo>
                      <a:pt x="245269" y="563264"/>
                    </a:lnTo>
                    <a:lnTo>
                      <a:pt x="241951" y="555568"/>
                    </a:lnTo>
                    <a:lnTo>
                      <a:pt x="239959" y="546553"/>
                    </a:lnTo>
                    <a:lnTo>
                      <a:pt x="238632" y="537317"/>
                    </a:lnTo>
                    <a:lnTo>
                      <a:pt x="238632" y="528742"/>
                    </a:lnTo>
                    <a:lnTo>
                      <a:pt x="239296" y="520386"/>
                    </a:lnTo>
                    <a:lnTo>
                      <a:pt x="240402" y="513130"/>
                    </a:lnTo>
                    <a:lnTo>
                      <a:pt x="242393" y="506533"/>
                    </a:lnTo>
                    <a:lnTo>
                      <a:pt x="244606" y="500816"/>
                    </a:lnTo>
                    <a:lnTo>
                      <a:pt x="246818" y="495758"/>
                    </a:lnTo>
                    <a:lnTo>
                      <a:pt x="248588" y="491800"/>
                    </a:lnTo>
                    <a:lnTo>
                      <a:pt x="250137" y="488942"/>
                    </a:lnTo>
                    <a:lnTo>
                      <a:pt x="251464" y="487183"/>
                    </a:lnTo>
                    <a:close/>
                    <a:moveTo>
                      <a:pt x="753841" y="486519"/>
                    </a:moveTo>
                    <a:lnTo>
                      <a:pt x="754060" y="486961"/>
                    </a:lnTo>
                    <a:lnTo>
                      <a:pt x="755377" y="488948"/>
                    </a:lnTo>
                    <a:lnTo>
                      <a:pt x="756913" y="491598"/>
                    </a:lnTo>
                    <a:lnTo>
                      <a:pt x="759107" y="495793"/>
                    </a:lnTo>
                    <a:lnTo>
                      <a:pt x="761082" y="500650"/>
                    </a:lnTo>
                    <a:lnTo>
                      <a:pt x="763057" y="506612"/>
                    </a:lnTo>
                    <a:lnTo>
                      <a:pt x="765032" y="513015"/>
                    </a:lnTo>
                    <a:lnTo>
                      <a:pt x="766348" y="520302"/>
                    </a:lnTo>
                    <a:lnTo>
                      <a:pt x="766787" y="528471"/>
                    </a:lnTo>
                    <a:lnTo>
                      <a:pt x="766787" y="537303"/>
                    </a:lnTo>
                    <a:lnTo>
                      <a:pt x="765690" y="546577"/>
                    </a:lnTo>
                    <a:lnTo>
                      <a:pt x="763496" y="555630"/>
                    </a:lnTo>
                    <a:lnTo>
                      <a:pt x="760424" y="563358"/>
                    </a:lnTo>
                    <a:lnTo>
                      <a:pt x="756693" y="570203"/>
                    </a:lnTo>
                    <a:lnTo>
                      <a:pt x="752305" y="575943"/>
                    </a:lnTo>
                    <a:lnTo>
                      <a:pt x="747916" y="581022"/>
                    </a:lnTo>
                    <a:lnTo>
                      <a:pt x="743967" y="584775"/>
                    </a:lnTo>
                    <a:lnTo>
                      <a:pt x="739798" y="587867"/>
                    </a:lnTo>
                    <a:lnTo>
                      <a:pt x="736067" y="590296"/>
                    </a:lnTo>
                    <a:lnTo>
                      <a:pt x="733434" y="591841"/>
                    </a:lnTo>
                    <a:lnTo>
                      <a:pt x="731459" y="592724"/>
                    </a:lnTo>
                    <a:lnTo>
                      <a:pt x="730801" y="592945"/>
                    </a:lnTo>
                    <a:lnTo>
                      <a:pt x="730362" y="592504"/>
                    </a:lnTo>
                    <a:lnTo>
                      <a:pt x="729046" y="590958"/>
                    </a:lnTo>
                    <a:lnTo>
                      <a:pt x="726851" y="587867"/>
                    </a:lnTo>
                    <a:lnTo>
                      <a:pt x="724438" y="584113"/>
                    </a:lnTo>
                    <a:lnTo>
                      <a:pt x="721805" y="579476"/>
                    </a:lnTo>
                    <a:lnTo>
                      <a:pt x="719391" y="573956"/>
                    </a:lnTo>
                    <a:lnTo>
                      <a:pt x="716977" y="567332"/>
                    </a:lnTo>
                    <a:lnTo>
                      <a:pt x="715002" y="560046"/>
                    </a:lnTo>
                    <a:lnTo>
                      <a:pt x="714125" y="552318"/>
                    </a:lnTo>
                    <a:lnTo>
                      <a:pt x="713905" y="543486"/>
                    </a:lnTo>
                    <a:lnTo>
                      <a:pt x="715002" y="534654"/>
                    </a:lnTo>
                    <a:lnTo>
                      <a:pt x="717197" y="526042"/>
                    </a:lnTo>
                    <a:lnTo>
                      <a:pt x="720707" y="517873"/>
                    </a:lnTo>
                    <a:lnTo>
                      <a:pt x="724657" y="511249"/>
                    </a:lnTo>
                    <a:lnTo>
                      <a:pt x="729265" y="505287"/>
                    </a:lnTo>
                    <a:lnTo>
                      <a:pt x="734312" y="499988"/>
                    </a:lnTo>
                    <a:lnTo>
                      <a:pt x="738920" y="495793"/>
                    </a:lnTo>
                    <a:lnTo>
                      <a:pt x="743528" y="492260"/>
                    </a:lnTo>
                    <a:lnTo>
                      <a:pt x="747697" y="489831"/>
                    </a:lnTo>
                    <a:lnTo>
                      <a:pt x="750988" y="488065"/>
                    </a:lnTo>
                    <a:lnTo>
                      <a:pt x="752963" y="486740"/>
                    </a:lnTo>
                    <a:close/>
                    <a:moveTo>
                      <a:pt x="46052" y="460743"/>
                    </a:moveTo>
                    <a:lnTo>
                      <a:pt x="53103" y="460743"/>
                    </a:lnTo>
                    <a:lnTo>
                      <a:pt x="61255" y="461628"/>
                    </a:lnTo>
                    <a:lnTo>
                      <a:pt x="70069" y="463176"/>
                    </a:lnTo>
                    <a:lnTo>
                      <a:pt x="79103" y="466050"/>
                    </a:lnTo>
                    <a:lnTo>
                      <a:pt x="88578" y="470031"/>
                    </a:lnTo>
                    <a:lnTo>
                      <a:pt x="96731" y="474675"/>
                    </a:lnTo>
                    <a:lnTo>
                      <a:pt x="103341" y="479982"/>
                    </a:lnTo>
                    <a:lnTo>
                      <a:pt x="108850" y="485510"/>
                    </a:lnTo>
                    <a:lnTo>
                      <a:pt x="113257" y="491039"/>
                    </a:lnTo>
                    <a:lnTo>
                      <a:pt x="116782" y="496567"/>
                    </a:lnTo>
                    <a:lnTo>
                      <a:pt x="119206" y="501875"/>
                    </a:lnTo>
                    <a:lnTo>
                      <a:pt x="120969" y="506518"/>
                    </a:lnTo>
                    <a:lnTo>
                      <a:pt x="122291" y="510499"/>
                    </a:lnTo>
                    <a:lnTo>
                      <a:pt x="123172" y="513595"/>
                    </a:lnTo>
                    <a:lnTo>
                      <a:pt x="123613" y="515806"/>
                    </a:lnTo>
                    <a:lnTo>
                      <a:pt x="123613" y="516470"/>
                    </a:lnTo>
                    <a:lnTo>
                      <a:pt x="122952" y="516691"/>
                    </a:lnTo>
                    <a:lnTo>
                      <a:pt x="120748" y="517796"/>
                    </a:lnTo>
                    <a:lnTo>
                      <a:pt x="117664" y="518902"/>
                    </a:lnTo>
                    <a:lnTo>
                      <a:pt x="113257" y="520229"/>
                    </a:lnTo>
                    <a:lnTo>
                      <a:pt x="107748" y="521113"/>
                    </a:lnTo>
                    <a:lnTo>
                      <a:pt x="101799" y="521998"/>
                    </a:lnTo>
                    <a:lnTo>
                      <a:pt x="94527" y="522219"/>
                    </a:lnTo>
                    <a:lnTo>
                      <a:pt x="87036" y="521998"/>
                    </a:lnTo>
                    <a:lnTo>
                      <a:pt x="79324" y="521113"/>
                    </a:lnTo>
                    <a:lnTo>
                      <a:pt x="70950" y="518681"/>
                    </a:lnTo>
                    <a:lnTo>
                      <a:pt x="62577" y="515143"/>
                    </a:lnTo>
                    <a:lnTo>
                      <a:pt x="54645" y="510278"/>
                    </a:lnTo>
                    <a:lnTo>
                      <a:pt x="48255" y="504970"/>
                    </a:lnTo>
                    <a:lnTo>
                      <a:pt x="42526" y="499221"/>
                    </a:lnTo>
                    <a:lnTo>
                      <a:pt x="38119" y="493029"/>
                    </a:lnTo>
                    <a:lnTo>
                      <a:pt x="34594" y="486837"/>
                    </a:lnTo>
                    <a:lnTo>
                      <a:pt x="31949" y="480867"/>
                    </a:lnTo>
                    <a:lnTo>
                      <a:pt x="29746" y="475338"/>
                    </a:lnTo>
                    <a:lnTo>
                      <a:pt x="28644" y="470694"/>
                    </a:lnTo>
                    <a:lnTo>
                      <a:pt x="27543" y="467156"/>
                    </a:lnTo>
                    <a:lnTo>
                      <a:pt x="27322" y="464724"/>
                    </a:lnTo>
                    <a:lnTo>
                      <a:pt x="27102" y="464060"/>
                    </a:lnTo>
                    <a:lnTo>
                      <a:pt x="27983" y="463839"/>
                    </a:lnTo>
                    <a:lnTo>
                      <a:pt x="30407" y="463176"/>
                    </a:lnTo>
                    <a:lnTo>
                      <a:pt x="34594" y="462291"/>
                    </a:lnTo>
                    <a:lnTo>
                      <a:pt x="39441" y="461407"/>
                    </a:lnTo>
                    <a:close/>
                    <a:moveTo>
                      <a:pt x="952637" y="460739"/>
                    </a:moveTo>
                    <a:lnTo>
                      <a:pt x="960163" y="460739"/>
                    </a:lnTo>
                    <a:lnTo>
                      <a:pt x="966360" y="461400"/>
                    </a:lnTo>
                    <a:lnTo>
                      <a:pt x="971673" y="462061"/>
                    </a:lnTo>
                    <a:lnTo>
                      <a:pt x="975436" y="462943"/>
                    </a:lnTo>
                    <a:lnTo>
                      <a:pt x="977870" y="463604"/>
                    </a:lnTo>
                    <a:lnTo>
                      <a:pt x="978977" y="463824"/>
                    </a:lnTo>
                    <a:lnTo>
                      <a:pt x="978534" y="464485"/>
                    </a:lnTo>
                    <a:lnTo>
                      <a:pt x="978313" y="466909"/>
                    </a:lnTo>
                    <a:lnTo>
                      <a:pt x="977428" y="470434"/>
                    </a:lnTo>
                    <a:lnTo>
                      <a:pt x="976100" y="475061"/>
                    </a:lnTo>
                    <a:lnTo>
                      <a:pt x="973886" y="480570"/>
                    </a:lnTo>
                    <a:lnTo>
                      <a:pt x="971451" y="486519"/>
                    </a:lnTo>
                    <a:lnTo>
                      <a:pt x="967688" y="492689"/>
                    </a:lnTo>
                    <a:lnTo>
                      <a:pt x="963262" y="498859"/>
                    </a:lnTo>
                    <a:lnTo>
                      <a:pt x="957728" y="504588"/>
                    </a:lnTo>
                    <a:lnTo>
                      <a:pt x="951088" y="510096"/>
                    </a:lnTo>
                    <a:lnTo>
                      <a:pt x="943119" y="514723"/>
                    </a:lnTo>
                    <a:lnTo>
                      <a:pt x="934708" y="518469"/>
                    </a:lnTo>
                    <a:lnTo>
                      <a:pt x="926297" y="520673"/>
                    </a:lnTo>
                    <a:lnTo>
                      <a:pt x="918550" y="521774"/>
                    </a:lnTo>
                    <a:lnTo>
                      <a:pt x="911024" y="522215"/>
                    </a:lnTo>
                    <a:lnTo>
                      <a:pt x="904162" y="521774"/>
                    </a:lnTo>
                    <a:lnTo>
                      <a:pt x="897964" y="520893"/>
                    </a:lnTo>
                    <a:lnTo>
                      <a:pt x="892431" y="519791"/>
                    </a:lnTo>
                    <a:lnTo>
                      <a:pt x="888225" y="518469"/>
                    </a:lnTo>
                    <a:lnTo>
                      <a:pt x="884684" y="517368"/>
                    </a:lnTo>
                    <a:lnTo>
                      <a:pt x="882913" y="516707"/>
                    </a:lnTo>
                    <a:lnTo>
                      <a:pt x="881806" y="516266"/>
                    </a:lnTo>
                    <a:lnTo>
                      <a:pt x="882249" y="515384"/>
                    </a:lnTo>
                    <a:lnTo>
                      <a:pt x="882470" y="513622"/>
                    </a:lnTo>
                    <a:lnTo>
                      <a:pt x="883134" y="510537"/>
                    </a:lnTo>
                    <a:lnTo>
                      <a:pt x="884462" y="506571"/>
                    </a:lnTo>
                    <a:lnTo>
                      <a:pt x="886233" y="501503"/>
                    </a:lnTo>
                    <a:lnTo>
                      <a:pt x="888889" y="496215"/>
                    </a:lnTo>
                    <a:lnTo>
                      <a:pt x="892209" y="491147"/>
                    </a:lnTo>
                    <a:lnTo>
                      <a:pt x="896636" y="485197"/>
                    </a:lnTo>
                    <a:lnTo>
                      <a:pt x="902170" y="479689"/>
                    </a:lnTo>
                    <a:lnTo>
                      <a:pt x="909032" y="474621"/>
                    </a:lnTo>
                    <a:lnTo>
                      <a:pt x="917000" y="469773"/>
                    </a:lnTo>
                    <a:lnTo>
                      <a:pt x="926739" y="465807"/>
                    </a:lnTo>
                    <a:lnTo>
                      <a:pt x="935815" y="462943"/>
                    </a:lnTo>
                    <a:lnTo>
                      <a:pt x="944447" y="461400"/>
                    </a:lnTo>
                    <a:close/>
                    <a:moveTo>
                      <a:pt x="210846" y="427030"/>
                    </a:moveTo>
                    <a:lnTo>
                      <a:pt x="211502" y="427250"/>
                    </a:lnTo>
                    <a:lnTo>
                      <a:pt x="213031" y="428793"/>
                    </a:lnTo>
                    <a:lnTo>
                      <a:pt x="215217" y="430996"/>
                    </a:lnTo>
                    <a:lnTo>
                      <a:pt x="218057" y="434081"/>
                    </a:lnTo>
                    <a:lnTo>
                      <a:pt x="221117" y="438047"/>
                    </a:lnTo>
                    <a:lnTo>
                      <a:pt x="224176" y="442675"/>
                    </a:lnTo>
                    <a:lnTo>
                      <a:pt x="227235" y="447963"/>
                    </a:lnTo>
                    <a:lnTo>
                      <a:pt x="230076" y="454132"/>
                    </a:lnTo>
                    <a:lnTo>
                      <a:pt x="232261" y="460522"/>
                    </a:lnTo>
                    <a:lnTo>
                      <a:pt x="234009" y="468014"/>
                    </a:lnTo>
                    <a:lnTo>
                      <a:pt x="234665" y="475726"/>
                    </a:lnTo>
                    <a:lnTo>
                      <a:pt x="234228" y="483879"/>
                    </a:lnTo>
                    <a:lnTo>
                      <a:pt x="232480" y="492913"/>
                    </a:lnTo>
                    <a:lnTo>
                      <a:pt x="230076" y="501286"/>
                    </a:lnTo>
                    <a:lnTo>
                      <a:pt x="226580" y="508337"/>
                    </a:lnTo>
                    <a:lnTo>
                      <a:pt x="222865" y="514727"/>
                    </a:lnTo>
                    <a:lnTo>
                      <a:pt x="218931" y="520015"/>
                    </a:lnTo>
                    <a:lnTo>
                      <a:pt x="214561" y="524863"/>
                    </a:lnTo>
                    <a:lnTo>
                      <a:pt x="210846" y="528608"/>
                    </a:lnTo>
                    <a:lnTo>
                      <a:pt x="207350" y="531473"/>
                    </a:lnTo>
                    <a:lnTo>
                      <a:pt x="204728" y="533676"/>
                    </a:lnTo>
                    <a:lnTo>
                      <a:pt x="202761" y="534778"/>
                    </a:lnTo>
                    <a:lnTo>
                      <a:pt x="202105" y="535439"/>
                    </a:lnTo>
                    <a:lnTo>
                      <a:pt x="201668" y="534778"/>
                    </a:lnTo>
                    <a:lnTo>
                      <a:pt x="200139" y="533236"/>
                    </a:lnTo>
                    <a:lnTo>
                      <a:pt x="197953" y="531032"/>
                    </a:lnTo>
                    <a:lnTo>
                      <a:pt x="195113" y="527727"/>
                    </a:lnTo>
                    <a:lnTo>
                      <a:pt x="192272" y="523761"/>
                    </a:lnTo>
                    <a:lnTo>
                      <a:pt x="189213" y="518693"/>
                    </a:lnTo>
                    <a:lnTo>
                      <a:pt x="186372" y="512964"/>
                    </a:lnTo>
                    <a:lnTo>
                      <a:pt x="184187" y="506133"/>
                    </a:lnTo>
                    <a:lnTo>
                      <a:pt x="182657" y="498421"/>
                    </a:lnTo>
                    <a:lnTo>
                      <a:pt x="181783" y="490048"/>
                    </a:lnTo>
                    <a:lnTo>
                      <a:pt x="182438" y="480794"/>
                    </a:lnTo>
                    <a:lnTo>
                      <a:pt x="183968" y="471540"/>
                    </a:lnTo>
                    <a:lnTo>
                      <a:pt x="186372" y="463387"/>
                    </a:lnTo>
                    <a:lnTo>
                      <a:pt x="189213" y="455675"/>
                    </a:lnTo>
                    <a:lnTo>
                      <a:pt x="192709" y="449064"/>
                    </a:lnTo>
                    <a:lnTo>
                      <a:pt x="196424" y="443336"/>
                    </a:lnTo>
                    <a:lnTo>
                      <a:pt x="200139" y="438268"/>
                    </a:lnTo>
                    <a:lnTo>
                      <a:pt x="203416" y="434081"/>
                    </a:lnTo>
                    <a:lnTo>
                      <a:pt x="206476" y="430996"/>
                    </a:lnTo>
                    <a:lnTo>
                      <a:pt x="208661" y="428793"/>
                    </a:lnTo>
                    <a:lnTo>
                      <a:pt x="210191" y="427250"/>
                    </a:lnTo>
                    <a:close/>
                    <a:moveTo>
                      <a:pt x="794572" y="427026"/>
                    </a:moveTo>
                    <a:lnTo>
                      <a:pt x="795227" y="427467"/>
                    </a:lnTo>
                    <a:lnTo>
                      <a:pt x="796757" y="428789"/>
                    </a:lnTo>
                    <a:lnTo>
                      <a:pt x="799161" y="431213"/>
                    </a:lnTo>
                    <a:lnTo>
                      <a:pt x="802002" y="434297"/>
                    </a:lnTo>
                    <a:lnTo>
                      <a:pt x="805498" y="438264"/>
                    </a:lnTo>
                    <a:lnTo>
                      <a:pt x="809213" y="443552"/>
                    </a:lnTo>
                    <a:lnTo>
                      <a:pt x="812928" y="449501"/>
                    </a:lnTo>
                    <a:lnTo>
                      <a:pt x="816205" y="455891"/>
                    </a:lnTo>
                    <a:lnTo>
                      <a:pt x="819265" y="463603"/>
                    </a:lnTo>
                    <a:lnTo>
                      <a:pt x="821450" y="471976"/>
                    </a:lnTo>
                    <a:lnTo>
                      <a:pt x="823417" y="481231"/>
                    </a:lnTo>
                    <a:lnTo>
                      <a:pt x="823635" y="490485"/>
                    </a:lnTo>
                    <a:lnTo>
                      <a:pt x="822980" y="498858"/>
                    </a:lnTo>
                    <a:lnTo>
                      <a:pt x="821231" y="506570"/>
                    </a:lnTo>
                    <a:lnTo>
                      <a:pt x="819046" y="512960"/>
                    </a:lnTo>
                    <a:lnTo>
                      <a:pt x="816205" y="518689"/>
                    </a:lnTo>
                    <a:lnTo>
                      <a:pt x="813365" y="523977"/>
                    </a:lnTo>
                    <a:lnTo>
                      <a:pt x="810305" y="527943"/>
                    </a:lnTo>
                    <a:lnTo>
                      <a:pt x="807683" y="531028"/>
                    </a:lnTo>
                    <a:lnTo>
                      <a:pt x="805498" y="533672"/>
                    </a:lnTo>
                    <a:lnTo>
                      <a:pt x="803968" y="535215"/>
                    </a:lnTo>
                    <a:lnTo>
                      <a:pt x="803531" y="535435"/>
                    </a:lnTo>
                    <a:lnTo>
                      <a:pt x="802657" y="535215"/>
                    </a:lnTo>
                    <a:lnTo>
                      <a:pt x="801127" y="533893"/>
                    </a:lnTo>
                    <a:lnTo>
                      <a:pt x="798287" y="531689"/>
                    </a:lnTo>
                    <a:lnTo>
                      <a:pt x="795009" y="528604"/>
                    </a:lnTo>
                    <a:lnTo>
                      <a:pt x="790857" y="524859"/>
                    </a:lnTo>
                    <a:lnTo>
                      <a:pt x="786924" y="520231"/>
                    </a:lnTo>
                    <a:lnTo>
                      <a:pt x="782553" y="514723"/>
                    </a:lnTo>
                    <a:lnTo>
                      <a:pt x="778838" y="508553"/>
                    </a:lnTo>
                    <a:lnTo>
                      <a:pt x="775561" y="501282"/>
                    </a:lnTo>
                    <a:lnTo>
                      <a:pt x="772938" y="493129"/>
                    </a:lnTo>
                    <a:lnTo>
                      <a:pt x="771409" y="484315"/>
                    </a:lnTo>
                    <a:lnTo>
                      <a:pt x="770753" y="475942"/>
                    </a:lnTo>
                    <a:lnTo>
                      <a:pt x="771846" y="468230"/>
                    </a:lnTo>
                    <a:lnTo>
                      <a:pt x="773375" y="460739"/>
                    </a:lnTo>
                    <a:lnTo>
                      <a:pt x="775561" y="454349"/>
                    </a:lnTo>
                    <a:lnTo>
                      <a:pt x="778183" y="448179"/>
                    </a:lnTo>
                    <a:lnTo>
                      <a:pt x="781242" y="442671"/>
                    </a:lnTo>
                    <a:lnTo>
                      <a:pt x="784738" y="438043"/>
                    </a:lnTo>
                    <a:lnTo>
                      <a:pt x="787579" y="434297"/>
                    </a:lnTo>
                    <a:lnTo>
                      <a:pt x="790201" y="430992"/>
                    </a:lnTo>
                    <a:lnTo>
                      <a:pt x="792387" y="428789"/>
                    </a:lnTo>
                    <a:lnTo>
                      <a:pt x="793916" y="427467"/>
                    </a:lnTo>
                    <a:close/>
                    <a:moveTo>
                      <a:pt x="220" y="376131"/>
                    </a:moveTo>
                    <a:lnTo>
                      <a:pt x="881" y="376131"/>
                    </a:lnTo>
                    <a:lnTo>
                      <a:pt x="3746" y="376131"/>
                    </a:lnTo>
                    <a:lnTo>
                      <a:pt x="7492" y="376131"/>
                    </a:lnTo>
                    <a:lnTo>
                      <a:pt x="12780" y="376351"/>
                    </a:lnTo>
                    <a:lnTo>
                      <a:pt x="18949" y="377233"/>
                    </a:lnTo>
                    <a:lnTo>
                      <a:pt x="26221" y="378775"/>
                    </a:lnTo>
                    <a:lnTo>
                      <a:pt x="33933" y="381199"/>
                    </a:lnTo>
                    <a:lnTo>
                      <a:pt x="42086" y="384724"/>
                    </a:lnTo>
                    <a:lnTo>
                      <a:pt x="50459" y="389352"/>
                    </a:lnTo>
                    <a:lnTo>
                      <a:pt x="58832" y="395521"/>
                    </a:lnTo>
                    <a:lnTo>
                      <a:pt x="66103" y="402572"/>
                    </a:lnTo>
                    <a:lnTo>
                      <a:pt x="72052" y="409623"/>
                    </a:lnTo>
                    <a:lnTo>
                      <a:pt x="76019" y="417115"/>
                    </a:lnTo>
                    <a:lnTo>
                      <a:pt x="79103" y="423945"/>
                    </a:lnTo>
                    <a:lnTo>
                      <a:pt x="81086" y="430335"/>
                    </a:lnTo>
                    <a:lnTo>
                      <a:pt x="81968" y="436064"/>
                    </a:lnTo>
                    <a:lnTo>
                      <a:pt x="82629" y="441132"/>
                    </a:lnTo>
                    <a:lnTo>
                      <a:pt x="82629" y="445098"/>
                    </a:lnTo>
                    <a:lnTo>
                      <a:pt x="82629" y="447522"/>
                    </a:lnTo>
                    <a:lnTo>
                      <a:pt x="82629" y="448183"/>
                    </a:lnTo>
                    <a:lnTo>
                      <a:pt x="81527" y="448403"/>
                    </a:lnTo>
                    <a:lnTo>
                      <a:pt x="78883" y="448844"/>
                    </a:lnTo>
                    <a:lnTo>
                      <a:pt x="74696" y="449505"/>
                    </a:lnTo>
                    <a:lnTo>
                      <a:pt x="69408" y="449505"/>
                    </a:lnTo>
                    <a:lnTo>
                      <a:pt x="63018" y="449064"/>
                    </a:lnTo>
                    <a:lnTo>
                      <a:pt x="55747" y="448183"/>
                    </a:lnTo>
                    <a:lnTo>
                      <a:pt x="48035" y="446641"/>
                    </a:lnTo>
                    <a:lnTo>
                      <a:pt x="39882" y="443556"/>
                    </a:lnTo>
                    <a:lnTo>
                      <a:pt x="31509" y="439590"/>
                    </a:lnTo>
                    <a:lnTo>
                      <a:pt x="23356" y="433640"/>
                    </a:lnTo>
                    <a:lnTo>
                      <a:pt x="16746" y="427250"/>
                    </a:lnTo>
                    <a:lnTo>
                      <a:pt x="11458" y="420420"/>
                    </a:lnTo>
                    <a:lnTo>
                      <a:pt x="7492" y="413589"/>
                    </a:lnTo>
                    <a:lnTo>
                      <a:pt x="4407" y="406538"/>
                    </a:lnTo>
                    <a:lnTo>
                      <a:pt x="2424" y="399708"/>
                    </a:lnTo>
                    <a:lnTo>
                      <a:pt x="881" y="393318"/>
                    </a:lnTo>
                    <a:lnTo>
                      <a:pt x="220" y="387809"/>
                    </a:lnTo>
                    <a:lnTo>
                      <a:pt x="0" y="382741"/>
                    </a:lnTo>
                    <a:lnTo>
                      <a:pt x="0" y="379657"/>
                    </a:lnTo>
                    <a:lnTo>
                      <a:pt x="0" y="379216"/>
                    </a:lnTo>
                    <a:lnTo>
                      <a:pt x="0" y="377012"/>
                    </a:lnTo>
                    <a:close/>
                    <a:moveTo>
                      <a:pt x="1002104" y="376127"/>
                    </a:moveTo>
                    <a:lnTo>
                      <a:pt x="1004534" y="376349"/>
                    </a:lnTo>
                    <a:lnTo>
                      <a:pt x="1005418" y="376349"/>
                    </a:lnTo>
                    <a:lnTo>
                      <a:pt x="1005418" y="377235"/>
                    </a:lnTo>
                    <a:lnTo>
                      <a:pt x="1005418" y="379452"/>
                    </a:lnTo>
                    <a:lnTo>
                      <a:pt x="1005418" y="383220"/>
                    </a:lnTo>
                    <a:lnTo>
                      <a:pt x="1005197" y="388097"/>
                    </a:lnTo>
                    <a:lnTo>
                      <a:pt x="1004534" y="393639"/>
                    </a:lnTo>
                    <a:lnTo>
                      <a:pt x="1002988" y="400289"/>
                    </a:lnTo>
                    <a:lnTo>
                      <a:pt x="1001000" y="407160"/>
                    </a:lnTo>
                    <a:lnTo>
                      <a:pt x="997906" y="413810"/>
                    </a:lnTo>
                    <a:lnTo>
                      <a:pt x="993930" y="421125"/>
                    </a:lnTo>
                    <a:lnTo>
                      <a:pt x="988627" y="427775"/>
                    </a:lnTo>
                    <a:lnTo>
                      <a:pt x="981999" y="433982"/>
                    </a:lnTo>
                    <a:lnTo>
                      <a:pt x="973825" y="439967"/>
                    </a:lnTo>
                    <a:lnTo>
                      <a:pt x="965430" y="444178"/>
                    </a:lnTo>
                    <a:lnTo>
                      <a:pt x="957476" y="447060"/>
                    </a:lnTo>
                    <a:lnTo>
                      <a:pt x="949523" y="448833"/>
                    </a:lnTo>
                    <a:lnTo>
                      <a:pt x="942453" y="449941"/>
                    </a:lnTo>
                    <a:lnTo>
                      <a:pt x="936046" y="450163"/>
                    </a:lnTo>
                    <a:lnTo>
                      <a:pt x="930523" y="449941"/>
                    </a:lnTo>
                    <a:lnTo>
                      <a:pt x="926546" y="449498"/>
                    </a:lnTo>
                    <a:lnTo>
                      <a:pt x="923895" y="449276"/>
                    </a:lnTo>
                    <a:lnTo>
                      <a:pt x="923011" y="448833"/>
                    </a:lnTo>
                    <a:lnTo>
                      <a:pt x="923011" y="447946"/>
                    </a:lnTo>
                    <a:lnTo>
                      <a:pt x="922790" y="445508"/>
                    </a:lnTo>
                    <a:lnTo>
                      <a:pt x="922790" y="441740"/>
                    </a:lnTo>
                    <a:lnTo>
                      <a:pt x="923232" y="436863"/>
                    </a:lnTo>
                    <a:lnTo>
                      <a:pt x="924337" y="430878"/>
                    </a:lnTo>
                    <a:lnTo>
                      <a:pt x="926546" y="424450"/>
                    </a:lnTo>
                    <a:lnTo>
                      <a:pt x="929197" y="417357"/>
                    </a:lnTo>
                    <a:lnTo>
                      <a:pt x="933395" y="410263"/>
                    </a:lnTo>
                    <a:lnTo>
                      <a:pt x="939360" y="402727"/>
                    </a:lnTo>
                    <a:lnTo>
                      <a:pt x="946430" y="395634"/>
                    </a:lnTo>
                    <a:lnTo>
                      <a:pt x="954825" y="389649"/>
                    </a:lnTo>
                    <a:lnTo>
                      <a:pt x="963220" y="384994"/>
                    </a:lnTo>
                    <a:lnTo>
                      <a:pt x="971395" y="381669"/>
                    </a:lnTo>
                    <a:lnTo>
                      <a:pt x="979127" y="379230"/>
                    </a:lnTo>
                    <a:lnTo>
                      <a:pt x="986418" y="377679"/>
                    </a:lnTo>
                    <a:lnTo>
                      <a:pt x="992604" y="376570"/>
                    </a:lnTo>
                    <a:lnTo>
                      <a:pt x="997906" y="376349"/>
                    </a:lnTo>
                    <a:close/>
                    <a:moveTo>
                      <a:pt x="166139" y="367537"/>
                    </a:moveTo>
                    <a:lnTo>
                      <a:pt x="166800" y="367978"/>
                    </a:lnTo>
                    <a:lnTo>
                      <a:pt x="167902" y="369520"/>
                    </a:lnTo>
                    <a:lnTo>
                      <a:pt x="169885" y="371944"/>
                    </a:lnTo>
                    <a:lnTo>
                      <a:pt x="172309" y="375249"/>
                    </a:lnTo>
                    <a:lnTo>
                      <a:pt x="175173" y="379656"/>
                    </a:lnTo>
                    <a:lnTo>
                      <a:pt x="177597" y="384504"/>
                    </a:lnTo>
                    <a:lnTo>
                      <a:pt x="180462" y="390232"/>
                    </a:lnTo>
                    <a:lnTo>
                      <a:pt x="182665" y="396402"/>
                    </a:lnTo>
                    <a:lnTo>
                      <a:pt x="184207" y="403453"/>
                    </a:lnTo>
                    <a:lnTo>
                      <a:pt x="185089" y="410724"/>
                    </a:lnTo>
                    <a:lnTo>
                      <a:pt x="185089" y="418436"/>
                    </a:lnTo>
                    <a:lnTo>
                      <a:pt x="183767" y="426809"/>
                    </a:lnTo>
                    <a:lnTo>
                      <a:pt x="181343" y="435403"/>
                    </a:lnTo>
                    <a:lnTo>
                      <a:pt x="178258" y="443556"/>
                    </a:lnTo>
                    <a:lnTo>
                      <a:pt x="174292" y="450166"/>
                    </a:lnTo>
                    <a:lnTo>
                      <a:pt x="169444" y="456115"/>
                    </a:lnTo>
                    <a:lnTo>
                      <a:pt x="165258" y="461404"/>
                    </a:lnTo>
                    <a:lnTo>
                      <a:pt x="160410" y="465370"/>
                    </a:lnTo>
                    <a:lnTo>
                      <a:pt x="156224" y="468675"/>
                    </a:lnTo>
                    <a:lnTo>
                      <a:pt x="152478" y="471539"/>
                    </a:lnTo>
                    <a:lnTo>
                      <a:pt x="149613" y="473302"/>
                    </a:lnTo>
                    <a:lnTo>
                      <a:pt x="147630" y="474404"/>
                    </a:lnTo>
                    <a:lnTo>
                      <a:pt x="147189" y="474624"/>
                    </a:lnTo>
                    <a:lnTo>
                      <a:pt x="146528" y="474404"/>
                    </a:lnTo>
                    <a:lnTo>
                      <a:pt x="144986" y="472861"/>
                    </a:lnTo>
                    <a:lnTo>
                      <a:pt x="143003" y="469997"/>
                    </a:lnTo>
                    <a:lnTo>
                      <a:pt x="140579" y="466692"/>
                    </a:lnTo>
                    <a:lnTo>
                      <a:pt x="138155" y="462285"/>
                    </a:lnTo>
                    <a:lnTo>
                      <a:pt x="135511" y="456997"/>
                    </a:lnTo>
                    <a:lnTo>
                      <a:pt x="133308" y="450827"/>
                    </a:lnTo>
                    <a:lnTo>
                      <a:pt x="131765" y="443996"/>
                    </a:lnTo>
                    <a:lnTo>
                      <a:pt x="130884" y="436284"/>
                    </a:lnTo>
                    <a:lnTo>
                      <a:pt x="130884" y="427691"/>
                    </a:lnTo>
                    <a:lnTo>
                      <a:pt x="132206" y="418877"/>
                    </a:lnTo>
                    <a:lnTo>
                      <a:pt x="134630" y="409623"/>
                    </a:lnTo>
                    <a:lnTo>
                      <a:pt x="138155" y="401470"/>
                    </a:lnTo>
                    <a:lnTo>
                      <a:pt x="141901" y="394419"/>
                    </a:lnTo>
                    <a:lnTo>
                      <a:pt x="145867" y="388029"/>
                    </a:lnTo>
                    <a:lnTo>
                      <a:pt x="149834" y="382520"/>
                    </a:lnTo>
                    <a:lnTo>
                      <a:pt x="154020" y="377893"/>
                    </a:lnTo>
                    <a:lnTo>
                      <a:pt x="157766" y="374147"/>
                    </a:lnTo>
                    <a:lnTo>
                      <a:pt x="161071" y="371283"/>
                    </a:lnTo>
                    <a:lnTo>
                      <a:pt x="163715" y="369079"/>
                    </a:lnTo>
                    <a:lnTo>
                      <a:pt x="165478" y="367978"/>
                    </a:lnTo>
                    <a:close/>
                    <a:moveTo>
                      <a:pt x="839279" y="367533"/>
                    </a:moveTo>
                    <a:lnTo>
                      <a:pt x="839941" y="368193"/>
                    </a:lnTo>
                    <a:lnTo>
                      <a:pt x="841924" y="369512"/>
                    </a:lnTo>
                    <a:lnTo>
                      <a:pt x="844347" y="371271"/>
                    </a:lnTo>
                    <a:lnTo>
                      <a:pt x="847873" y="374350"/>
                    </a:lnTo>
                    <a:lnTo>
                      <a:pt x="851398" y="378088"/>
                    </a:lnTo>
                    <a:lnTo>
                      <a:pt x="855585" y="382706"/>
                    </a:lnTo>
                    <a:lnTo>
                      <a:pt x="859992" y="388203"/>
                    </a:lnTo>
                    <a:lnTo>
                      <a:pt x="863958" y="394360"/>
                    </a:lnTo>
                    <a:lnTo>
                      <a:pt x="867704" y="401836"/>
                    </a:lnTo>
                    <a:lnTo>
                      <a:pt x="870788" y="409752"/>
                    </a:lnTo>
                    <a:lnTo>
                      <a:pt x="873212" y="418768"/>
                    </a:lnTo>
                    <a:lnTo>
                      <a:pt x="874534" y="428003"/>
                    </a:lnTo>
                    <a:lnTo>
                      <a:pt x="874534" y="436139"/>
                    </a:lnTo>
                    <a:lnTo>
                      <a:pt x="873653" y="443835"/>
                    </a:lnTo>
                    <a:lnTo>
                      <a:pt x="872110" y="451092"/>
                    </a:lnTo>
                    <a:lnTo>
                      <a:pt x="869907" y="456809"/>
                    </a:lnTo>
                    <a:lnTo>
                      <a:pt x="867483" y="462086"/>
                    </a:lnTo>
                    <a:lnTo>
                      <a:pt x="864839" y="466704"/>
                    </a:lnTo>
                    <a:lnTo>
                      <a:pt x="862415" y="470002"/>
                    </a:lnTo>
                    <a:lnTo>
                      <a:pt x="860432" y="472641"/>
                    </a:lnTo>
                    <a:lnTo>
                      <a:pt x="858890" y="474180"/>
                    </a:lnTo>
                    <a:lnTo>
                      <a:pt x="858670" y="474620"/>
                    </a:lnTo>
                    <a:lnTo>
                      <a:pt x="857788" y="474400"/>
                    </a:lnTo>
                    <a:lnTo>
                      <a:pt x="855805" y="473081"/>
                    </a:lnTo>
                    <a:lnTo>
                      <a:pt x="853161" y="471322"/>
                    </a:lnTo>
                    <a:lnTo>
                      <a:pt x="849415" y="468903"/>
                    </a:lnTo>
                    <a:lnTo>
                      <a:pt x="845008" y="465385"/>
                    </a:lnTo>
                    <a:lnTo>
                      <a:pt x="840381" y="461207"/>
                    </a:lnTo>
                    <a:lnTo>
                      <a:pt x="835974" y="456149"/>
                    </a:lnTo>
                    <a:lnTo>
                      <a:pt x="831347" y="449992"/>
                    </a:lnTo>
                    <a:lnTo>
                      <a:pt x="827161" y="443396"/>
                    </a:lnTo>
                    <a:lnTo>
                      <a:pt x="824076" y="435699"/>
                    </a:lnTo>
                    <a:lnTo>
                      <a:pt x="821652" y="427124"/>
                    </a:lnTo>
                    <a:lnTo>
                      <a:pt x="820330" y="418768"/>
                    </a:lnTo>
                    <a:lnTo>
                      <a:pt x="820330" y="410632"/>
                    </a:lnTo>
                    <a:lnTo>
                      <a:pt x="821211" y="403375"/>
                    </a:lnTo>
                    <a:lnTo>
                      <a:pt x="822754" y="396559"/>
                    </a:lnTo>
                    <a:lnTo>
                      <a:pt x="825398" y="390182"/>
                    </a:lnTo>
                    <a:lnTo>
                      <a:pt x="827822" y="384465"/>
                    </a:lnTo>
                    <a:lnTo>
                      <a:pt x="830686" y="379627"/>
                    </a:lnTo>
                    <a:lnTo>
                      <a:pt x="833110" y="375669"/>
                    </a:lnTo>
                    <a:lnTo>
                      <a:pt x="835534" y="372151"/>
                    </a:lnTo>
                    <a:lnTo>
                      <a:pt x="837517" y="369732"/>
                    </a:lnTo>
                    <a:lnTo>
                      <a:pt x="839059" y="368193"/>
                    </a:lnTo>
                    <a:close/>
                    <a:moveTo>
                      <a:pt x="922356" y="320600"/>
                    </a:moveTo>
                    <a:lnTo>
                      <a:pt x="922577" y="321262"/>
                    </a:lnTo>
                    <a:lnTo>
                      <a:pt x="923017" y="323248"/>
                    </a:lnTo>
                    <a:lnTo>
                      <a:pt x="923458" y="326337"/>
                    </a:lnTo>
                    <a:lnTo>
                      <a:pt x="923899" y="330750"/>
                    </a:lnTo>
                    <a:lnTo>
                      <a:pt x="924119" y="336046"/>
                    </a:lnTo>
                    <a:lnTo>
                      <a:pt x="924560" y="342445"/>
                    </a:lnTo>
                    <a:lnTo>
                      <a:pt x="924780" y="349506"/>
                    </a:lnTo>
                    <a:lnTo>
                      <a:pt x="924560" y="357891"/>
                    </a:lnTo>
                    <a:lnTo>
                      <a:pt x="923899" y="366937"/>
                    </a:lnTo>
                    <a:lnTo>
                      <a:pt x="922577" y="376425"/>
                    </a:lnTo>
                    <a:lnTo>
                      <a:pt x="921034" y="387017"/>
                    </a:lnTo>
                    <a:lnTo>
                      <a:pt x="918611" y="398049"/>
                    </a:lnTo>
                    <a:lnTo>
                      <a:pt x="915746" y="409744"/>
                    </a:lnTo>
                    <a:lnTo>
                      <a:pt x="911780" y="422101"/>
                    </a:lnTo>
                    <a:lnTo>
                      <a:pt x="907153" y="435119"/>
                    </a:lnTo>
                    <a:lnTo>
                      <a:pt x="901424" y="448138"/>
                    </a:lnTo>
                    <a:lnTo>
                      <a:pt x="894593" y="461598"/>
                    </a:lnTo>
                    <a:lnTo>
                      <a:pt x="886881" y="475940"/>
                    </a:lnTo>
                    <a:lnTo>
                      <a:pt x="877847" y="489841"/>
                    </a:lnTo>
                    <a:lnTo>
                      <a:pt x="867491" y="504184"/>
                    </a:lnTo>
                    <a:lnTo>
                      <a:pt x="855592" y="518747"/>
                    </a:lnTo>
                    <a:lnTo>
                      <a:pt x="842592" y="533531"/>
                    </a:lnTo>
                    <a:lnTo>
                      <a:pt x="827609" y="548315"/>
                    </a:lnTo>
                    <a:lnTo>
                      <a:pt x="811083" y="562878"/>
                    </a:lnTo>
                    <a:lnTo>
                      <a:pt x="793015" y="577662"/>
                    </a:lnTo>
                    <a:lnTo>
                      <a:pt x="773184" y="592225"/>
                    </a:lnTo>
                    <a:lnTo>
                      <a:pt x="751370" y="606788"/>
                    </a:lnTo>
                    <a:lnTo>
                      <a:pt x="727573" y="620689"/>
                    </a:lnTo>
                    <a:lnTo>
                      <a:pt x="701793" y="634590"/>
                    </a:lnTo>
                    <a:lnTo>
                      <a:pt x="694081" y="619806"/>
                    </a:lnTo>
                    <a:lnTo>
                      <a:pt x="719641" y="606126"/>
                    </a:lnTo>
                    <a:lnTo>
                      <a:pt x="742997" y="592225"/>
                    </a:lnTo>
                    <a:lnTo>
                      <a:pt x="764150" y="578103"/>
                    </a:lnTo>
                    <a:lnTo>
                      <a:pt x="783761" y="563760"/>
                    </a:lnTo>
                    <a:lnTo>
                      <a:pt x="801388" y="549639"/>
                    </a:lnTo>
                    <a:lnTo>
                      <a:pt x="817253" y="535517"/>
                    </a:lnTo>
                    <a:lnTo>
                      <a:pt x="831575" y="521174"/>
                    </a:lnTo>
                    <a:lnTo>
                      <a:pt x="844355" y="507052"/>
                    </a:lnTo>
                    <a:lnTo>
                      <a:pt x="855592" y="493151"/>
                    </a:lnTo>
                    <a:lnTo>
                      <a:pt x="865508" y="479250"/>
                    </a:lnTo>
                    <a:lnTo>
                      <a:pt x="874101" y="465570"/>
                    </a:lnTo>
                    <a:lnTo>
                      <a:pt x="881593" y="452330"/>
                    </a:lnTo>
                    <a:lnTo>
                      <a:pt x="887763" y="439753"/>
                    </a:lnTo>
                    <a:lnTo>
                      <a:pt x="893051" y="427176"/>
                    </a:lnTo>
                    <a:lnTo>
                      <a:pt x="897458" y="415040"/>
                    </a:lnTo>
                    <a:lnTo>
                      <a:pt x="900763" y="403566"/>
                    </a:lnTo>
                    <a:lnTo>
                      <a:pt x="903627" y="392533"/>
                    </a:lnTo>
                    <a:lnTo>
                      <a:pt x="905390" y="382383"/>
                    </a:lnTo>
                    <a:lnTo>
                      <a:pt x="906712" y="372674"/>
                    </a:lnTo>
                    <a:lnTo>
                      <a:pt x="907593" y="363848"/>
                    </a:lnTo>
                    <a:lnTo>
                      <a:pt x="908034" y="355463"/>
                    </a:lnTo>
                    <a:lnTo>
                      <a:pt x="908034" y="347961"/>
                    </a:lnTo>
                    <a:lnTo>
                      <a:pt x="908034" y="341562"/>
                    </a:lnTo>
                    <a:lnTo>
                      <a:pt x="907373" y="336046"/>
                    </a:lnTo>
                    <a:lnTo>
                      <a:pt x="907153" y="331412"/>
                    </a:lnTo>
                    <a:lnTo>
                      <a:pt x="906492" y="327882"/>
                    </a:lnTo>
                    <a:lnTo>
                      <a:pt x="906051" y="325454"/>
                    </a:lnTo>
                    <a:lnTo>
                      <a:pt x="905831" y="324351"/>
                    </a:lnTo>
                    <a:close/>
                    <a:moveTo>
                      <a:pt x="83286" y="320600"/>
                    </a:moveTo>
                    <a:lnTo>
                      <a:pt x="99780" y="324346"/>
                    </a:lnTo>
                    <a:lnTo>
                      <a:pt x="99560" y="325888"/>
                    </a:lnTo>
                    <a:lnTo>
                      <a:pt x="99340" y="328312"/>
                    </a:lnTo>
                    <a:lnTo>
                      <a:pt x="98681" y="331838"/>
                    </a:lnTo>
                    <a:lnTo>
                      <a:pt x="98241" y="336465"/>
                    </a:lnTo>
                    <a:lnTo>
                      <a:pt x="97581" y="341973"/>
                    </a:lnTo>
                    <a:lnTo>
                      <a:pt x="97581" y="348363"/>
                    </a:lnTo>
                    <a:lnTo>
                      <a:pt x="97581" y="355855"/>
                    </a:lnTo>
                    <a:lnTo>
                      <a:pt x="98021" y="363787"/>
                    </a:lnTo>
                    <a:lnTo>
                      <a:pt x="98901" y="372822"/>
                    </a:lnTo>
                    <a:lnTo>
                      <a:pt x="100220" y="382296"/>
                    </a:lnTo>
                    <a:lnTo>
                      <a:pt x="102419" y="392873"/>
                    </a:lnTo>
                    <a:lnTo>
                      <a:pt x="104838" y="403670"/>
                    </a:lnTo>
                    <a:lnTo>
                      <a:pt x="108357" y="415348"/>
                    </a:lnTo>
                    <a:lnTo>
                      <a:pt x="112536" y="427467"/>
                    </a:lnTo>
                    <a:lnTo>
                      <a:pt x="117814" y="439586"/>
                    </a:lnTo>
                    <a:lnTo>
                      <a:pt x="124192" y="452586"/>
                    </a:lnTo>
                    <a:lnTo>
                      <a:pt x="131669" y="465807"/>
                    </a:lnTo>
                    <a:lnTo>
                      <a:pt x="140246" y="479248"/>
                    </a:lnTo>
                    <a:lnTo>
                      <a:pt x="149922" y="493129"/>
                    </a:lnTo>
                    <a:lnTo>
                      <a:pt x="161358" y="507011"/>
                    </a:lnTo>
                    <a:lnTo>
                      <a:pt x="174114" y="521113"/>
                    </a:lnTo>
                    <a:lnTo>
                      <a:pt x="188409" y="535215"/>
                    </a:lnTo>
                    <a:lnTo>
                      <a:pt x="204243" y="549537"/>
                    </a:lnTo>
                    <a:lnTo>
                      <a:pt x="221837" y="563639"/>
                    </a:lnTo>
                    <a:lnTo>
                      <a:pt x="241410" y="577741"/>
                    </a:lnTo>
                    <a:lnTo>
                      <a:pt x="262742" y="592064"/>
                    </a:lnTo>
                    <a:lnTo>
                      <a:pt x="285834" y="605945"/>
                    </a:lnTo>
                    <a:lnTo>
                      <a:pt x="311345" y="619386"/>
                    </a:lnTo>
                    <a:lnTo>
                      <a:pt x="303428" y="634590"/>
                    </a:lnTo>
                    <a:lnTo>
                      <a:pt x="277697" y="620708"/>
                    </a:lnTo>
                    <a:lnTo>
                      <a:pt x="254165" y="606386"/>
                    </a:lnTo>
                    <a:lnTo>
                      <a:pt x="232393" y="592064"/>
                    </a:lnTo>
                    <a:lnTo>
                      <a:pt x="212380" y="577521"/>
                    </a:lnTo>
                    <a:lnTo>
                      <a:pt x="194347" y="562978"/>
                    </a:lnTo>
                    <a:lnTo>
                      <a:pt x="177852" y="548215"/>
                    </a:lnTo>
                    <a:lnTo>
                      <a:pt x="163338" y="533452"/>
                    </a:lnTo>
                    <a:lnTo>
                      <a:pt x="149922" y="518910"/>
                    </a:lnTo>
                    <a:lnTo>
                      <a:pt x="138047" y="504147"/>
                    </a:lnTo>
                    <a:lnTo>
                      <a:pt x="127930" y="490045"/>
                    </a:lnTo>
                    <a:lnTo>
                      <a:pt x="118913" y="475722"/>
                    </a:lnTo>
                    <a:lnTo>
                      <a:pt x="110996" y="461841"/>
                    </a:lnTo>
                    <a:lnTo>
                      <a:pt x="104179" y="448400"/>
                    </a:lnTo>
                    <a:lnTo>
                      <a:pt x="98681" y="435179"/>
                    </a:lnTo>
                    <a:lnTo>
                      <a:pt x="94062" y="422179"/>
                    </a:lnTo>
                    <a:lnTo>
                      <a:pt x="89884" y="410060"/>
                    </a:lnTo>
                    <a:lnTo>
                      <a:pt x="87025" y="398381"/>
                    </a:lnTo>
                    <a:lnTo>
                      <a:pt x="84606" y="387364"/>
                    </a:lnTo>
                    <a:lnTo>
                      <a:pt x="83066" y="376788"/>
                    </a:lnTo>
                    <a:lnTo>
                      <a:pt x="81747" y="366872"/>
                    </a:lnTo>
                    <a:lnTo>
                      <a:pt x="81307" y="358059"/>
                    </a:lnTo>
                    <a:lnTo>
                      <a:pt x="81307" y="349906"/>
                    </a:lnTo>
                    <a:lnTo>
                      <a:pt x="81307" y="342634"/>
                    </a:lnTo>
                    <a:lnTo>
                      <a:pt x="81527" y="336465"/>
                    </a:lnTo>
                    <a:lnTo>
                      <a:pt x="81747" y="330956"/>
                    </a:lnTo>
                    <a:lnTo>
                      <a:pt x="82406" y="326770"/>
                    </a:lnTo>
                    <a:lnTo>
                      <a:pt x="82846" y="323465"/>
                    </a:lnTo>
                    <a:lnTo>
                      <a:pt x="83066" y="321702"/>
                    </a:lnTo>
                    <a:close/>
                    <a:moveTo>
                      <a:pt x="8169" y="284247"/>
                    </a:moveTo>
                    <a:lnTo>
                      <a:pt x="9053" y="284688"/>
                    </a:lnTo>
                    <a:lnTo>
                      <a:pt x="11706" y="285128"/>
                    </a:lnTo>
                    <a:lnTo>
                      <a:pt x="15464" y="286450"/>
                    </a:lnTo>
                    <a:lnTo>
                      <a:pt x="20328" y="288213"/>
                    </a:lnTo>
                    <a:lnTo>
                      <a:pt x="26076" y="291078"/>
                    </a:lnTo>
                    <a:lnTo>
                      <a:pt x="32266" y="294823"/>
                    </a:lnTo>
                    <a:lnTo>
                      <a:pt x="39120" y="299010"/>
                    </a:lnTo>
                    <a:lnTo>
                      <a:pt x="45752" y="304959"/>
                    </a:lnTo>
                    <a:lnTo>
                      <a:pt x="52606" y="311790"/>
                    </a:lnTo>
                    <a:lnTo>
                      <a:pt x="58575" y="320163"/>
                    </a:lnTo>
                    <a:lnTo>
                      <a:pt x="63439" y="328977"/>
                    </a:lnTo>
                    <a:lnTo>
                      <a:pt x="66976" y="337350"/>
                    </a:lnTo>
                    <a:lnTo>
                      <a:pt x="68745" y="345723"/>
                    </a:lnTo>
                    <a:lnTo>
                      <a:pt x="69408" y="352994"/>
                    </a:lnTo>
                    <a:lnTo>
                      <a:pt x="69408" y="359825"/>
                    </a:lnTo>
                    <a:lnTo>
                      <a:pt x="68745" y="365774"/>
                    </a:lnTo>
                    <a:lnTo>
                      <a:pt x="67639" y="370621"/>
                    </a:lnTo>
                    <a:lnTo>
                      <a:pt x="66755" y="374367"/>
                    </a:lnTo>
                    <a:lnTo>
                      <a:pt x="65650" y="376571"/>
                    </a:lnTo>
                    <a:lnTo>
                      <a:pt x="65428" y="377452"/>
                    </a:lnTo>
                    <a:lnTo>
                      <a:pt x="64544" y="377452"/>
                    </a:lnTo>
                    <a:lnTo>
                      <a:pt x="61891" y="376791"/>
                    </a:lnTo>
                    <a:lnTo>
                      <a:pt x="57912" y="376130"/>
                    </a:lnTo>
                    <a:lnTo>
                      <a:pt x="52606" y="374588"/>
                    </a:lnTo>
                    <a:lnTo>
                      <a:pt x="46637" y="372384"/>
                    </a:lnTo>
                    <a:lnTo>
                      <a:pt x="39783" y="369740"/>
                    </a:lnTo>
                    <a:lnTo>
                      <a:pt x="32930" y="365774"/>
                    </a:lnTo>
                    <a:lnTo>
                      <a:pt x="26076" y="360486"/>
                    </a:lnTo>
                    <a:lnTo>
                      <a:pt x="19444" y="353875"/>
                    </a:lnTo>
                    <a:lnTo>
                      <a:pt x="13253" y="345943"/>
                    </a:lnTo>
                    <a:lnTo>
                      <a:pt x="8832" y="338011"/>
                    </a:lnTo>
                    <a:lnTo>
                      <a:pt x="5737" y="330299"/>
                    </a:lnTo>
                    <a:lnTo>
                      <a:pt x="4189" y="322146"/>
                    </a:lnTo>
                    <a:lnTo>
                      <a:pt x="3305" y="314875"/>
                    </a:lnTo>
                    <a:lnTo>
                      <a:pt x="3305" y="307824"/>
                    </a:lnTo>
                    <a:lnTo>
                      <a:pt x="3747" y="301213"/>
                    </a:lnTo>
                    <a:lnTo>
                      <a:pt x="5074" y="295705"/>
                    </a:lnTo>
                    <a:lnTo>
                      <a:pt x="5958" y="291078"/>
                    </a:lnTo>
                    <a:lnTo>
                      <a:pt x="7284" y="287332"/>
                    </a:lnTo>
                    <a:lnTo>
                      <a:pt x="7948" y="285128"/>
                    </a:lnTo>
                    <a:close/>
                    <a:moveTo>
                      <a:pt x="997045" y="284243"/>
                    </a:moveTo>
                    <a:lnTo>
                      <a:pt x="997266" y="285128"/>
                    </a:lnTo>
                    <a:lnTo>
                      <a:pt x="998367" y="287342"/>
                    </a:lnTo>
                    <a:lnTo>
                      <a:pt x="999249" y="290663"/>
                    </a:lnTo>
                    <a:lnTo>
                      <a:pt x="1000571" y="295312"/>
                    </a:lnTo>
                    <a:lnTo>
                      <a:pt x="1001452" y="301290"/>
                    </a:lnTo>
                    <a:lnTo>
                      <a:pt x="1002113" y="307489"/>
                    </a:lnTo>
                    <a:lnTo>
                      <a:pt x="1002113" y="314573"/>
                    </a:lnTo>
                    <a:lnTo>
                      <a:pt x="1001452" y="322322"/>
                    </a:lnTo>
                    <a:lnTo>
                      <a:pt x="999469" y="330071"/>
                    </a:lnTo>
                    <a:lnTo>
                      <a:pt x="996384" y="338041"/>
                    </a:lnTo>
                    <a:lnTo>
                      <a:pt x="991977" y="346232"/>
                    </a:lnTo>
                    <a:lnTo>
                      <a:pt x="985808" y="353759"/>
                    </a:lnTo>
                    <a:lnTo>
                      <a:pt x="979197" y="360401"/>
                    </a:lnTo>
                    <a:lnTo>
                      <a:pt x="972367" y="365714"/>
                    </a:lnTo>
                    <a:lnTo>
                      <a:pt x="965536" y="369699"/>
                    </a:lnTo>
                    <a:lnTo>
                      <a:pt x="959146" y="372799"/>
                    </a:lnTo>
                    <a:lnTo>
                      <a:pt x="952756" y="375013"/>
                    </a:lnTo>
                    <a:lnTo>
                      <a:pt x="947468" y="376120"/>
                    </a:lnTo>
                    <a:lnTo>
                      <a:pt x="943502" y="377005"/>
                    </a:lnTo>
                    <a:lnTo>
                      <a:pt x="941078" y="377448"/>
                    </a:lnTo>
                    <a:lnTo>
                      <a:pt x="939976" y="377448"/>
                    </a:lnTo>
                    <a:lnTo>
                      <a:pt x="939756" y="376784"/>
                    </a:lnTo>
                    <a:lnTo>
                      <a:pt x="938875" y="374349"/>
                    </a:lnTo>
                    <a:lnTo>
                      <a:pt x="937773" y="370585"/>
                    </a:lnTo>
                    <a:lnTo>
                      <a:pt x="936671" y="365936"/>
                    </a:lnTo>
                    <a:lnTo>
                      <a:pt x="936010" y="359958"/>
                    </a:lnTo>
                    <a:lnTo>
                      <a:pt x="936010" y="352874"/>
                    </a:lnTo>
                    <a:lnTo>
                      <a:pt x="936671" y="345568"/>
                    </a:lnTo>
                    <a:lnTo>
                      <a:pt x="938434" y="337377"/>
                    </a:lnTo>
                    <a:lnTo>
                      <a:pt x="941959" y="328742"/>
                    </a:lnTo>
                    <a:lnTo>
                      <a:pt x="946807" y="319887"/>
                    </a:lnTo>
                    <a:lnTo>
                      <a:pt x="953197" y="311695"/>
                    </a:lnTo>
                    <a:lnTo>
                      <a:pt x="959587" y="304832"/>
                    </a:lnTo>
                    <a:lnTo>
                      <a:pt x="966197" y="299076"/>
                    </a:lnTo>
                    <a:lnTo>
                      <a:pt x="973028" y="294427"/>
                    </a:lnTo>
                    <a:lnTo>
                      <a:pt x="979197" y="290885"/>
                    </a:lnTo>
                    <a:lnTo>
                      <a:pt x="985147" y="288228"/>
                    </a:lnTo>
                    <a:lnTo>
                      <a:pt x="989994" y="286235"/>
                    </a:lnTo>
                    <a:lnTo>
                      <a:pt x="993960" y="285128"/>
                    </a:lnTo>
                    <a:lnTo>
                      <a:pt x="996384" y="284464"/>
                    </a:lnTo>
                    <a:close/>
                    <a:moveTo>
                      <a:pt x="153529" y="278298"/>
                    </a:moveTo>
                    <a:lnTo>
                      <a:pt x="153750" y="278740"/>
                    </a:lnTo>
                    <a:lnTo>
                      <a:pt x="155298" y="280948"/>
                    </a:lnTo>
                    <a:lnTo>
                      <a:pt x="157289" y="284039"/>
                    </a:lnTo>
                    <a:lnTo>
                      <a:pt x="159501" y="288455"/>
                    </a:lnTo>
                    <a:lnTo>
                      <a:pt x="161713" y="293755"/>
                    </a:lnTo>
                    <a:lnTo>
                      <a:pt x="163925" y="299938"/>
                    </a:lnTo>
                    <a:lnTo>
                      <a:pt x="165473" y="306562"/>
                    </a:lnTo>
                    <a:lnTo>
                      <a:pt x="166579" y="314070"/>
                    </a:lnTo>
                    <a:lnTo>
                      <a:pt x="166579" y="322019"/>
                    </a:lnTo>
                    <a:lnTo>
                      <a:pt x="165694" y="330852"/>
                    </a:lnTo>
                    <a:lnTo>
                      <a:pt x="163482" y="339463"/>
                    </a:lnTo>
                    <a:lnTo>
                      <a:pt x="159722" y="347854"/>
                    </a:lnTo>
                    <a:lnTo>
                      <a:pt x="155298" y="355141"/>
                    </a:lnTo>
                    <a:lnTo>
                      <a:pt x="150432" y="361324"/>
                    </a:lnTo>
                    <a:lnTo>
                      <a:pt x="145345" y="366623"/>
                    </a:lnTo>
                    <a:lnTo>
                      <a:pt x="140036" y="371260"/>
                    </a:lnTo>
                    <a:lnTo>
                      <a:pt x="134728" y="374572"/>
                    </a:lnTo>
                    <a:lnTo>
                      <a:pt x="130083" y="377443"/>
                    </a:lnTo>
                    <a:lnTo>
                      <a:pt x="126101" y="379651"/>
                    </a:lnTo>
                    <a:lnTo>
                      <a:pt x="122784" y="381197"/>
                    </a:lnTo>
                    <a:lnTo>
                      <a:pt x="121014" y="381638"/>
                    </a:lnTo>
                    <a:lnTo>
                      <a:pt x="120129" y="382080"/>
                    </a:lnTo>
                    <a:lnTo>
                      <a:pt x="119687" y="381418"/>
                    </a:lnTo>
                    <a:lnTo>
                      <a:pt x="118581" y="379872"/>
                    </a:lnTo>
                    <a:lnTo>
                      <a:pt x="117033" y="377001"/>
                    </a:lnTo>
                    <a:lnTo>
                      <a:pt x="115042" y="373468"/>
                    </a:lnTo>
                    <a:lnTo>
                      <a:pt x="112830" y="368831"/>
                    </a:lnTo>
                    <a:lnTo>
                      <a:pt x="111282" y="363090"/>
                    </a:lnTo>
                    <a:lnTo>
                      <a:pt x="109733" y="356687"/>
                    </a:lnTo>
                    <a:lnTo>
                      <a:pt x="109070" y="349621"/>
                    </a:lnTo>
                    <a:lnTo>
                      <a:pt x="109070" y="341892"/>
                    </a:lnTo>
                    <a:lnTo>
                      <a:pt x="110397" y="333501"/>
                    </a:lnTo>
                    <a:lnTo>
                      <a:pt x="112830" y="324669"/>
                    </a:lnTo>
                    <a:lnTo>
                      <a:pt x="117033" y="315394"/>
                    </a:lnTo>
                    <a:lnTo>
                      <a:pt x="121899" y="307004"/>
                    </a:lnTo>
                    <a:lnTo>
                      <a:pt x="126986" y="299938"/>
                    </a:lnTo>
                    <a:lnTo>
                      <a:pt x="132295" y="293976"/>
                    </a:lnTo>
                    <a:lnTo>
                      <a:pt x="137603" y="289118"/>
                    </a:lnTo>
                    <a:lnTo>
                      <a:pt x="142469" y="284922"/>
                    </a:lnTo>
                    <a:lnTo>
                      <a:pt x="146893" y="281831"/>
                    </a:lnTo>
                    <a:lnTo>
                      <a:pt x="150432" y="279844"/>
                    </a:lnTo>
                    <a:lnTo>
                      <a:pt x="152644" y="278519"/>
                    </a:lnTo>
                    <a:close/>
                    <a:moveTo>
                      <a:pt x="851889" y="278294"/>
                    </a:moveTo>
                    <a:lnTo>
                      <a:pt x="852995" y="278515"/>
                    </a:lnTo>
                    <a:lnTo>
                      <a:pt x="854986" y="279840"/>
                    </a:lnTo>
                    <a:lnTo>
                      <a:pt x="858525" y="282048"/>
                    </a:lnTo>
                    <a:lnTo>
                      <a:pt x="862949" y="284698"/>
                    </a:lnTo>
                    <a:lnTo>
                      <a:pt x="867815" y="288893"/>
                    </a:lnTo>
                    <a:lnTo>
                      <a:pt x="873123" y="293751"/>
                    </a:lnTo>
                    <a:lnTo>
                      <a:pt x="878432" y="299934"/>
                    </a:lnTo>
                    <a:lnTo>
                      <a:pt x="883740" y="307000"/>
                    </a:lnTo>
                    <a:lnTo>
                      <a:pt x="888607" y="315170"/>
                    </a:lnTo>
                    <a:lnTo>
                      <a:pt x="892588" y="324665"/>
                    </a:lnTo>
                    <a:lnTo>
                      <a:pt x="895021" y="333718"/>
                    </a:lnTo>
                    <a:lnTo>
                      <a:pt x="896348" y="341888"/>
                    </a:lnTo>
                    <a:lnTo>
                      <a:pt x="896348" y="349617"/>
                    </a:lnTo>
                    <a:lnTo>
                      <a:pt x="895685" y="356683"/>
                    </a:lnTo>
                    <a:lnTo>
                      <a:pt x="894136" y="362865"/>
                    </a:lnTo>
                    <a:lnTo>
                      <a:pt x="892588" y="368606"/>
                    </a:lnTo>
                    <a:lnTo>
                      <a:pt x="890376" y="373244"/>
                    </a:lnTo>
                    <a:lnTo>
                      <a:pt x="888607" y="377218"/>
                    </a:lnTo>
                    <a:lnTo>
                      <a:pt x="887058" y="379647"/>
                    </a:lnTo>
                    <a:lnTo>
                      <a:pt x="885731" y="381414"/>
                    </a:lnTo>
                    <a:lnTo>
                      <a:pt x="885510" y="382076"/>
                    </a:lnTo>
                    <a:lnTo>
                      <a:pt x="884846" y="381855"/>
                    </a:lnTo>
                    <a:lnTo>
                      <a:pt x="882634" y="380972"/>
                    </a:lnTo>
                    <a:lnTo>
                      <a:pt x="879538" y="379647"/>
                    </a:lnTo>
                    <a:lnTo>
                      <a:pt x="875335" y="377439"/>
                    </a:lnTo>
                    <a:lnTo>
                      <a:pt x="870690" y="374789"/>
                    </a:lnTo>
                    <a:lnTo>
                      <a:pt x="865382" y="371035"/>
                    </a:lnTo>
                    <a:lnTo>
                      <a:pt x="860294" y="366619"/>
                    </a:lnTo>
                    <a:lnTo>
                      <a:pt x="854986" y="361320"/>
                    </a:lnTo>
                    <a:lnTo>
                      <a:pt x="850120" y="354916"/>
                    </a:lnTo>
                    <a:lnTo>
                      <a:pt x="845696" y="347850"/>
                    </a:lnTo>
                    <a:lnTo>
                      <a:pt x="842157" y="339238"/>
                    </a:lnTo>
                    <a:lnTo>
                      <a:pt x="839724" y="330627"/>
                    </a:lnTo>
                    <a:lnTo>
                      <a:pt x="838839" y="322236"/>
                    </a:lnTo>
                    <a:lnTo>
                      <a:pt x="838839" y="314066"/>
                    </a:lnTo>
                    <a:lnTo>
                      <a:pt x="840166" y="306337"/>
                    </a:lnTo>
                    <a:lnTo>
                      <a:pt x="841715" y="299713"/>
                    </a:lnTo>
                    <a:lnTo>
                      <a:pt x="843926" y="293530"/>
                    </a:lnTo>
                    <a:lnTo>
                      <a:pt x="845917" y="288231"/>
                    </a:lnTo>
                    <a:lnTo>
                      <a:pt x="848129" y="284256"/>
                    </a:lnTo>
                    <a:lnTo>
                      <a:pt x="850341" y="280723"/>
                    </a:lnTo>
                    <a:lnTo>
                      <a:pt x="851668" y="278956"/>
                    </a:lnTo>
                    <a:close/>
                    <a:moveTo>
                      <a:pt x="96327" y="196330"/>
                    </a:moveTo>
                    <a:lnTo>
                      <a:pt x="96993" y="196988"/>
                    </a:lnTo>
                    <a:lnTo>
                      <a:pt x="98104" y="198524"/>
                    </a:lnTo>
                    <a:lnTo>
                      <a:pt x="100326" y="201377"/>
                    </a:lnTo>
                    <a:lnTo>
                      <a:pt x="102993" y="204669"/>
                    </a:lnTo>
                    <a:lnTo>
                      <a:pt x="105659" y="209278"/>
                    </a:lnTo>
                    <a:lnTo>
                      <a:pt x="108770" y="214544"/>
                    </a:lnTo>
                    <a:lnTo>
                      <a:pt x="111658" y="220689"/>
                    </a:lnTo>
                    <a:lnTo>
                      <a:pt x="114102" y="227711"/>
                    </a:lnTo>
                    <a:lnTo>
                      <a:pt x="116324" y="235831"/>
                    </a:lnTo>
                    <a:lnTo>
                      <a:pt x="117657" y="244390"/>
                    </a:lnTo>
                    <a:lnTo>
                      <a:pt x="118324" y="253607"/>
                    </a:lnTo>
                    <a:lnTo>
                      <a:pt x="117657" y="262824"/>
                    </a:lnTo>
                    <a:lnTo>
                      <a:pt x="115658" y="270943"/>
                    </a:lnTo>
                    <a:lnTo>
                      <a:pt x="113213" y="278185"/>
                    </a:lnTo>
                    <a:lnTo>
                      <a:pt x="110103" y="284549"/>
                    </a:lnTo>
                    <a:lnTo>
                      <a:pt x="106548" y="290036"/>
                    </a:lnTo>
                    <a:lnTo>
                      <a:pt x="102993" y="294644"/>
                    </a:lnTo>
                    <a:lnTo>
                      <a:pt x="99437" y="298375"/>
                    </a:lnTo>
                    <a:lnTo>
                      <a:pt x="96327" y="301228"/>
                    </a:lnTo>
                    <a:lnTo>
                      <a:pt x="93883" y="303203"/>
                    </a:lnTo>
                    <a:lnTo>
                      <a:pt x="92105" y="304519"/>
                    </a:lnTo>
                    <a:lnTo>
                      <a:pt x="91661" y="304739"/>
                    </a:lnTo>
                    <a:lnTo>
                      <a:pt x="90994" y="304300"/>
                    </a:lnTo>
                    <a:lnTo>
                      <a:pt x="89439" y="302983"/>
                    </a:lnTo>
                    <a:lnTo>
                      <a:pt x="86772" y="300569"/>
                    </a:lnTo>
                    <a:lnTo>
                      <a:pt x="83662" y="297058"/>
                    </a:lnTo>
                    <a:lnTo>
                      <a:pt x="80329" y="292889"/>
                    </a:lnTo>
                    <a:lnTo>
                      <a:pt x="76552" y="287841"/>
                    </a:lnTo>
                    <a:lnTo>
                      <a:pt x="72996" y="282135"/>
                    </a:lnTo>
                    <a:lnTo>
                      <a:pt x="70108" y="275332"/>
                    </a:lnTo>
                    <a:lnTo>
                      <a:pt x="67664" y="267652"/>
                    </a:lnTo>
                    <a:lnTo>
                      <a:pt x="66108" y="259312"/>
                    </a:lnTo>
                    <a:lnTo>
                      <a:pt x="65442" y="250534"/>
                    </a:lnTo>
                    <a:lnTo>
                      <a:pt x="66553" y="241317"/>
                    </a:lnTo>
                    <a:lnTo>
                      <a:pt x="68330" y="233198"/>
                    </a:lnTo>
                    <a:lnTo>
                      <a:pt x="71219" y="225517"/>
                    </a:lnTo>
                    <a:lnTo>
                      <a:pt x="74996" y="218933"/>
                    </a:lnTo>
                    <a:lnTo>
                      <a:pt x="78996" y="213008"/>
                    </a:lnTo>
                    <a:lnTo>
                      <a:pt x="82995" y="208180"/>
                    </a:lnTo>
                    <a:lnTo>
                      <a:pt x="87217" y="204011"/>
                    </a:lnTo>
                    <a:lnTo>
                      <a:pt x="90550" y="200719"/>
                    </a:lnTo>
                    <a:lnTo>
                      <a:pt x="93438" y="198524"/>
                    </a:lnTo>
                    <a:lnTo>
                      <a:pt x="95660" y="196988"/>
                    </a:lnTo>
                    <a:close/>
                    <a:moveTo>
                      <a:pt x="909091" y="196326"/>
                    </a:moveTo>
                    <a:lnTo>
                      <a:pt x="909758" y="196546"/>
                    </a:lnTo>
                    <a:lnTo>
                      <a:pt x="911980" y="198089"/>
                    </a:lnTo>
                    <a:lnTo>
                      <a:pt x="914868" y="200512"/>
                    </a:lnTo>
                    <a:lnTo>
                      <a:pt x="918201" y="203597"/>
                    </a:lnTo>
                    <a:lnTo>
                      <a:pt x="922423" y="208004"/>
                    </a:lnTo>
                    <a:lnTo>
                      <a:pt x="926422" y="212852"/>
                    </a:lnTo>
                    <a:lnTo>
                      <a:pt x="930644" y="218801"/>
                    </a:lnTo>
                    <a:lnTo>
                      <a:pt x="934199" y="225632"/>
                    </a:lnTo>
                    <a:lnTo>
                      <a:pt x="937088" y="232903"/>
                    </a:lnTo>
                    <a:lnTo>
                      <a:pt x="939087" y="241276"/>
                    </a:lnTo>
                    <a:lnTo>
                      <a:pt x="939976" y="250310"/>
                    </a:lnTo>
                    <a:lnTo>
                      <a:pt x="939310" y="259565"/>
                    </a:lnTo>
                    <a:lnTo>
                      <a:pt x="937754" y="267938"/>
                    </a:lnTo>
                    <a:lnTo>
                      <a:pt x="935532" y="275209"/>
                    </a:lnTo>
                    <a:lnTo>
                      <a:pt x="932422" y="282040"/>
                    </a:lnTo>
                    <a:lnTo>
                      <a:pt x="928866" y="287768"/>
                    </a:lnTo>
                    <a:lnTo>
                      <a:pt x="925534" y="293057"/>
                    </a:lnTo>
                    <a:lnTo>
                      <a:pt x="921978" y="297023"/>
                    </a:lnTo>
                    <a:lnTo>
                      <a:pt x="918868" y="300548"/>
                    </a:lnTo>
                    <a:lnTo>
                      <a:pt x="916424" y="302972"/>
                    </a:lnTo>
                    <a:lnTo>
                      <a:pt x="914868" y="304515"/>
                    </a:lnTo>
                    <a:lnTo>
                      <a:pt x="914202" y="304735"/>
                    </a:lnTo>
                    <a:lnTo>
                      <a:pt x="913535" y="304515"/>
                    </a:lnTo>
                    <a:lnTo>
                      <a:pt x="911758" y="303193"/>
                    </a:lnTo>
                    <a:lnTo>
                      <a:pt x="909091" y="301430"/>
                    </a:lnTo>
                    <a:lnTo>
                      <a:pt x="905981" y="298345"/>
                    </a:lnTo>
                    <a:lnTo>
                      <a:pt x="902648" y="294599"/>
                    </a:lnTo>
                    <a:lnTo>
                      <a:pt x="899093" y="289972"/>
                    </a:lnTo>
                    <a:lnTo>
                      <a:pt x="895315" y="284684"/>
                    </a:lnTo>
                    <a:lnTo>
                      <a:pt x="892205" y="278294"/>
                    </a:lnTo>
                    <a:lnTo>
                      <a:pt x="889760" y="270802"/>
                    </a:lnTo>
                    <a:lnTo>
                      <a:pt x="888205" y="262870"/>
                    </a:lnTo>
                    <a:lnTo>
                      <a:pt x="887094" y="253615"/>
                    </a:lnTo>
                    <a:lnTo>
                      <a:pt x="887761" y="244140"/>
                    </a:lnTo>
                    <a:lnTo>
                      <a:pt x="889094" y="235547"/>
                    </a:lnTo>
                    <a:lnTo>
                      <a:pt x="891316" y="227835"/>
                    </a:lnTo>
                    <a:lnTo>
                      <a:pt x="893760" y="220564"/>
                    </a:lnTo>
                    <a:lnTo>
                      <a:pt x="896648" y="214394"/>
                    </a:lnTo>
                    <a:lnTo>
                      <a:pt x="899759" y="208886"/>
                    </a:lnTo>
                    <a:lnTo>
                      <a:pt x="902648" y="204699"/>
                    </a:lnTo>
                    <a:lnTo>
                      <a:pt x="905092" y="200953"/>
                    </a:lnTo>
                    <a:lnTo>
                      <a:pt x="907314" y="198529"/>
                    </a:lnTo>
                    <a:lnTo>
                      <a:pt x="908869" y="196987"/>
                    </a:lnTo>
                    <a:close/>
                    <a:moveTo>
                      <a:pt x="753969" y="37238"/>
                    </a:moveTo>
                    <a:lnTo>
                      <a:pt x="752425" y="48035"/>
                    </a:lnTo>
                    <a:lnTo>
                      <a:pt x="748677" y="58611"/>
                    </a:lnTo>
                    <a:lnTo>
                      <a:pt x="743385" y="68747"/>
                    </a:lnTo>
                    <a:lnTo>
                      <a:pt x="737211" y="77120"/>
                    </a:lnTo>
                    <a:lnTo>
                      <a:pt x="729934" y="84612"/>
                    </a:lnTo>
                    <a:lnTo>
                      <a:pt x="721776" y="91002"/>
                    </a:lnTo>
                    <a:lnTo>
                      <a:pt x="713397" y="96510"/>
                    </a:lnTo>
                    <a:lnTo>
                      <a:pt x="705018" y="101578"/>
                    </a:lnTo>
                    <a:lnTo>
                      <a:pt x="696860" y="105104"/>
                    </a:lnTo>
                    <a:lnTo>
                      <a:pt x="689142" y="108189"/>
                    </a:lnTo>
                    <a:lnTo>
                      <a:pt x="681866" y="110612"/>
                    </a:lnTo>
                    <a:lnTo>
                      <a:pt x="681866" y="125155"/>
                    </a:lnTo>
                    <a:lnTo>
                      <a:pt x="656068" y="125155"/>
                    </a:lnTo>
                    <a:lnTo>
                      <a:pt x="652319" y="145206"/>
                    </a:lnTo>
                    <a:lnTo>
                      <a:pt x="647909" y="164156"/>
                    </a:lnTo>
                    <a:lnTo>
                      <a:pt x="642397" y="182004"/>
                    </a:lnTo>
                    <a:lnTo>
                      <a:pt x="636444" y="198970"/>
                    </a:lnTo>
                    <a:lnTo>
                      <a:pt x="629608" y="214835"/>
                    </a:lnTo>
                    <a:lnTo>
                      <a:pt x="622111" y="229818"/>
                    </a:lnTo>
                    <a:lnTo>
                      <a:pt x="614394" y="243920"/>
                    </a:lnTo>
                    <a:lnTo>
                      <a:pt x="606236" y="257141"/>
                    </a:lnTo>
                    <a:lnTo>
                      <a:pt x="597857" y="269921"/>
                    </a:lnTo>
                    <a:lnTo>
                      <a:pt x="589478" y="281599"/>
                    </a:lnTo>
                    <a:lnTo>
                      <a:pt x="607779" y="282481"/>
                    </a:lnTo>
                    <a:lnTo>
                      <a:pt x="625639" y="281819"/>
                    </a:lnTo>
                    <a:lnTo>
                      <a:pt x="642177" y="279616"/>
                    </a:lnTo>
                    <a:lnTo>
                      <a:pt x="658052" y="275870"/>
                    </a:lnTo>
                    <a:lnTo>
                      <a:pt x="672826" y="271023"/>
                    </a:lnTo>
                    <a:lnTo>
                      <a:pt x="686717" y="264192"/>
                    </a:lnTo>
                    <a:lnTo>
                      <a:pt x="699726" y="256260"/>
                    </a:lnTo>
                    <a:lnTo>
                      <a:pt x="711854" y="246344"/>
                    </a:lnTo>
                    <a:lnTo>
                      <a:pt x="722438" y="235988"/>
                    </a:lnTo>
                    <a:lnTo>
                      <a:pt x="731919" y="224530"/>
                    </a:lnTo>
                    <a:lnTo>
                      <a:pt x="740298" y="212191"/>
                    </a:lnTo>
                    <a:lnTo>
                      <a:pt x="747795" y="199191"/>
                    </a:lnTo>
                    <a:lnTo>
                      <a:pt x="754189" y="185750"/>
                    </a:lnTo>
                    <a:lnTo>
                      <a:pt x="759922" y="171868"/>
                    </a:lnTo>
                    <a:lnTo>
                      <a:pt x="764552" y="157546"/>
                    </a:lnTo>
                    <a:lnTo>
                      <a:pt x="768521" y="143444"/>
                    </a:lnTo>
                    <a:lnTo>
                      <a:pt x="772049" y="129562"/>
                    </a:lnTo>
                    <a:lnTo>
                      <a:pt x="774916" y="115680"/>
                    </a:lnTo>
                    <a:lnTo>
                      <a:pt x="777121" y="102019"/>
                    </a:lnTo>
                    <a:lnTo>
                      <a:pt x="778664" y="89239"/>
                    </a:lnTo>
                    <a:lnTo>
                      <a:pt x="779767" y="76900"/>
                    </a:lnTo>
                    <a:lnTo>
                      <a:pt x="780869" y="65442"/>
                    </a:lnTo>
                    <a:lnTo>
                      <a:pt x="781310" y="54866"/>
                    </a:lnTo>
                    <a:lnTo>
                      <a:pt x="781751" y="45391"/>
                    </a:lnTo>
                    <a:lnTo>
                      <a:pt x="781751" y="37238"/>
                    </a:lnTo>
                    <a:close/>
                    <a:moveTo>
                      <a:pt x="223674" y="37018"/>
                    </a:moveTo>
                    <a:lnTo>
                      <a:pt x="224115" y="44950"/>
                    </a:lnTo>
                    <a:lnTo>
                      <a:pt x="224335" y="54645"/>
                    </a:lnTo>
                    <a:lnTo>
                      <a:pt x="224776" y="65001"/>
                    </a:lnTo>
                    <a:lnTo>
                      <a:pt x="225658" y="76459"/>
                    </a:lnTo>
                    <a:lnTo>
                      <a:pt x="226981" y="88798"/>
                    </a:lnTo>
                    <a:lnTo>
                      <a:pt x="228525" y="101799"/>
                    </a:lnTo>
                    <a:lnTo>
                      <a:pt x="230730" y="115240"/>
                    </a:lnTo>
                    <a:lnTo>
                      <a:pt x="233376" y="129121"/>
                    </a:lnTo>
                    <a:lnTo>
                      <a:pt x="236904" y="143444"/>
                    </a:lnTo>
                    <a:lnTo>
                      <a:pt x="240873" y="157546"/>
                    </a:lnTo>
                    <a:lnTo>
                      <a:pt x="245944" y="171427"/>
                    </a:lnTo>
                    <a:lnTo>
                      <a:pt x="251456" y="185309"/>
                    </a:lnTo>
                    <a:lnTo>
                      <a:pt x="258071" y="198970"/>
                    </a:lnTo>
                    <a:lnTo>
                      <a:pt x="265568" y="211750"/>
                    </a:lnTo>
                    <a:lnTo>
                      <a:pt x="273947" y="224089"/>
                    </a:lnTo>
                    <a:lnTo>
                      <a:pt x="283208" y="235988"/>
                    </a:lnTo>
                    <a:lnTo>
                      <a:pt x="293792" y="246344"/>
                    </a:lnTo>
                    <a:lnTo>
                      <a:pt x="304596" y="254938"/>
                    </a:lnTo>
                    <a:lnTo>
                      <a:pt x="316062" y="262429"/>
                    </a:lnTo>
                    <a:lnTo>
                      <a:pt x="328189" y="268599"/>
                    </a:lnTo>
                    <a:lnTo>
                      <a:pt x="340978" y="273887"/>
                    </a:lnTo>
                    <a:lnTo>
                      <a:pt x="354649" y="277413"/>
                    </a:lnTo>
                    <a:lnTo>
                      <a:pt x="368981" y="280277"/>
                    </a:lnTo>
                    <a:lnTo>
                      <a:pt x="383975" y="281819"/>
                    </a:lnTo>
                    <a:lnTo>
                      <a:pt x="399851" y="282040"/>
                    </a:lnTo>
                    <a:lnTo>
                      <a:pt x="416388" y="281599"/>
                    </a:lnTo>
                    <a:lnTo>
                      <a:pt x="407568" y="269480"/>
                    </a:lnTo>
                    <a:lnTo>
                      <a:pt x="399189" y="257141"/>
                    </a:lnTo>
                    <a:lnTo>
                      <a:pt x="391251" y="243700"/>
                    </a:lnTo>
                    <a:lnTo>
                      <a:pt x="383313" y="229818"/>
                    </a:lnTo>
                    <a:lnTo>
                      <a:pt x="375817" y="214615"/>
                    </a:lnTo>
                    <a:lnTo>
                      <a:pt x="369422" y="198530"/>
                    </a:lnTo>
                    <a:lnTo>
                      <a:pt x="363028" y="182004"/>
                    </a:lnTo>
                    <a:lnTo>
                      <a:pt x="357515" y="164156"/>
                    </a:lnTo>
                    <a:lnTo>
                      <a:pt x="353105" y="145206"/>
                    </a:lnTo>
                    <a:lnTo>
                      <a:pt x="349798" y="125155"/>
                    </a:lnTo>
                    <a:lnTo>
                      <a:pt x="323559" y="125155"/>
                    </a:lnTo>
                    <a:lnTo>
                      <a:pt x="323559" y="110612"/>
                    </a:lnTo>
                    <a:lnTo>
                      <a:pt x="316282" y="108189"/>
                    </a:lnTo>
                    <a:lnTo>
                      <a:pt x="308565" y="105104"/>
                    </a:lnTo>
                    <a:lnTo>
                      <a:pt x="300407" y="101138"/>
                    </a:lnTo>
                    <a:lnTo>
                      <a:pt x="292028" y="96510"/>
                    </a:lnTo>
                    <a:lnTo>
                      <a:pt x="283649" y="91002"/>
                    </a:lnTo>
                    <a:lnTo>
                      <a:pt x="275711" y="84612"/>
                    </a:lnTo>
                    <a:lnTo>
                      <a:pt x="268435" y="77120"/>
                    </a:lnTo>
                    <a:lnTo>
                      <a:pt x="262040" y="68527"/>
                    </a:lnTo>
                    <a:lnTo>
                      <a:pt x="256748" y="58611"/>
                    </a:lnTo>
                    <a:lnTo>
                      <a:pt x="253441" y="48035"/>
                    </a:lnTo>
                    <a:lnTo>
                      <a:pt x="251456" y="37018"/>
                    </a:lnTo>
                    <a:close/>
                    <a:moveTo>
                      <a:pt x="187953" y="0"/>
                    </a:moveTo>
                    <a:lnTo>
                      <a:pt x="295556" y="0"/>
                    </a:lnTo>
                    <a:lnTo>
                      <a:pt x="290264" y="22916"/>
                    </a:lnTo>
                    <a:lnTo>
                      <a:pt x="288941" y="29967"/>
                    </a:lnTo>
                    <a:lnTo>
                      <a:pt x="289161" y="36797"/>
                    </a:lnTo>
                    <a:lnTo>
                      <a:pt x="290705" y="42967"/>
                    </a:lnTo>
                    <a:lnTo>
                      <a:pt x="293571" y="48696"/>
                    </a:lnTo>
                    <a:lnTo>
                      <a:pt x="297981" y="54204"/>
                    </a:lnTo>
                    <a:lnTo>
                      <a:pt x="303494" y="59493"/>
                    </a:lnTo>
                    <a:lnTo>
                      <a:pt x="310109" y="63900"/>
                    </a:lnTo>
                    <a:lnTo>
                      <a:pt x="316723" y="67866"/>
                    </a:lnTo>
                    <a:lnTo>
                      <a:pt x="323559" y="70951"/>
                    </a:lnTo>
                    <a:lnTo>
                      <a:pt x="329953" y="73815"/>
                    </a:lnTo>
                    <a:lnTo>
                      <a:pt x="336348" y="75798"/>
                    </a:lnTo>
                    <a:lnTo>
                      <a:pt x="341640" y="77341"/>
                    </a:lnTo>
                    <a:lnTo>
                      <a:pt x="346049" y="78442"/>
                    </a:lnTo>
                    <a:lnTo>
                      <a:pt x="346049" y="67866"/>
                    </a:lnTo>
                    <a:lnTo>
                      <a:pt x="346049" y="57069"/>
                    </a:lnTo>
                    <a:lnTo>
                      <a:pt x="320472" y="57069"/>
                    </a:lnTo>
                    <a:lnTo>
                      <a:pt x="320472" y="27763"/>
                    </a:lnTo>
                    <a:lnTo>
                      <a:pt x="502823" y="27763"/>
                    </a:lnTo>
                    <a:lnTo>
                      <a:pt x="685173" y="27763"/>
                    </a:lnTo>
                    <a:lnTo>
                      <a:pt x="685173" y="57289"/>
                    </a:lnTo>
                    <a:lnTo>
                      <a:pt x="659596" y="57289"/>
                    </a:lnTo>
                    <a:lnTo>
                      <a:pt x="659596" y="68086"/>
                    </a:lnTo>
                    <a:lnTo>
                      <a:pt x="659596" y="78663"/>
                    </a:lnTo>
                    <a:lnTo>
                      <a:pt x="659816" y="78663"/>
                    </a:lnTo>
                    <a:lnTo>
                      <a:pt x="663785" y="77341"/>
                    </a:lnTo>
                    <a:lnTo>
                      <a:pt x="669077" y="75798"/>
                    </a:lnTo>
                    <a:lnTo>
                      <a:pt x="675472" y="74035"/>
                    </a:lnTo>
                    <a:lnTo>
                      <a:pt x="681866" y="71171"/>
                    </a:lnTo>
                    <a:lnTo>
                      <a:pt x="688922" y="67866"/>
                    </a:lnTo>
                    <a:lnTo>
                      <a:pt x="695757" y="64120"/>
                    </a:lnTo>
                    <a:lnTo>
                      <a:pt x="701931" y="59493"/>
                    </a:lnTo>
                    <a:lnTo>
                      <a:pt x="707444" y="54645"/>
                    </a:lnTo>
                    <a:lnTo>
                      <a:pt x="711854" y="48696"/>
                    </a:lnTo>
                    <a:lnTo>
                      <a:pt x="714720" y="42967"/>
                    </a:lnTo>
                    <a:lnTo>
                      <a:pt x="716264" y="36797"/>
                    </a:lnTo>
                    <a:lnTo>
                      <a:pt x="716484" y="30187"/>
                    </a:lnTo>
                    <a:lnTo>
                      <a:pt x="715602" y="23136"/>
                    </a:lnTo>
                    <a:lnTo>
                      <a:pt x="710090" y="0"/>
                    </a:lnTo>
                    <a:lnTo>
                      <a:pt x="817472" y="0"/>
                    </a:lnTo>
                    <a:lnTo>
                      <a:pt x="818795" y="17407"/>
                    </a:lnTo>
                    <a:lnTo>
                      <a:pt x="818795" y="19390"/>
                    </a:lnTo>
                    <a:lnTo>
                      <a:pt x="819015" y="23136"/>
                    </a:lnTo>
                    <a:lnTo>
                      <a:pt x="819015" y="28424"/>
                    </a:lnTo>
                    <a:lnTo>
                      <a:pt x="819015" y="35475"/>
                    </a:lnTo>
                    <a:lnTo>
                      <a:pt x="819015" y="44069"/>
                    </a:lnTo>
                    <a:lnTo>
                      <a:pt x="819015" y="53764"/>
                    </a:lnTo>
                    <a:lnTo>
                      <a:pt x="818574" y="64781"/>
                    </a:lnTo>
                    <a:lnTo>
                      <a:pt x="817472" y="76459"/>
                    </a:lnTo>
                    <a:lnTo>
                      <a:pt x="816590" y="89459"/>
                    </a:lnTo>
                    <a:lnTo>
                      <a:pt x="814826" y="103121"/>
                    </a:lnTo>
                    <a:lnTo>
                      <a:pt x="812621" y="117223"/>
                    </a:lnTo>
                    <a:lnTo>
                      <a:pt x="809975" y="131765"/>
                    </a:lnTo>
                    <a:lnTo>
                      <a:pt x="806667" y="146749"/>
                    </a:lnTo>
                    <a:lnTo>
                      <a:pt x="802698" y="161953"/>
                    </a:lnTo>
                    <a:lnTo>
                      <a:pt x="797627" y="176936"/>
                    </a:lnTo>
                    <a:lnTo>
                      <a:pt x="791894" y="192140"/>
                    </a:lnTo>
                    <a:lnTo>
                      <a:pt x="785500" y="207123"/>
                    </a:lnTo>
                    <a:lnTo>
                      <a:pt x="778003" y="221666"/>
                    </a:lnTo>
                    <a:lnTo>
                      <a:pt x="769183" y="235988"/>
                    </a:lnTo>
                    <a:lnTo>
                      <a:pt x="759481" y="249429"/>
                    </a:lnTo>
                    <a:lnTo>
                      <a:pt x="748897" y="262209"/>
                    </a:lnTo>
                    <a:lnTo>
                      <a:pt x="736770" y="273887"/>
                    </a:lnTo>
                    <a:lnTo>
                      <a:pt x="724422" y="284243"/>
                    </a:lnTo>
                    <a:lnTo>
                      <a:pt x="710751" y="293498"/>
                    </a:lnTo>
                    <a:lnTo>
                      <a:pt x="696198" y="301210"/>
                    </a:lnTo>
                    <a:lnTo>
                      <a:pt x="681425" y="307820"/>
                    </a:lnTo>
                    <a:lnTo>
                      <a:pt x="665549" y="312668"/>
                    </a:lnTo>
                    <a:lnTo>
                      <a:pt x="649012" y="316413"/>
                    </a:lnTo>
                    <a:lnTo>
                      <a:pt x="631372" y="318617"/>
                    </a:lnTo>
                    <a:lnTo>
                      <a:pt x="613291" y="319498"/>
                    </a:lnTo>
                    <a:lnTo>
                      <a:pt x="594329" y="319058"/>
                    </a:lnTo>
                    <a:lnTo>
                      <a:pt x="596534" y="325007"/>
                    </a:lnTo>
                    <a:lnTo>
                      <a:pt x="561254" y="337567"/>
                    </a:lnTo>
                    <a:lnTo>
                      <a:pt x="555962" y="322804"/>
                    </a:lnTo>
                    <a:lnTo>
                      <a:pt x="546922" y="333600"/>
                    </a:lnTo>
                    <a:lnTo>
                      <a:pt x="539205" y="343516"/>
                    </a:lnTo>
                    <a:lnTo>
                      <a:pt x="531928" y="352770"/>
                    </a:lnTo>
                    <a:lnTo>
                      <a:pt x="526416" y="361364"/>
                    </a:lnTo>
                    <a:lnTo>
                      <a:pt x="522006" y="369737"/>
                    </a:lnTo>
                    <a:lnTo>
                      <a:pt x="519360" y="377669"/>
                    </a:lnTo>
                    <a:lnTo>
                      <a:pt x="518257" y="385381"/>
                    </a:lnTo>
                    <a:lnTo>
                      <a:pt x="519360" y="393534"/>
                    </a:lnTo>
                    <a:lnTo>
                      <a:pt x="522006" y="400805"/>
                    </a:lnTo>
                    <a:lnTo>
                      <a:pt x="526416" y="407856"/>
                    </a:lnTo>
                    <a:lnTo>
                      <a:pt x="531928" y="414467"/>
                    </a:lnTo>
                    <a:lnTo>
                      <a:pt x="538984" y="420636"/>
                    </a:lnTo>
                    <a:lnTo>
                      <a:pt x="546701" y="426365"/>
                    </a:lnTo>
                    <a:lnTo>
                      <a:pt x="555521" y="431653"/>
                    </a:lnTo>
                    <a:lnTo>
                      <a:pt x="564782" y="436501"/>
                    </a:lnTo>
                    <a:lnTo>
                      <a:pt x="574484" y="440908"/>
                    </a:lnTo>
                    <a:lnTo>
                      <a:pt x="584186" y="444874"/>
                    </a:lnTo>
                    <a:lnTo>
                      <a:pt x="594108" y="448620"/>
                    </a:lnTo>
                    <a:lnTo>
                      <a:pt x="603810" y="451925"/>
                    </a:lnTo>
                    <a:lnTo>
                      <a:pt x="613071" y="454790"/>
                    </a:lnTo>
                    <a:lnTo>
                      <a:pt x="621450" y="457213"/>
                    </a:lnTo>
                    <a:lnTo>
                      <a:pt x="629608" y="459196"/>
                    </a:lnTo>
                    <a:lnTo>
                      <a:pt x="636444" y="460959"/>
                    </a:lnTo>
                    <a:lnTo>
                      <a:pt x="642177" y="462281"/>
                    </a:lnTo>
                    <a:lnTo>
                      <a:pt x="646366" y="463163"/>
                    </a:lnTo>
                    <a:lnTo>
                      <a:pt x="649232" y="463824"/>
                    </a:lnTo>
                    <a:lnTo>
                      <a:pt x="650114" y="464044"/>
                    </a:lnTo>
                    <a:lnTo>
                      <a:pt x="650114" y="482553"/>
                    </a:lnTo>
                    <a:lnTo>
                      <a:pt x="670180" y="482553"/>
                    </a:lnTo>
                    <a:lnTo>
                      <a:pt x="670180" y="508994"/>
                    </a:lnTo>
                    <a:lnTo>
                      <a:pt x="653642" y="508994"/>
                    </a:lnTo>
                    <a:lnTo>
                      <a:pt x="653642" y="690998"/>
                    </a:lnTo>
                    <a:lnTo>
                      <a:pt x="670180" y="690998"/>
                    </a:lnTo>
                    <a:lnTo>
                      <a:pt x="670180" y="720965"/>
                    </a:lnTo>
                    <a:lnTo>
                      <a:pt x="681645" y="720965"/>
                    </a:lnTo>
                    <a:lnTo>
                      <a:pt x="681645" y="766135"/>
                    </a:lnTo>
                    <a:lnTo>
                      <a:pt x="502823" y="766135"/>
                    </a:lnTo>
                    <a:lnTo>
                      <a:pt x="502823" y="765915"/>
                    </a:lnTo>
                    <a:lnTo>
                      <a:pt x="323779" y="765915"/>
                    </a:lnTo>
                    <a:lnTo>
                      <a:pt x="323779" y="720965"/>
                    </a:lnTo>
                    <a:lnTo>
                      <a:pt x="335245" y="720965"/>
                    </a:lnTo>
                    <a:lnTo>
                      <a:pt x="335245" y="690557"/>
                    </a:lnTo>
                    <a:lnTo>
                      <a:pt x="351782" y="690557"/>
                    </a:lnTo>
                    <a:lnTo>
                      <a:pt x="351782" y="508774"/>
                    </a:lnTo>
                    <a:lnTo>
                      <a:pt x="335245" y="508774"/>
                    </a:lnTo>
                    <a:lnTo>
                      <a:pt x="335245" y="482332"/>
                    </a:lnTo>
                    <a:lnTo>
                      <a:pt x="355310" y="482332"/>
                    </a:lnTo>
                    <a:lnTo>
                      <a:pt x="355310" y="463824"/>
                    </a:lnTo>
                    <a:lnTo>
                      <a:pt x="356192" y="463383"/>
                    </a:lnTo>
                    <a:lnTo>
                      <a:pt x="359059" y="462722"/>
                    </a:lnTo>
                    <a:lnTo>
                      <a:pt x="363469" y="461841"/>
                    </a:lnTo>
                    <a:lnTo>
                      <a:pt x="368981" y="460739"/>
                    </a:lnTo>
                    <a:lnTo>
                      <a:pt x="375817" y="458756"/>
                    </a:lnTo>
                    <a:lnTo>
                      <a:pt x="383975" y="456993"/>
                    </a:lnTo>
                    <a:lnTo>
                      <a:pt x="392795" y="454569"/>
                    </a:lnTo>
                    <a:lnTo>
                      <a:pt x="401835" y="451705"/>
                    </a:lnTo>
                    <a:lnTo>
                      <a:pt x="411316" y="448400"/>
                    </a:lnTo>
                    <a:lnTo>
                      <a:pt x="421459" y="444654"/>
                    </a:lnTo>
                    <a:lnTo>
                      <a:pt x="431382" y="440688"/>
                    </a:lnTo>
                    <a:lnTo>
                      <a:pt x="441084" y="436281"/>
                    </a:lnTo>
                    <a:lnTo>
                      <a:pt x="450124" y="431433"/>
                    </a:lnTo>
                    <a:lnTo>
                      <a:pt x="458723" y="426145"/>
                    </a:lnTo>
                    <a:lnTo>
                      <a:pt x="466882" y="420195"/>
                    </a:lnTo>
                    <a:lnTo>
                      <a:pt x="473717" y="414026"/>
                    </a:lnTo>
                    <a:lnTo>
                      <a:pt x="479450" y="407636"/>
                    </a:lnTo>
                    <a:lnTo>
                      <a:pt x="483639" y="400585"/>
                    </a:lnTo>
                    <a:lnTo>
                      <a:pt x="486506" y="393093"/>
                    </a:lnTo>
                    <a:lnTo>
                      <a:pt x="487388" y="385161"/>
                    </a:lnTo>
                    <a:lnTo>
                      <a:pt x="486506" y="377449"/>
                    </a:lnTo>
                    <a:lnTo>
                      <a:pt x="483639" y="369737"/>
                    </a:lnTo>
                    <a:lnTo>
                      <a:pt x="479450" y="361364"/>
                    </a:lnTo>
                    <a:lnTo>
                      <a:pt x="473497" y="352550"/>
                    </a:lnTo>
                    <a:lnTo>
                      <a:pt x="466220" y="343296"/>
                    </a:lnTo>
                    <a:lnTo>
                      <a:pt x="458503" y="333380"/>
                    </a:lnTo>
                    <a:lnTo>
                      <a:pt x="449462" y="322583"/>
                    </a:lnTo>
                    <a:lnTo>
                      <a:pt x="444170" y="337567"/>
                    </a:lnTo>
                    <a:lnTo>
                      <a:pt x="408891" y="325007"/>
                    </a:lnTo>
                    <a:lnTo>
                      <a:pt x="411096" y="319058"/>
                    </a:lnTo>
                    <a:lnTo>
                      <a:pt x="392354" y="319498"/>
                    </a:lnTo>
                    <a:lnTo>
                      <a:pt x="374053" y="318617"/>
                    </a:lnTo>
                    <a:lnTo>
                      <a:pt x="356854" y="315973"/>
                    </a:lnTo>
                    <a:lnTo>
                      <a:pt x="340096" y="312447"/>
                    </a:lnTo>
                    <a:lnTo>
                      <a:pt x="324220" y="307379"/>
                    </a:lnTo>
                    <a:lnTo>
                      <a:pt x="309227" y="300989"/>
                    </a:lnTo>
                    <a:lnTo>
                      <a:pt x="294894" y="293277"/>
                    </a:lnTo>
                    <a:lnTo>
                      <a:pt x="281444" y="284243"/>
                    </a:lnTo>
                    <a:lnTo>
                      <a:pt x="268655" y="273887"/>
                    </a:lnTo>
                    <a:lnTo>
                      <a:pt x="256528" y="261768"/>
                    </a:lnTo>
                    <a:lnTo>
                      <a:pt x="245944" y="249209"/>
                    </a:lnTo>
                    <a:lnTo>
                      <a:pt x="236242" y="235547"/>
                    </a:lnTo>
                    <a:lnTo>
                      <a:pt x="227422" y="221666"/>
                    </a:lnTo>
                    <a:lnTo>
                      <a:pt x="219925" y="206903"/>
                    </a:lnTo>
                    <a:lnTo>
                      <a:pt x="213531" y="192140"/>
                    </a:lnTo>
                    <a:lnTo>
                      <a:pt x="207798" y="176936"/>
                    </a:lnTo>
                    <a:lnTo>
                      <a:pt x="203168" y="161512"/>
                    </a:lnTo>
                    <a:lnTo>
                      <a:pt x="198758" y="146528"/>
                    </a:lnTo>
                    <a:lnTo>
                      <a:pt x="195671" y="131325"/>
                    </a:lnTo>
                    <a:lnTo>
                      <a:pt x="192804" y="116782"/>
                    </a:lnTo>
                    <a:lnTo>
                      <a:pt x="190820" y="102680"/>
                    </a:lnTo>
                    <a:lnTo>
                      <a:pt x="189056" y="89239"/>
                    </a:lnTo>
                    <a:lnTo>
                      <a:pt x="187953" y="76459"/>
                    </a:lnTo>
                    <a:lnTo>
                      <a:pt x="187071" y="64561"/>
                    </a:lnTo>
                    <a:lnTo>
                      <a:pt x="186630" y="53764"/>
                    </a:lnTo>
                    <a:lnTo>
                      <a:pt x="186410" y="43848"/>
                    </a:lnTo>
                    <a:lnTo>
                      <a:pt x="186410" y="35475"/>
                    </a:lnTo>
                    <a:lnTo>
                      <a:pt x="186410" y="28424"/>
                    </a:lnTo>
                    <a:lnTo>
                      <a:pt x="186410" y="22916"/>
                    </a:lnTo>
                    <a:lnTo>
                      <a:pt x="186630" y="19170"/>
                    </a:lnTo>
                    <a:lnTo>
                      <a:pt x="186630" y="17407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wrap="square" lIns="91440" tIns="45720" rIns="91440" bIns="45720" anchor="ctr" anchorCtr="0">
                <a:noAutofit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53" name="组合 52" descr="2b2c13cd-2c63-488a-8373-8e82a34871c3">
                <a:extLst>
                  <a:ext uri="{FF2B5EF4-FFF2-40B4-BE49-F238E27FC236}">
                    <a16:creationId xmlns:a16="http://schemas.microsoft.com/office/drawing/2014/main" id="{66915E4E-E412-A573-75DF-AF91A604A9CB}"/>
                  </a:ext>
                </a:extLst>
              </p:cNvPr>
              <p:cNvGrpSpPr/>
              <p:nvPr/>
            </p:nvGrpSpPr>
            <p:grpSpPr>
              <a:xfrm>
                <a:off x="673100" y="2467547"/>
                <a:ext cx="4139160" cy="3679253"/>
                <a:chOff x="673100" y="2467547"/>
                <a:chExt cx="4139160" cy="3679253"/>
              </a:xfrm>
            </p:grpSpPr>
            <p:sp>
              <p:nvSpPr>
                <p:cNvPr id="20" name="梯形 19" descr="48138771-2a1a-4bf8-9e97-00b7e4ddd72d">
                  <a:extLst>
                    <a:ext uri="{FF2B5EF4-FFF2-40B4-BE49-F238E27FC236}">
                      <a16:creationId xmlns:a16="http://schemas.microsoft.com/office/drawing/2014/main" id="{B2ADE63C-A15C-B104-5EB2-A1B4357C52F3}"/>
                    </a:ext>
                  </a:extLst>
                </p:cNvPr>
                <p:cNvSpPr/>
                <p:nvPr/>
              </p:nvSpPr>
              <p:spPr>
                <a:xfrm>
                  <a:off x="673100" y="5226987"/>
                  <a:ext cx="4139160" cy="919813"/>
                </a:xfrm>
                <a:prstGeom prst="trapezoid">
                  <a:avLst>
                    <a:gd name="adj" fmla="val 46667"/>
                  </a:avLst>
                </a:prstGeom>
                <a:solidFill>
                  <a:schemeClr val="tx1">
                    <a:alpha val="1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1" name="梯形 20" descr="61a8e5dd-36ed-4d32-b28f-2be48c7fd347">
                  <a:extLst>
                    <a:ext uri="{FF2B5EF4-FFF2-40B4-BE49-F238E27FC236}">
                      <a16:creationId xmlns:a16="http://schemas.microsoft.com/office/drawing/2014/main" id="{D9B6ED17-05BD-6F3C-1202-3EB215162705}"/>
                    </a:ext>
                  </a:extLst>
                </p:cNvPr>
                <p:cNvSpPr/>
                <p:nvPr/>
              </p:nvSpPr>
              <p:spPr>
                <a:xfrm>
                  <a:off x="1104901" y="4307174"/>
                  <a:ext cx="3275558" cy="919813"/>
                </a:xfrm>
                <a:prstGeom prst="trapezoid">
                  <a:avLst>
                    <a:gd name="adj" fmla="val 46667"/>
                  </a:avLst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2" name="梯形 21" descr="a3743c39-22a3-4def-b3bb-b935c15d6adf">
                  <a:extLst>
                    <a:ext uri="{FF2B5EF4-FFF2-40B4-BE49-F238E27FC236}">
                      <a16:creationId xmlns:a16="http://schemas.microsoft.com/office/drawing/2014/main" id="{BE01A77F-BFEF-DA3D-BF8D-9467A1475C84}"/>
                    </a:ext>
                  </a:extLst>
                </p:cNvPr>
                <p:cNvSpPr/>
                <p:nvPr/>
              </p:nvSpPr>
              <p:spPr>
                <a:xfrm>
                  <a:off x="1533828" y="3387359"/>
                  <a:ext cx="2417704" cy="919813"/>
                </a:xfrm>
                <a:prstGeom prst="trapezoid">
                  <a:avLst>
                    <a:gd name="adj" fmla="val 46667"/>
                  </a:avLst>
                </a:prstGeom>
                <a:solidFill>
                  <a:schemeClr val="tx1">
                    <a:alpha val="1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3" name="梯形 22" descr="80870c37-94ec-4479-8bc7-5b29dd2ee9f6">
                  <a:extLst>
                    <a:ext uri="{FF2B5EF4-FFF2-40B4-BE49-F238E27FC236}">
                      <a16:creationId xmlns:a16="http://schemas.microsoft.com/office/drawing/2014/main" id="{F2719C0B-AB2B-946E-57BA-FC6E8B09DF85}"/>
                    </a:ext>
                  </a:extLst>
                </p:cNvPr>
                <p:cNvSpPr/>
                <p:nvPr/>
              </p:nvSpPr>
              <p:spPr>
                <a:xfrm>
                  <a:off x="1963134" y="2467547"/>
                  <a:ext cx="1559092" cy="919813"/>
                </a:xfrm>
                <a:prstGeom prst="trapezoid">
                  <a:avLst>
                    <a:gd name="adj" fmla="val 46667"/>
                  </a:avLst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19" name="Title" descr="0f71b426-dcc5-4791-932d-986f18a5a574">
              <a:extLst>
                <a:ext uri="{FF2B5EF4-FFF2-40B4-BE49-F238E27FC236}">
                  <a16:creationId xmlns:a16="http://schemas.microsoft.com/office/drawing/2014/main" id="{3FE3514D-BA7D-B8E9-3B5E-B510503DE44C}"/>
                </a:ext>
              </a:extLst>
            </p:cNvPr>
            <p:cNvSpPr txBox="1"/>
            <p:nvPr/>
          </p:nvSpPr>
          <p:spPr>
            <a:xfrm>
              <a:off x="660400" y="1130299"/>
              <a:ext cx="10858500" cy="477521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认识玻色因的本质</a:t>
              </a:r>
            </a:p>
          </p:txBody>
        </p:sp>
        <p:grpSp>
          <p:nvGrpSpPr>
            <p:cNvPr id="27" name="组合 26" descr="851cdac0-2c03-49b5-b581-2ddca235f8c2">
              <a:extLst>
                <a:ext uri="{FF2B5EF4-FFF2-40B4-BE49-F238E27FC236}">
                  <a16:creationId xmlns:a16="http://schemas.microsoft.com/office/drawing/2014/main" id="{EE2E2B53-5471-7135-4F2A-5033797CB84A}"/>
                </a:ext>
              </a:extLst>
            </p:cNvPr>
            <p:cNvGrpSpPr/>
            <p:nvPr/>
          </p:nvGrpSpPr>
          <p:grpSpPr>
            <a:xfrm>
              <a:off x="660400" y="1836420"/>
              <a:ext cx="4800599" cy="1737861"/>
              <a:chOff x="660400" y="1130300"/>
              <a:chExt cx="4800599" cy="1737861"/>
            </a:xfrm>
          </p:grpSpPr>
          <p:sp>
            <p:nvSpPr>
              <p:cNvPr id="24" name="Number1" descr="a3d7b6ca-848a-4208-bca4-e2613963a4df">
                <a:extLst>
                  <a:ext uri="{FF2B5EF4-FFF2-40B4-BE49-F238E27FC236}">
                    <a16:creationId xmlns:a16="http://schemas.microsoft.com/office/drawing/2014/main" id="{3499018D-62AC-5E1F-BAF6-27DF392C0FA4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0236DE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25" name="Bullet1" descr="88bd46cc-7fda-483f-87b6-d60e1eb5ac3f">
                <a:extLst>
                  <a:ext uri="{FF2B5EF4-FFF2-40B4-BE49-F238E27FC236}">
                    <a16:creationId xmlns:a16="http://schemas.microsoft.com/office/drawing/2014/main" id="{4D67B047-C38E-2B47-95DC-421F1DF3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名称</a:t>
                </a:r>
              </a:p>
            </p:txBody>
          </p:sp>
          <p:sp>
            <p:nvSpPr>
              <p:cNvPr id="26" name="Text1" descr="7c5ae3ff-61d5-446b-a300-3a9ad6999b44">
                <a:extLst>
                  <a:ext uri="{FF2B5EF4-FFF2-40B4-BE49-F238E27FC236}">
                    <a16:creationId xmlns:a16="http://schemas.microsoft.com/office/drawing/2014/main" id="{9469A71F-CD8D-FB19-391E-49F32CA51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1"/>
                <a:ext cx="4302697" cy="12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/>
                  </a:rPr>
                  <a:t>玻色因，外文名Pro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 - </a:t>
                </a: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/>
                  </a:rPr>
                  <a:t>Xylane，别名羟丙基四氢吡喃三醇，是护肤界的热门成分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</p:grpSp>
        <p:grpSp>
          <p:nvGrpSpPr>
            <p:cNvPr id="28" name="组合 27" descr="8270b0f9-329f-4e14-a4c8-e4ceccf206b2">
              <a:extLst>
                <a:ext uri="{FF2B5EF4-FFF2-40B4-BE49-F238E27FC236}">
                  <a16:creationId xmlns:a16="http://schemas.microsoft.com/office/drawing/2014/main" id="{F4463ABA-710B-8BC5-50E0-1FDED7F37A13}"/>
                </a:ext>
              </a:extLst>
            </p:cNvPr>
            <p:cNvGrpSpPr/>
            <p:nvPr/>
          </p:nvGrpSpPr>
          <p:grpSpPr>
            <a:xfrm>
              <a:off x="660400" y="3880886"/>
              <a:ext cx="3854785" cy="1737861"/>
              <a:chOff x="660400" y="1130300"/>
              <a:chExt cx="3854785" cy="1737861"/>
            </a:xfrm>
          </p:grpSpPr>
          <p:sp>
            <p:nvSpPr>
              <p:cNvPr id="29" name="Number2" descr="b59becb5-0183-4580-8400-ddc3a837a925">
                <a:extLst>
                  <a:ext uri="{FF2B5EF4-FFF2-40B4-BE49-F238E27FC236}">
                    <a16:creationId xmlns:a16="http://schemas.microsoft.com/office/drawing/2014/main" id="{1004E291-A78F-5E5F-4DFA-39B73DF289A0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0236DE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30" name="Bullet2" descr="7e9d5eeb-6026-4a02-86c8-6905a716563c">
                <a:extLst>
                  <a:ext uri="{FF2B5EF4-FFF2-40B4-BE49-F238E27FC236}">
                    <a16:creationId xmlns:a16="http://schemas.microsoft.com/office/drawing/2014/main" id="{5AAE5308-93C2-B2AD-34EE-7599268E06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130300"/>
                <a:ext cx="335688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化学组成</a:t>
                </a:r>
              </a:p>
            </p:txBody>
          </p:sp>
          <p:sp>
            <p:nvSpPr>
              <p:cNvPr id="31" name="Text2" descr="7cbea5f2-96d0-43d3-8c91-7b2c523c4860">
                <a:extLst>
                  <a:ext uri="{FF2B5EF4-FFF2-40B4-BE49-F238E27FC236}">
                    <a16:creationId xmlns:a16="http://schemas.microsoft.com/office/drawing/2014/main" id="{388133BB-63D0-2077-19FC-1A05885462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602961"/>
                <a:ext cx="3356882" cy="12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它是从木糖衍生而来的糖蛋白混合物，分子式为C8H16O5，分子量为192.21。</a:t>
                </a:r>
              </a:p>
            </p:txBody>
          </p:sp>
        </p:grpSp>
        <p:grpSp>
          <p:nvGrpSpPr>
            <p:cNvPr id="39" name="组合 38" descr="a92bb37a-0bdc-4325-a07a-770e4ff62347">
              <a:extLst>
                <a:ext uri="{FF2B5EF4-FFF2-40B4-BE49-F238E27FC236}">
                  <a16:creationId xmlns:a16="http://schemas.microsoft.com/office/drawing/2014/main" id="{CED34FC4-D0FE-EC27-E2F3-F4B4562E9B6A}"/>
                </a:ext>
              </a:extLst>
            </p:cNvPr>
            <p:cNvGrpSpPr/>
            <p:nvPr/>
          </p:nvGrpSpPr>
          <p:grpSpPr>
            <a:xfrm flipH="1">
              <a:off x="6718301" y="1836420"/>
              <a:ext cx="4800600" cy="1737861"/>
              <a:chOff x="660400" y="1130300"/>
              <a:chExt cx="4800600" cy="1737861"/>
            </a:xfrm>
          </p:grpSpPr>
          <p:sp>
            <p:nvSpPr>
              <p:cNvPr id="40" name="Number3" descr="fb9e2b91-9ae5-4c4e-a9e6-92d033935066">
                <a:extLst>
                  <a:ext uri="{FF2B5EF4-FFF2-40B4-BE49-F238E27FC236}">
                    <a16:creationId xmlns:a16="http://schemas.microsoft.com/office/drawing/2014/main" id="{A018A6A4-CD8C-8F75-EB2C-EEB0EF7C1E7B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0236DE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41" name="Bullet3" descr="78f94f25-e7c1-4a2a-8ff3-794243bc29c4">
                <a:extLst>
                  <a:ext uri="{FF2B5EF4-FFF2-40B4-BE49-F238E27FC236}">
                    <a16:creationId xmlns:a16="http://schemas.microsoft.com/office/drawing/2014/main" id="{2DADFBC7-6D8B-95C8-DBF8-F5893B2662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性质特点</a:t>
                </a:r>
              </a:p>
            </p:txBody>
          </p:sp>
          <p:sp>
            <p:nvSpPr>
              <p:cNvPr id="42" name="Text3" descr="05667fe5-d350-486d-ae90-003a56b6aea1">
                <a:extLst>
                  <a:ext uri="{FF2B5EF4-FFF2-40B4-BE49-F238E27FC236}">
                    <a16:creationId xmlns:a16="http://schemas.microsoft.com/office/drawing/2014/main" id="{B8B9A1EF-4E3A-7560-8081-A2A328D191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602961"/>
                <a:ext cx="4302697" cy="12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具有非离子表面活性剂的特性，有较好的分散和乳化性能，初期曾被用作乳化剂。</a:t>
                </a: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玻色因定义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F8AB86-115C-CF8A-9BF8-D47ABABD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688" y="3205078"/>
            <a:ext cx="4142857" cy="21047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204d459d-ae30-42b7-98b3-9adfd5dd5749.source.4.zh-Hans.pptx" descr="850af718-b642-4e9c-b913-a2b6e4110702">
            <a:extLst>
              <a:ext uri="{FF2B5EF4-FFF2-40B4-BE49-F238E27FC236}">
                <a16:creationId xmlns:a16="http://schemas.microsoft.com/office/drawing/2014/main" id="{8FE9A38B-BA80-726F-EC3D-27C4F0BE4D01}"/>
              </a:ext>
            </a:extLst>
          </p:cNvPr>
          <p:cNvGrpSpPr/>
          <p:nvPr/>
        </p:nvGrpSpPr>
        <p:grpSpPr>
          <a:xfrm>
            <a:off x="660401" y="1130300"/>
            <a:ext cx="10858500" cy="4421511"/>
            <a:chOff x="660401" y="1130300"/>
            <a:chExt cx="10858500" cy="4421511"/>
          </a:xfrm>
        </p:grpSpPr>
        <p:sp>
          <p:nvSpPr>
            <p:cNvPr id="5" name="Title" descr="1e168277-1fbd-4510-9112-f85885382db0">
              <a:extLst>
                <a:ext uri="{FF2B5EF4-FFF2-40B4-BE49-F238E27FC236}">
                  <a16:creationId xmlns:a16="http://schemas.microsoft.com/office/drawing/2014/main" id="{2169E775-530E-E8BF-BC07-7A561FF5173A}"/>
                </a:ext>
              </a:extLst>
            </p:cNvPr>
            <p:cNvSpPr/>
            <p:nvPr/>
          </p:nvSpPr>
          <p:spPr>
            <a:xfrm>
              <a:off x="660401" y="1130300"/>
              <a:ext cx="10858500" cy="72390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掌握玻色因的关键参数</a:t>
              </a:r>
            </a:p>
          </p:txBody>
        </p:sp>
        <p:grpSp>
          <p:nvGrpSpPr>
            <p:cNvPr id="6" name="组合 5" descr="f08b1136-264f-4f62-b912-37dde55b9e72">
              <a:extLst>
                <a:ext uri="{FF2B5EF4-FFF2-40B4-BE49-F238E27FC236}">
                  <a16:creationId xmlns:a16="http://schemas.microsoft.com/office/drawing/2014/main" id="{0B626D9E-B0FD-FF27-E00C-74324485B4E4}"/>
                </a:ext>
              </a:extLst>
            </p:cNvPr>
            <p:cNvGrpSpPr/>
            <p:nvPr/>
          </p:nvGrpSpPr>
          <p:grpSpPr>
            <a:xfrm>
              <a:off x="1026437" y="2608491"/>
              <a:ext cx="2154913" cy="2943320"/>
              <a:chOff x="1026437" y="2608491"/>
              <a:chExt cx="2154913" cy="2943320"/>
            </a:xfrm>
          </p:grpSpPr>
          <p:sp>
            <p:nvSpPr>
              <p:cNvPr id="61" name="ComponentBackground1" descr="5d1300ff-a54d-4283-b2ce-f5571dfcbfe0">
                <a:extLst>
                  <a:ext uri="{FF2B5EF4-FFF2-40B4-BE49-F238E27FC236}">
                    <a16:creationId xmlns:a16="http://schemas.microsoft.com/office/drawing/2014/main" id="{F346B84E-A709-46A1-B0C5-92DD399A83E3}"/>
                  </a:ext>
                </a:extLst>
              </p:cNvPr>
              <p:cNvSpPr/>
              <p:nvPr/>
            </p:nvSpPr>
            <p:spPr>
              <a:xfrm>
                <a:off x="1026437" y="2608491"/>
                <a:ext cx="2154913" cy="2943320"/>
              </a:xfrm>
              <a:prstGeom prst="rect">
                <a:avLst/>
              </a:prstGeom>
              <a:solidFill>
                <a:schemeClr val="accent3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" name="IconBackground1" descr="4d5b4981-baf4-45c2-bfb5-c7e3e3ec4162">
                <a:extLst>
                  <a:ext uri="{FF2B5EF4-FFF2-40B4-BE49-F238E27FC236}">
                    <a16:creationId xmlns:a16="http://schemas.microsoft.com/office/drawing/2014/main" id="{48BDE26F-8ECD-4F80-84AC-7A6443215BD0}"/>
                  </a:ext>
                </a:extLst>
              </p:cNvPr>
              <p:cNvSpPr/>
              <p:nvPr/>
            </p:nvSpPr>
            <p:spPr>
              <a:xfrm>
                <a:off x="1263238" y="2837572"/>
                <a:ext cx="519065" cy="519062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" name="Icon1" descr="c5015795-b8aa-44e7-889a-49fe2a72f090">
                <a:extLst>
                  <a:ext uri="{FF2B5EF4-FFF2-40B4-BE49-F238E27FC236}">
                    <a16:creationId xmlns:a16="http://schemas.microsoft.com/office/drawing/2014/main" id="{BA3221C0-EF32-4AA9-ADD6-3C12ED5A502B}"/>
                  </a:ext>
                </a:extLst>
              </p:cNvPr>
              <p:cNvSpPr/>
              <p:nvPr/>
            </p:nvSpPr>
            <p:spPr bwMode="auto">
              <a:xfrm>
                <a:off x="1397642" y="2983147"/>
                <a:ext cx="250256" cy="227912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86396 h 485775"/>
                  <a:gd name="connsiteX10" fmla="*/ 1504 w 533400"/>
                  <a:gd name="connsiteY10" fmla="*/ 486396 h 485775"/>
                  <a:gd name="connsiteX11" fmla="*/ 1504 w 533400"/>
                  <a:gd name="connsiteY11" fmla="*/ 229221 h 485775"/>
                  <a:gd name="connsiteX12" fmla="*/ 125329 w 533400"/>
                  <a:gd name="connsiteY12" fmla="*/ 229221 h 485775"/>
                  <a:gd name="connsiteX13" fmla="*/ 411079 w 533400"/>
                  <a:gd name="connsiteY13" fmla="*/ 621 h 485775"/>
                  <a:gd name="connsiteX14" fmla="*/ 411079 w 533400"/>
                  <a:gd name="connsiteY14" fmla="*/ 114921 h 485775"/>
                  <a:gd name="connsiteX15" fmla="*/ 534904 w 533400"/>
                  <a:gd name="connsiteY15" fmla="*/ 114921 h 485775"/>
                  <a:gd name="connsiteX16" fmla="*/ 534904 w 533400"/>
                  <a:gd name="connsiteY16" fmla="*/ 210171 h 485775"/>
                  <a:gd name="connsiteX17" fmla="*/ 1504 w 533400"/>
                  <a:gd name="connsiteY17" fmla="*/ 210171 h 485775"/>
                  <a:gd name="connsiteX18" fmla="*/ 1504 w 533400"/>
                  <a:gd name="connsiteY18" fmla="*/ 114921 h 485775"/>
                  <a:gd name="connsiteX19" fmla="*/ 125329 w 533400"/>
                  <a:gd name="connsiteY19" fmla="*/ 114921 h 485775"/>
                  <a:gd name="connsiteX20" fmla="*/ 125329 w 533400"/>
                  <a:gd name="connsiteY20" fmla="*/ 621 h 485775"/>
                  <a:gd name="connsiteX21" fmla="*/ 411079 w 533400"/>
                  <a:gd name="connsiteY21" fmla="*/ 621 h 485775"/>
                  <a:gd name="connsiteX22" fmla="*/ 392029 w 533400"/>
                  <a:gd name="connsiteY22" fmla="*/ 19671 h 485775"/>
                  <a:gd name="connsiteX23" fmla="*/ 144379 w 533400"/>
                  <a:gd name="connsiteY23" fmla="*/ 19671 h 485775"/>
                  <a:gd name="connsiteX24" fmla="*/ 144379 w 533400"/>
                  <a:gd name="connsiteY24" fmla="*/ 114921 h 485775"/>
                  <a:gd name="connsiteX25" fmla="*/ 392029 w 533400"/>
                  <a:gd name="connsiteY25" fmla="*/ 114921 h 485775"/>
                  <a:gd name="connsiteX26" fmla="*/ 392029 w 533400"/>
                  <a:gd name="connsiteY26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86396"/>
                    </a:lnTo>
                    <a:lnTo>
                      <a:pt x="1504" y="486396"/>
                    </a:ln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411079" y="621"/>
                    </a:moveTo>
                    <a:lnTo>
                      <a:pt x="411079" y="114921"/>
                    </a:lnTo>
                    <a:lnTo>
                      <a:pt x="534904" y="114921"/>
                    </a:ln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14921"/>
                    </a:lnTo>
                    <a:lnTo>
                      <a:pt x="125329" y="114921"/>
                    </a:lnTo>
                    <a:lnTo>
                      <a:pt x="125329" y="621"/>
                    </a:lnTo>
                    <a:lnTo>
                      <a:pt x="411079" y="621"/>
                    </a:lnTo>
                    <a:close/>
                    <a:moveTo>
                      <a:pt x="392029" y="19671"/>
                    </a:moveTo>
                    <a:lnTo>
                      <a:pt x="144379" y="1967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196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9" name="Text1" descr="11fe9387-01ec-4d45-9836-af9bb2b220df">
                <a:extLst>
                  <a:ext uri="{FF2B5EF4-FFF2-40B4-BE49-F238E27FC236}">
                    <a16:creationId xmlns:a16="http://schemas.microsoft.com/office/drawing/2014/main" id="{913D4475-7CD5-4720-B71E-2E517D1A1D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5850" y="4167250"/>
                <a:ext cx="2028826" cy="124892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玻色因的CAS号为439685 - 79 - 7，便于在科研和工业中准确识别。</a:t>
                </a:r>
              </a:p>
            </p:txBody>
          </p:sp>
          <p:sp>
            <p:nvSpPr>
              <p:cNvPr id="10" name="Bullet1" descr="aa9a7b95-5f83-41f6-8c24-7cdcbad1175d">
                <a:extLst>
                  <a:ext uri="{FF2B5EF4-FFF2-40B4-BE49-F238E27FC236}">
                    <a16:creationId xmlns:a16="http://schemas.microsoft.com/office/drawing/2014/main" id="{68185E03-B677-4A7A-9695-E50908D1A4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5850" y="3629801"/>
                <a:ext cx="2028826" cy="53744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/>
                  </a:rPr>
                  <a:t>CAS号</a:t>
                </a:r>
              </a:p>
            </p:txBody>
          </p:sp>
        </p:grpSp>
        <p:grpSp>
          <p:nvGrpSpPr>
            <p:cNvPr id="13" name="组合 12" descr="254022c2-5c1b-4afb-8667-c999b50bc1f0">
              <a:extLst>
                <a:ext uri="{FF2B5EF4-FFF2-40B4-BE49-F238E27FC236}">
                  <a16:creationId xmlns:a16="http://schemas.microsoft.com/office/drawing/2014/main" id="{D199D084-7D8F-96B3-850F-909DACCE6175}"/>
                </a:ext>
              </a:extLst>
            </p:cNvPr>
            <p:cNvGrpSpPr/>
            <p:nvPr/>
          </p:nvGrpSpPr>
          <p:grpSpPr>
            <a:xfrm>
              <a:off x="3580081" y="2608491"/>
              <a:ext cx="2232157" cy="2943320"/>
              <a:chOff x="3580081" y="2608491"/>
              <a:chExt cx="2232157" cy="2943320"/>
            </a:xfrm>
          </p:grpSpPr>
          <p:sp>
            <p:nvSpPr>
              <p:cNvPr id="63" name="ComponentBackground2" descr="f18198cc-cf23-4eb2-9e2f-87d4bf713463">
                <a:extLst>
                  <a:ext uri="{FF2B5EF4-FFF2-40B4-BE49-F238E27FC236}">
                    <a16:creationId xmlns:a16="http://schemas.microsoft.com/office/drawing/2014/main" id="{DA67BEB3-4B74-48B0-A7BA-4745C494A1A0}"/>
                  </a:ext>
                </a:extLst>
              </p:cNvPr>
              <p:cNvSpPr/>
              <p:nvPr/>
            </p:nvSpPr>
            <p:spPr>
              <a:xfrm>
                <a:off x="3580081" y="2608491"/>
                <a:ext cx="2232157" cy="2943320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IconBackground2" descr="246fdea7-87aa-4e76-9b48-a0d7fd2d59f4">
                <a:extLst>
                  <a:ext uri="{FF2B5EF4-FFF2-40B4-BE49-F238E27FC236}">
                    <a16:creationId xmlns:a16="http://schemas.microsoft.com/office/drawing/2014/main" id="{246F0FCB-57B6-486A-B695-B863F6FA7D7D}"/>
                  </a:ext>
                </a:extLst>
              </p:cNvPr>
              <p:cNvSpPr/>
              <p:nvPr/>
            </p:nvSpPr>
            <p:spPr>
              <a:xfrm>
                <a:off x="3870977" y="2837572"/>
                <a:ext cx="519065" cy="519062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Icon2" descr="0c069372-ae4b-47cc-abbd-3fc3dd435aa1">
                <a:extLst>
                  <a:ext uri="{FF2B5EF4-FFF2-40B4-BE49-F238E27FC236}">
                    <a16:creationId xmlns:a16="http://schemas.microsoft.com/office/drawing/2014/main" id="{97FC350C-4CCA-4956-8F2B-47FDE635C0AA}"/>
                  </a:ext>
                </a:extLst>
              </p:cNvPr>
              <p:cNvSpPr/>
              <p:nvPr/>
            </p:nvSpPr>
            <p:spPr bwMode="auto">
              <a:xfrm>
                <a:off x="4006909" y="2961619"/>
                <a:ext cx="247199" cy="270969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16" name="Text2" descr="b100479e-64b9-4374-8a6c-a916712b688b">
                <a:extLst>
                  <a:ext uri="{FF2B5EF4-FFF2-40B4-BE49-F238E27FC236}">
                    <a16:creationId xmlns:a16="http://schemas.microsoft.com/office/drawing/2014/main" id="{211E525F-EDC3-43B1-AD97-EDDD2B8F64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3538" y="4184076"/>
                <a:ext cx="2093212" cy="124892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密度为1.308至1.428 g/cm³，不同状态和条件下密度有所差异。</a:t>
                </a:r>
              </a:p>
            </p:txBody>
          </p:sp>
          <p:sp>
            <p:nvSpPr>
              <p:cNvPr id="17" name="Bullet2" descr="fa109345-5194-42bd-be1e-0147eacfad96">
                <a:extLst>
                  <a:ext uri="{FF2B5EF4-FFF2-40B4-BE49-F238E27FC236}">
                    <a16:creationId xmlns:a16="http://schemas.microsoft.com/office/drawing/2014/main" id="{26C2A55C-9030-4C88-99DC-B31CD3E15D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3538" y="3646627"/>
                <a:ext cx="2093212" cy="53744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密度</a:t>
                </a:r>
              </a:p>
            </p:txBody>
          </p:sp>
        </p:grpSp>
        <p:grpSp>
          <p:nvGrpSpPr>
            <p:cNvPr id="15" name="组合 14" descr="e1045232-59a7-4e2f-ac71-7f2b15eeb2d1">
              <a:extLst>
                <a:ext uri="{FF2B5EF4-FFF2-40B4-BE49-F238E27FC236}">
                  <a16:creationId xmlns:a16="http://schemas.microsoft.com/office/drawing/2014/main" id="{362B2D5E-9B5E-149E-233F-4CDBDB9C1F2C}"/>
                </a:ext>
              </a:extLst>
            </p:cNvPr>
            <p:cNvGrpSpPr/>
            <p:nvPr/>
          </p:nvGrpSpPr>
          <p:grpSpPr>
            <a:xfrm>
              <a:off x="6210969" y="2608491"/>
              <a:ext cx="2302406" cy="2943320"/>
              <a:chOff x="6210969" y="2608491"/>
              <a:chExt cx="2302406" cy="2943320"/>
            </a:xfrm>
          </p:grpSpPr>
          <p:sp>
            <p:nvSpPr>
              <p:cNvPr id="64" name="ComponentBackground3" descr="1baef29a-2b0c-4d67-9278-9de057e8c17e">
                <a:extLst>
                  <a:ext uri="{FF2B5EF4-FFF2-40B4-BE49-F238E27FC236}">
                    <a16:creationId xmlns:a16="http://schemas.microsoft.com/office/drawing/2014/main" id="{37504A0A-5839-43E4-936E-A322FD7873FC}"/>
                  </a:ext>
                </a:extLst>
              </p:cNvPr>
              <p:cNvSpPr/>
              <p:nvPr/>
            </p:nvSpPr>
            <p:spPr>
              <a:xfrm>
                <a:off x="6210969" y="2608491"/>
                <a:ext cx="2302406" cy="2943320"/>
              </a:xfrm>
              <a:prstGeom prst="rect">
                <a:avLst/>
              </a:prstGeom>
              <a:solidFill>
                <a:schemeClr val="accent4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5" name="Text3" descr="713b9958-f193-44a2-99fa-8e25002088da">
                <a:extLst>
                  <a:ext uri="{FF2B5EF4-FFF2-40B4-BE49-F238E27FC236}">
                    <a16:creationId xmlns:a16="http://schemas.microsoft.com/office/drawing/2014/main" id="{ECBDB223-5841-4A2C-97C8-1118DED7BF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0788" y="4200902"/>
                <a:ext cx="2143379" cy="124892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沸点在334.0至418.0℃，体现其一定的热稳定性。</a:t>
                </a:r>
              </a:p>
            </p:txBody>
          </p:sp>
          <p:sp>
            <p:nvSpPr>
              <p:cNvPr id="26" name="Bullet3" descr="4ab3ef6b-de7c-43c8-b100-8f40fb7af362">
                <a:extLst>
                  <a:ext uri="{FF2B5EF4-FFF2-40B4-BE49-F238E27FC236}">
                    <a16:creationId xmlns:a16="http://schemas.microsoft.com/office/drawing/2014/main" id="{142A0603-3CB7-4B98-975F-B55185B78A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0788" y="3663453"/>
                <a:ext cx="2143379" cy="53744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沸点</a:t>
                </a:r>
              </a:p>
            </p:txBody>
          </p:sp>
          <p:sp>
            <p:nvSpPr>
              <p:cNvPr id="23" name="IconBackground3" descr="6936ad6e-cc73-4f3d-a2b8-d5513f0d6a4f">
                <a:extLst>
                  <a:ext uri="{FF2B5EF4-FFF2-40B4-BE49-F238E27FC236}">
                    <a16:creationId xmlns:a16="http://schemas.microsoft.com/office/drawing/2014/main" id="{F83C06A0-CD75-4D59-87C5-996F26732747}"/>
                  </a:ext>
                </a:extLst>
              </p:cNvPr>
              <p:cNvSpPr/>
              <p:nvPr/>
            </p:nvSpPr>
            <p:spPr>
              <a:xfrm>
                <a:off x="6555960" y="2828379"/>
                <a:ext cx="537451" cy="537449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4" name="Icon3" descr="dc6a49e5-2891-4238-bdb0-53e7304d9305">
                <a:extLst>
                  <a:ext uri="{FF2B5EF4-FFF2-40B4-BE49-F238E27FC236}">
                    <a16:creationId xmlns:a16="http://schemas.microsoft.com/office/drawing/2014/main" id="{E3BB41C7-92AF-4327-9768-07D291497EA5}"/>
                  </a:ext>
                </a:extLst>
              </p:cNvPr>
              <p:cNvSpPr/>
              <p:nvPr/>
            </p:nvSpPr>
            <p:spPr bwMode="auto">
              <a:xfrm>
                <a:off x="6714480" y="2960441"/>
                <a:ext cx="220410" cy="268326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</p:grpSp>
        <p:grpSp>
          <p:nvGrpSpPr>
            <p:cNvPr id="20" name="组合 19" descr="ec51fbe8-7c40-460a-b3ee-2348395e70ce">
              <a:extLst>
                <a:ext uri="{FF2B5EF4-FFF2-40B4-BE49-F238E27FC236}">
                  <a16:creationId xmlns:a16="http://schemas.microsoft.com/office/drawing/2014/main" id="{7C7B589F-0EC5-00A3-BB7E-41ACBFB96313}"/>
                </a:ext>
              </a:extLst>
            </p:cNvPr>
            <p:cNvGrpSpPr/>
            <p:nvPr/>
          </p:nvGrpSpPr>
          <p:grpSpPr>
            <a:xfrm>
              <a:off x="8912106" y="2608491"/>
              <a:ext cx="2302406" cy="2943320"/>
              <a:chOff x="8912106" y="2608491"/>
              <a:chExt cx="2302406" cy="2943320"/>
            </a:xfrm>
          </p:grpSpPr>
          <p:sp>
            <p:nvSpPr>
              <p:cNvPr id="30" name="ComponentBackground4" descr="58570276-b818-41cf-9d89-00a124628787">
                <a:extLst>
                  <a:ext uri="{FF2B5EF4-FFF2-40B4-BE49-F238E27FC236}">
                    <a16:creationId xmlns:a16="http://schemas.microsoft.com/office/drawing/2014/main" id="{184F2AF4-855F-4F96-B7DE-52C417523235}"/>
                  </a:ext>
                </a:extLst>
              </p:cNvPr>
              <p:cNvSpPr/>
              <p:nvPr/>
            </p:nvSpPr>
            <p:spPr>
              <a:xfrm>
                <a:off x="8912106" y="2608491"/>
                <a:ext cx="2302406" cy="2943320"/>
              </a:xfrm>
              <a:prstGeom prst="rect">
                <a:avLst/>
              </a:prstGeom>
              <a:solidFill>
                <a:schemeClr val="accent6">
                  <a:alpha val="1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1" name="Text4" descr="fe6c5927-4a44-4d86-bf36-6896f6c293f3">
                <a:extLst>
                  <a:ext uri="{FF2B5EF4-FFF2-40B4-BE49-F238E27FC236}">
                    <a16:creationId xmlns:a16="http://schemas.microsoft.com/office/drawing/2014/main" id="{903A5D5D-5A1F-429C-B38D-9F9EA2BE66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82075" y="4200902"/>
                <a:ext cx="2163229" cy="124892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需在2 - 8℃条件下存储，以保证其活性和稳定性。</a:t>
                </a:r>
              </a:p>
            </p:txBody>
          </p:sp>
          <p:sp>
            <p:nvSpPr>
              <p:cNvPr id="32" name="Bullet4" descr="64ce1166-2d5a-4416-86a5-98d5c5e8a04b">
                <a:extLst>
                  <a:ext uri="{FF2B5EF4-FFF2-40B4-BE49-F238E27FC236}">
                    <a16:creationId xmlns:a16="http://schemas.microsoft.com/office/drawing/2014/main" id="{7AAB98D3-AB47-45DF-BED7-1CA7B7A19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82075" y="3663453"/>
                <a:ext cx="2163229" cy="537449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存储条件</a:t>
                </a:r>
              </a:p>
            </p:txBody>
          </p:sp>
          <p:sp>
            <p:nvSpPr>
              <p:cNvPr id="37" name="IconBackground4" descr="4ddb7e8f-9cc0-49b2-86ff-b4818c0b951e">
                <a:extLst>
                  <a:ext uri="{FF2B5EF4-FFF2-40B4-BE49-F238E27FC236}">
                    <a16:creationId xmlns:a16="http://schemas.microsoft.com/office/drawing/2014/main" id="{FB4F46E1-14C1-4197-991F-3A95E64243C4}"/>
                  </a:ext>
                </a:extLst>
              </p:cNvPr>
              <p:cNvSpPr/>
              <p:nvPr/>
            </p:nvSpPr>
            <p:spPr>
              <a:xfrm>
                <a:off x="9182630" y="2806086"/>
                <a:ext cx="533724" cy="533722"/>
              </a:xfrm>
              <a:prstGeom prst="ellipse">
                <a:avLst/>
              </a:prstGeom>
              <a:solidFill>
                <a:schemeClr val="accent6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6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8" name="Icon4" descr="1a8117cf-089f-48f7-bea1-346d7da833b8">
                <a:extLst>
                  <a:ext uri="{FF2B5EF4-FFF2-40B4-BE49-F238E27FC236}">
                    <a16:creationId xmlns:a16="http://schemas.microsoft.com/office/drawing/2014/main" id="{AA8F01C8-F61C-4FD7-9A24-891DFC3074D2}"/>
                  </a:ext>
                </a:extLst>
              </p:cNvPr>
              <p:cNvSpPr/>
              <p:nvPr/>
            </p:nvSpPr>
            <p:spPr bwMode="auto">
              <a:xfrm>
                <a:off x="9340051" y="2937232"/>
                <a:ext cx="218882" cy="266465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endParaRPr/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基本信息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5eab6068-718f-428a-a8f9-5d879a178baa.source.3.zh-Hans.pptx" descr="e29ba962-b87c-400d-9b5f-143c3cfdfc51">
            <a:extLst>
              <a:ext uri="{FF2B5EF4-FFF2-40B4-BE49-F238E27FC236}">
                <a16:creationId xmlns:a16="http://schemas.microsoft.com/office/drawing/2014/main" id="{B43551D4-64F5-056C-B6E6-21A1F94D041D}"/>
              </a:ext>
            </a:extLst>
          </p:cNvPr>
          <p:cNvGrpSpPr/>
          <p:nvPr/>
        </p:nvGrpSpPr>
        <p:grpSpPr>
          <a:xfrm>
            <a:off x="710970" y="3858768"/>
            <a:ext cx="10770061" cy="1948388"/>
            <a:chOff x="710970" y="3858768"/>
            <a:chExt cx="10770061" cy="1948388"/>
          </a:xfrm>
        </p:grpSpPr>
        <p:cxnSp>
          <p:nvCxnSpPr>
            <p:cNvPr id="5" name="ïṡľíde" descr="c89322ef-465f-4e27-b0e1-d56e74346c08">
              <a:extLst>
                <a:ext uri="{FF2B5EF4-FFF2-40B4-BE49-F238E27FC236}">
                  <a16:creationId xmlns:a16="http://schemas.microsoft.com/office/drawing/2014/main" id="{24542082-E8EC-CDE8-E2E0-B84390C05985}"/>
                </a:ext>
              </a:extLst>
            </p:cNvPr>
            <p:cNvCxnSpPr/>
            <p:nvPr/>
          </p:nvCxnSpPr>
          <p:spPr>
            <a:xfrm>
              <a:off x="710970" y="5807156"/>
              <a:ext cx="3357522" cy="0"/>
            </a:xfrm>
            <a:prstGeom prst="line">
              <a:avLst/>
            </a:prstGeom>
            <a:ln w="152400" cap="rnd">
              <a:solidFill>
                <a:schemeClr val="tx2">
                  <a:alpha val="2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iṣľïḋê" descr="d8d5b933-1d8f-412a-be81-cff3ddfb8820">
              <a:extLst>
                <a:ext uri="{FF2B5EF4-FFF2-40B4-BE49-F238E27FC236}">
                  <a16:creationId xmlns:a16="http://schemas.microsoft.com/office/drawing/2014/main" id="{8837CA7F-CE43-1780-A669-81E024C8DB11}"/>
                </a:ext>
              </a:extLst>
            </p:cNvPr>
            <p:cNvCxnSpPr>
              <a:cxnSpLocks/>
            </p:cNvCxnSpPr>
            <p:nvPr/>
          </p:nvCxnSpPr>
          <p:spPr>
            <a:xfrm>
              <a:off x="4436324" y="4841774"/>
              <a:ext cx="3320422" cy="0"/>
            </a:xfrm>
            <a:prstGeom prst="line">
              <a:avLst/>
            </a:prstGeom>
            <a:ln w="152400" cap="rnd">
              <a:solidFill>
                <a:schemeClr val="tx2">
                  <a:alpha val="2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ïš1iḍe" descr="378d8ca3-b984-47ed-961b-78f43cc52b08">
              <a:extLst>
                <a:ext uri="{FF2B5EF4-FFF2-40B4-BE49-F238E27FC236}">
                  <a16:creationId xmlns:a16="http://schemas.microsoft.com/office/drawing/2014/main" id="{550AE691-B73C-D169-1014-DA6C4134220F}"/>
                </a:ext>
              </a:extLst>
            </p:cNvPr>
            <p:cNvCxnSpPr>
              <a:cxnSpLocks/>
            </p:cNvCxnSpPr>
            <p:nvPr/>
          </p:nvCxnSpPr>
          <p:spPr>
            <a:xfrm>
              <a:off x="7941582" y="3858768"/>
              <a:ext cx="3539449" cy="0"/>
            </a:xfrm>
            <a:prstGeom prst="line">
              <a:avLst/>
            </a:prstGeom>
            <a:ln w="152400" cap="rnd">
              <a:solidFill>
                <a:schemeClr val="tx2">
                  <a:alpha val="20000"/>
                </a:schemeClr>
              </a:solidFill>
              <a:round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1" descr="f527123c-9564-44a6-9794-dc7f60f5f235">
              <a:extLst>
                <a:ext uri="{FF2B5EF4-FFF2-40B4-BE49-F238E27FC236}">
                  <a16:creationId xmlns:a16="http://schemas.microsoft.com/office/drawing/2014/main" id="{4F5103C1-BBA6-BEEE-92B1-25F6CC669F1D}"/>
                </a:ext>
              </a:extLst>
            </p:cNvPr>
            <p:cNvSpPr/>
            <p:nvPr/>
          </p:nvSpPr>
          <p:spPr bwMode="auto">
            <a:xfrm>
              <a:off x="780049" y="4537710"/>
              <a:ext cx="2780123" cy="92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endParaRPr lang="en-US" sz="1200" b="0" i="0" u="none" dirty="0">
                <a:solidFill>
                  <a:srgbClr val="000000"/>
                </a:solidFill>
                <a:ea typeface="微软雅黑"/>
              </a:endParaRPr>
            </a:p>
          </p:txBody>
        </p: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植物提取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66CCE9-DF84-D6A6-4954-0CBAD8A64D2D}"/>
              </a:ext>
            </a:extLst>
          </p:cNvPr>
          <p:cNvSpPr txBox="1"/>
          <p:nvPr/>
        </p:nvSpPr>
        <p:spPr>
          <a:xfrm>
            <a:off x="1047627" y="1375258"/>
            <a:ext cx="9846450" cy="253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玻色因最初的合成路线是：以从山毛榉中提取出来的大量木糖</a:t>
            </a:r>
            <a:r>
              <a:rPr lang="en-US" altLang="zh-CN" dirty="0"/>
              <a:t>(Xylose)</a:t>
            </a:r>
            <a:r>
              <a:rPr lang="zh-CN" altLang="en-US" dirty="0"/>
              <a:t>为主要原料，与乙酰丙酮</a:t>
            </a:r>
            <a:r>
              <a:rPr lang="en-US" altLang="zh-CN" dirty="0"/>
              <a:t>(Acetylacetone)</a:t>
            </a:r>
            <a:r>
              <a:rPr lang="zh-CN" altLang="en-US" dirty="0"/>
              <a:t>在碱性水溶液中发生</a:t>
            </a:r>
            <a:r>
              <a:rPr lang="en-US" altLang="zh-CN" dirty="0"/>
              <a:t>Knoevenagel</a:t>
            </a:r>
            <a:r>
              <a:rPr lang="zh-CN" altLang="en-US" dirty="0"/>
              <a:t>缩合反应（即具有活性亚甲基的化合物（如丙二酸酯、</a:t>
            </a:r>
            <a:r>
              <a:rPr lang="en-US" altLang="zh-CN" dirty="0"/>
              <a:t>β-</a:t>
            </a:r>
            <a:r>
              <a:rPr lang="zh-CN" altLang="en-US" dirty="0"/>
              <a:t>酮酸酯、氰乙酸酯、硝基乙酸酯等）在氨、胺或其羧酸盐的催化作用下，与醛、酮发生醛醇型缩合，脱水而得到</a:t>
            </a:r>
            <a:r>
              <a:rPr lang="en-US" altLang="zh-CN" dirty="0"/>
              <a:t>α</a:t>
            </a:r>
            <a:r>
              <a:rPr lang="zh-CN" altLang="en-US" dirty="0"/>
              <a:t>，</a:t>
            </a:r>
            <a:r>
              <a:rPr lang="en-US" altLang="zh-CN" dirty="0"/>
              <a:t>β-</a:t>
            </a:r>
            <a:r>
              <a:rPr lang="zh-CN" altLang="en-US" dirty="0"/>
              <a:t>不饱和化合物的反应），生成</a:t>
            </a:r>
            <a:r>
              <a:rPr lang="en-US" altLang="zh-CN" dirty="0"/>
              <a:t>1-C-(beta-D-</a:t>
            </a:r>
            <a:r>
              <a:rPr lang="zh-CN" altLang="en-US" dirty="0"/>
              <a:t>吡喃木糖基</a:t>
            </a:r>
            <a:r>
              <a:rPr lang="en-US" altLang="zh-CN" dirty="0"/>
              <a:t>)-</a:t>
            </a:r>
            <a:r>
              <a:rPr lang="zh-CN" altLang="en-US" dirty="0"/>
              <a:t>丙酮。之后，再与硼氢化钠发生还原反应，还原生成物之中的酮羰基，就可以得到</a:t>
            </a:r>
            <a:r>
              <a:rPr lang="en-US" altLang="zh-CN" dirty="0"/>
              <a:t>1-C-(beta-D-</a:t>
            </a:r>
            <a:r>
              <a:rPr lang="zh-CN" altLang="en-US" dirty="0"/>
              <a:t>吡喃木糖基</a:t>
            </a:r>
            <a:r>
              <a:rPr lang="en-US" altLang="zh-CN" dirty="0"/>
              <a:t>)-2-</a:t>
            </a:r>
            <a:r>
              <a:rPr lang="zh-CN" altLang="en-US" dirty="0"/>
              <a:t>羟基</a:t>
            </a:r>
            <a:r>
              <a:rPr lang="en-US" altLang="zh-CN" dirty="0"/>
              <a:t>-</a:t>
            </a:r>
            <a:r>
              <a:rPr lang="zh-CN" altLang="en-US" dirty="0"/>
              <a:t>丙烷，即玻色因</a:t>
            </a:r>
            <a:r>
              <a:rPr lang="en-US" altLang="zh-CN" dirty="0"/>
              <a:t>(Pro-</a:t>
            </a:r>
            <a:r>
              <a:rPr lang="en-US" altLang="zh-CN" dirty="0" err="1"/>
              <a:t>xylane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528AAE-5D86-220D-64A6-65652381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677" y="4160982"/>
            <a:ext cx="9439400" cy="1906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41f42e17-da2a-4755-9bc5-fe240d71df8f.source.3.zh-Hans.pptx" descr="43554727-0e79-4c5f-913f-2ea40361ef37">
            <a:extLst>
              <a:ext uri="{FF2B5EF4-FFF2-40B4-BE49-F238E27FC236}">
                <a16:creationId xmlns:a16="http://schemas.microsoft.com/office/drawing/2014/main" id="{8F76D6A3-DACB-17AA-5862-F60370D1F450}"/>
              </a:ext>
            </a:extLst>
          </p:cNvPr>
          <p:cNvGrpSpPr/>
          <p:nvPr/>
        </p:nvGrpSpPr>
        <p:grpSpPr>
          <a:xfrm>
            <a:off x="503249" y="1345741"/>
            <a:ext cx="10858500" cy="2083259"/>
            <a:chOff x="666751" y="2178971"/>
            <a:chExt cx="10858500" cy="2083259"/>
          </a:xfrm>
        </p:grpSpPr>
        <p:sp>
          <p:nvSpPr>
            <p:cNvPr id="57" name="任意多边形 56" descr="af439fa4-5af2-440c-a864-2dd2c9705896">
              <a:extLst>
                <a:ext uri="{FF2B5EF4-FFF2-40B4-BE49-F238E27FC236}">
                  <a16:creationId xmlns:a16="http://schemas.microsoft.com/office/drawing/2014/main" id="{5BA5C108-0A30-43F2-A459-5DD8A6E6B6BB}"/>
                </a:ext>
              </a:extLst>
            </p:cNvPr>
            <p:cNvSpPr/>
            <p:nvPr/>
          </p:nvSpPr>
          <p:spPr>
            <a:xfrm>
              <a:off x="1984195" y="2535206"/>
              <a:ext cx="5848592" cy="354330"/>
            </a:xfrm>
            <a:custGeom>
              <a:avLst/>
              <a:gdLst>
                <a:gd name="connsiteX0" fmla="*/ 0 w 5848592"/>
                <a:gd name="connsiteY0" fmla="*/ 0 h 354330"/>
                <a:gd name="connsiteX1" fmla="*/ 5848592 w 5848592"/>
                <a:gd name="connsiteY1" fmla="*/ 0 h 354330"/>
                <a:gd name="connsiteX2" fmla="*/ 5826966 w 5848592"/>
                <a:gd name="connsiteY2" fmla="*/ 69666 h 354330"/>
                <a:gd name="connsiteX3" fmla="*/ 5816129 w 5848592"/>
                <a:gd name="connsiteY3" fmla="*/ 177165 h 354330"/>
                <a:gd name="connsiteX4" fmla="*/ 5826966 w 5848592"/>
                <a:gd name="connsiteY4" fmla="*/ 284664 h 354330"/>
                <a:gd name="connsiteX5" fmla="*/ 5848592 w 5848592"/>
                <a:gd name="connsiteY5" fmla="*/ 354330 h 354330"/>
                <a:gd name="connsiteX6" fmla="*/ 6399 w 5848592"/>
                <a:gd name="connsiteY6" fmla="*/ 354330 h 354330"/>
                <a:gd name="connsiteX7" fmla="*/ 24825 w 5848592"/>
                <a:gd name="connsiteY7" fmla="*/ 294971 h 354330"/>
                <a:gd name="connsiteX8" fmla="*/ 35662 w 5848592"/>
                <a:gd name="connsiteY8" fmla="*/ 187472 h 354330"/>
                <a:gd name="connsiteX9" fmla="*/ 24825 w 5848592"/>
                <a:gd name="connsiteY9" fmla="*/ 79973 h 354330"/>
                <a:gd name="connsiteX10" fmla="*/ 0 w 5848592"/>
                <a:gd name="connsiteY10" fmla="*/ 0 h 35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8592" h="354330">
                  <a:moveTo>
                    <a:pt x="0" y="0"/>
                  </a:moveTo>
                  <a:lnTo>
                    <a:pt x="5848592" y="0"/>
                  </a:lnTo>
                  <a:lnTo>
                    <a:pt x="5826966" y="69666"/>
                  </a:lnTo>
                  <a:cubicBezTo>
                    <a:pt x="5819861" y="104389"/>
                    <a:pt x="5816129" y="140342"/>
                    <a:pt x="5816129" y="177165"/>
                  </a:cubicBezTo>
                  <a:cubicBezTo>
                    <a:pt x="5816129" y="213989"/>
                    <a:pt x="5819861" y="249941"/>
                    <a:pt x="5826966" y="284664"/>
                  </a:cubicBezTo>
                  <a:lnTo>
                    <a:pt x="5848592" y="354330"/>
                  </a:lnTo>
                  <a:lnTo>
                    <a:pt x="6399" y="354330"/>
                  </a:lnTo>
                  <a:lnTo>
                    <a:pt x="24825" y="294971"/>
                  </a:lnTo>
                  <a:cubicBezTo>
                    <a:pt x="31931" y="260248"/>
                    <a:pt x="35662" y="224296"/>
                    <a:pt x="35662" y="187472"/>
                  </a:cubicBezTo>
                  <a:cubicBezTo>
                    <a:pt x="35662" y="150649"/>
                    <a:pt x="31931" y="114696"/>
                    <a:pt x="24825" y="799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1" name="任意多边形 50" descr="afb272be-4077-403c-ba92-e04109097241">
              <a:extLst>
                <a:ext uri="{FF2B5EF4-FFF2-40B4-BE49-F238E27FC236}">
                  <a16:creationId xmlns:a16="http://schemas.microsoft.com/office/drawing/2014/main" id="{169ED3F8-7776-49DF-9407-7B796B3E4D83}"/>
                </a:ext>
              </a:extLst>
            </p:cNvPr>
            <p:cNvSpPr/>
            <p:nvPr/>
          </p:nvSpPr>
          <p:spPr>
            <a:xfrm>
              <a:off x="666751" y="2530444"/>
              <a:ext cx="321969" cy="354330"/>
            </a:xfrm>
            <a:custGeom>
              <a:avLst/>
              <a:gdLst>
                <a:gd name="connsiteX0" fmla="*/ 0 w 321969"/>
                <a:gd name="connsiteY0" fmla="*/ 0 h 354330"/>
                <a:gd name="connsiteX1" fmla="*/ 321969 w 321969"/>
                <a:gd name="connsiteY1" fmla="*/ 0 h 354330"/>
                <a:gd name="connsiteX2" fmla="*/ 297144 w 321969"/>
                <a:gd name="connsiteY2" fmla="*/ 79973 h 354330"/>
                <a:gd name="connsiteX3" fmla="*/ 286307 w 321969"/>
                <a:gd name="connsiteY3" fmla="*/ 187472 h 354330"/>
                <a:gd name="connsiteX4" fmla="*/ 297144 w 321969"/>
                <a:gd name="connsiteY4" fmla="*/ 294971 h 354330"/>
                <a:gd name="connsiteX5" fmla="*/ 315570 w 321969"/>
                <a:gd name="connsiteY5" fmla="*/ 354330 h 354330"/>
                <a:gd name="connsiteX6" fmla="*/ 0 w 321969"/>
                <a:gd name="connsiteY6" fmla="*/ 354330 h 354330"/>
                <a:gd name="connsiteX7" fmla="*/ 0 w 321969"/>
                <a:gd name="connsiteY7" fmla="*/ 0 h 35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1969" h="354330">
                  <a:moveTo>
                    <a:pt x="0" y="0"/>
                  </a:moveTo>
                  <a:lnTo>
                    <a:pt x="321969" y="0"/>
                  </a:lnTo>
                  <a:lnTo>
                    <a:pt x="297144" y="79973"/>
                  </a:lnTo>
                  <a:cubicBezTo>
                    <a:pt x="290038" y="114696"/>
                    <a:pt x="286307" y="150649"/>
                    <a:pt x="286307" y="187472"/>
                  </a:cubicBezTo>
                  <a:cubicBezTo>
                    <a:pt x="286307" y="224296"/>
                    <a:pt x="290038" y="260248"/>
                    <a:pt x="297144" y="294971"/>
                  </a:cubicBezTo>
                  <a:lnTo>
                    <a:pt x="315570" y="354330"/>
                  </a:lnTo>
                  <a:lnTo>
                    <a:pt x="0" y="3543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8" name="任意多边形 57" descr="99ecd745-ac40-48be-85f3-d8fc8b9b7db5">
              <a:extLst>
                <a:ext uri="{FF2B5EF4-FFF2-40B4-BE49-F238E27FC236}">
                  <a16:creationId xmlns:a16="http://schemas.microsoft.com/office/drawing/2014/main" id="{D2B9BBA9-A039-411F-800F-0CEA93C33847}"/>
                </a:ext>
              </a:extLst>
            </p:cNvPr>
            <p:cNvSpPr/>
            <p:nvPr/>
          </p:nvSpPr>
          <p:spPr>
            <a:xfrm>
              <a:off x="8834662" y="2353279"/>
              <a:ext cx="2690588" cy="708660"/>
            </a:xfrm>
            <a:custGeom>
              <a:avLst/>
              <a:gdLst>
                <a:gd name="connsiteX0" fmla="*/ 2336258 w 2690588"/>
                <a:gd name="connsiteY0" fmla="*/ 0 h 708660"/>
                <a:gd name="connsiteX1" fmla="*/ 2690588 w 2690588"/>
                <a:gd name="connsiteY1" fmla="*/ 354330 h 708660"/>
                <a:gd name="connsiteX2" fmla="*/ 2336258 w 2690588"/>
                <a:gd name="connsiteY2" fmla="*/ 708660 h 708660"/>
                <a:gd name="connsiteX3" fmla="*/ 2336258 w 2690588"/>
                <a:gd name="connsiteY3" fmla="*/ 531495 h 708660"/>
                <a:gd name="connsiteX4" fmla="*/ 0 w 2690588"/>
                <a:gd name="connsiteY4" fmla="*/ 531495 h 708660"/>
                <a:gd name="connsiteX5" fmla="*/ 21625 w 2690588"/>
                <a:gd name="connsiteY5" fmla="*/ 461829 h 708660"/>
                <a:gd name="connsiteX6" fmla="*/ 32462 w 2690588"/>
                <a:gd name="connsiteY6" fmla="*/ 354330 h 708660"/>
                <a:gd name="connsiteX7" fmla="*/ 21625 w 2690588"/>
                <a:gd name="connsiteY7" fmla="*/ 246831 h 708660"/>
                <a:gd name="connsiteX8" fmla="*/ 0 w 2690588"/>
                <a:gd name="connsiteY8" fmla="*/ 177165 h 708660"/>
                <a:gd name="connsiteX9" fmla="*/ 2336258 w 2690588"/>
                <a:gd name="connsiteY9" fmla="*/ 177165 h 708660"/>
                <a:gd name="connsiteX10" fmla="*/ 2336258 w 2690588"/>
                <a:gd name="connsiteY10" fmla="*/ 0 h 7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0588" h="708660">
                  <a:moveTo>
                    <a:pt x="2336258" y="0"/>
                  </a:moveTo>
                  <a:lnTo>
                    <a:pt x="2690588" y="354330"/>
                  </a:lnTo>
                  <a:lnTo>
                    <a:pt x="2336258" y="708660"/>
                  </a:lnTo>
                  <a:lnTo>
                    <a:pt x="2336258" y="531495"/>
                  </a:lnTo>
                  <a:lnTo>
                    <a:pt x="0" y="531495"/>
                  </a:lnTo>
                  <a:lnTo>
                    <a:pt x="21625" y="461829"/>
                  </a:lnTo>
                  <a:cubicBezTo>
                    <a:pt x="28731" y="427106"/>
                    <a:pt x="32462" y="391154"/>
                    <a:pt x="32462" y="354330"/>
                  </a:cubicBezTo>
                  <a:cubicBezTo>
                    <a:pt x="32462" y="317507"/>
                    <a:pt x="28731" y="281554"/>
                    <a:pt x="21625" y="246831"/>
                  </a:cubicBezTo>
                  <a:lnTo>
                    <a:pt x="0" y="177165"/>
                  </a:lnTo>
                  <a:lnTo>
                    <a:pt x="2336258" y="177165"/>
                  </a:lnTo>
                  <a:lnTo>
                    <a:pt x="2336258" y="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" name="Title" descr="ec813dea-6488-4adf-838e-6c6830c711fc">
              <a:extLst>
                <a:ext uri="{FF2B5EF4-FFF2-40B4-BE49-F238E27FC236}">
                  <a16:creationId xmlns:a16="http://schemas.microsoft.com/office/drawing/2014/main" id="{72B38BCF-CC5E-155F-C4F4-5136B43D3E02}"/>
                </a:ext>
              </a:extLst>
            </p:cNvPr>
            <p:cNvSpPr txBox="1"/>
            <p:nvPr/>
          </p:nvSpPr>
          <p:spPr>
            <a:xfrm>
              <a:off x="666751" y="3800565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endParaRPr lang="en-US" sz="2400" b="1" i="0" u="none" dirty="0">
                <a:solidFill>
                  <a:srgbClr val="000000"/>
                </a:solidFill>
                <a:ea typeface="微软雅黑"/>
              </a:endParaRPr>
            </a:p>
          </p:txBody>
        </p:sp>
        <p:grpSp>
          <p:nvGrpSpPr>
            <p:cNvPr id="6" name="组合 5" descr="803295a0-5cff-45f3-9336-3ccc60934b40">
              <a:extLst>
                <a:ext uri="{FF2B5EF4-FFF2-40B4-BE49-F238E27FC236}">
                  <a16:creationId xmlns:a16="http://schemas.microsoft.com/office/drawing/2014/main" id="{47C6CDBA-B4ED-5DB0-D4BE-97FBE29A7495}"/>
                </a:ext>
              </a:extLst>
            </p:cNvPr>
            <p:cNvGrpSpPr/>
            <p:nvPr/>
          </p:nvGrpSpPr>
          <p:grpSpPr>
            <a:xfrm>
              <a:off x="953058" y="2178971"/>
              <a:ext cx="1066800" cy="1066800"/>
              <a:chOff x="953058" y="2178971"/>
              <a:chExt cx="1066800" cy="1066800"/>
            </a:xfrm>
          </p:grpSpPr>
          <p:sp>
            <p:nvSpPr>
              <p:cNvPr id="55" name="IconBackground1" descr="b7d35ab2-db10-4d34-8db6-374199ba560e">
                <a:extLst>
                  <a:ext uri="{FF2B5EF4-FFF2-40B4-BE49-F238E27FC236}">
                    <a16:creationId xmlns:a16="http://schemas.microsoft.com/office/drawing/2014/main" id="{126669C8-E394-49DD-AAF5-4A8AD053800F}"/>
                  </a:ext>
                </a:extLst>
              </p:cNvPr>
              <p:cNvSpPr/>
              <p:nvPr/>
            </p:nvSpPr>
            <p:spPr>
              <a:xfrm>
                <a:off x="953058" y="2178971"/>
                <a:ext cx="1066800" cy="1066800"/>
              </a:xfrm>
              <a:prstGeom prst="ellipse">
                <a:avLst/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3" name="Icon1" descr="f8a9144d-f4de-4f37-ac33-3cf1f0c38afd">
                <a:extLst>
                  <a:ext uri="{FF2B5EF4-FFF2-40B4-BE49-F238E27FC236}">
                    <a16:creationId xmlns:a16="http://schemas.microsoft.com/office/drawing/2014/main" id="{E1FB5789-5686-454B-923E-951BE0AA7748}"/>
                  </a:ext>
                </a:extLst>
              </p:cNvPr>
              <p:cNvSpPr/>
              <p:nvPr/>
            </p:nvSpPr>
            <p:spPr>
              <a:xfrm>
                <a:off x="1334147" y="2598139"/>
                <a:ext cx="304622" cy="228464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" name="组合 4" descr="3d441b25-93d1-46cd-b31c-f68231ab4cd4">
              <a:extLst>
                <a:ext uri="{FF2B5EF4-FFF2-40B4-BE49-F238E27FC236}">
                  <a16:creationId xmlns:a16="http://schemas.microsoft.com/office/drawing/2014/main" id="{3164D6C2-7E16-8B92-20AC-F934BDD0BF69}"/>
                </a:ext>
              </a:extLst>
            </p:cNvPr>
            <p:cNvGrpSpPr/>
            <p:nvPr/>
          </p:nvGrpSpPr>
          <p:grpSpPr>
            <a:xfrm>
              <a:off x="4376691" y="2178971"/>
              <a:ext cx="1066800" cy="1066800"/>
              <a:chOff x="4376691" y="2178971"/>
              <a:chExt cx="1066800" cy="1066800"/>
            </a:xfrm>
          </p:grpSpPr>
          <p:sp>
            <p:nvSpPr>
              <p:cNvPr id="45" name="IconBackground2" descr="7bf29d27-8637-4359-bb81-5027213ea9fd">
                <a:extLst>
                  <a:ext uri="{FF2B5EF4-FFF2-40B4-BE49-F238E27FC236}">
                    <a16:creationId xmlns:a16="http://schemas.microsoft.com/office/drawing/2014/main" id="{095E77F1-98CE-4845-9783-541473E706F8}"/>
                  </a:ext>
                </a:extLst>
              </p:cNvPr>
              <p:cNvSpPr/>
              <p:nvPr/>
            </p:nvSpPr>
            <p:spPr>
              <a:xfrm>
                <a:off x="4376691" y="2178971"/>
                <a:ext cx="1066800" cy="10668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4" name="Icon2" descr="42fcd732-1bf0-45cb-b8a5-ec04a330fe88">
                <a:extLst>
                  <a:ext uri="{FF2B5EF4-FFF2-40B4-BE49-F238E27FC236}">
                    <a16:creationId xmlns:a16="http://schemas.microsoft.com/office/drawing/2014/main" id="{89F37986-9C7F-45EF-A80C-45CFD7DA8394}"/>
                  </a:ext>
                </a:extLst>
              </p:cNvPr>
              <p:cNvSpPr/>
              <p:nvPr/>
            </p:nvSpPr>
            <p:spPr>
              <a:xfrm>
                <a:off x="4748234" y="2583487"/>
                <a:ext cx="323714" cy="257768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7" name="组合 6" descr="62bc9692-f698-439c-9e88-3398717510d5">
              <a:extLst>
                <a:ext uri="{FF2B5EF4-FFF2-40B4-BE49-F238E27FC236}">
                  <a16:creationId xmlns:a16="http://schemas.microsoft.com/office/drawing/2014/main" id="{E21B089E-4C48-B8DF-5763-59222964D4E4}"/>
                </a:ext>
              </a:extLst>
            </p:cNvPr>
            <p:cNvGrpSpPr/>
            <p:nvPr/>
          </p:nvGrpSpPr>
          <p:grpSpPr>
            <a:xfrm>
              <a:off x="7801078" y="2178971"/>
              <a:ext cx="1066800" cy="1066800"/>
              <a:chOff x="7801078" y="2178971"/>
              <a:chExt cx="1066800" cy="1066800"/>
            </a:xfrm>
          </p:grpSpPr>
          <p:sp>
            <p:nvSpPr>
              <p:cNvPr id="61" name="IconBackground3" descr="8b7f7727-4e08-49ec-af48-58c86e29ce3b">
                <a:extLst>
                  <a:ext uri="{FF2B5EF4-FFF2-40B4-BE49-F238E27FC236}">
                    <a16:creationId xmlns:a16="http://schemas.microsoft.com/office/drawing/2014/main" id="{CECF438E-7037-459D-B332-F6BC91F6A211}"/>
                  </a:ext>
                </a:extLst>
              </p:cNvPr>
              <p:cNvSpPr/>
              <p:nvPr/>
            </p:nvSpPr>
            <p:spPr>
              <a:xfrm>
                <a:off x="7801078" y="2178971"/>
                <a:ext cx="1066800" cy="1066800"/>
              </a:xfrm>
              <a:prstGeom prst="ellipse">
                <a:avLst/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2" name="Icon3" descr="6c187900-6e06-4bb0-a5ef-5eb0bca51c55">
                <a:extLst>
                  <a:ext uri="{FF2B5EF4-FFF2-40B4-BE49-F238E27FC236}">
                    <a16:creationId xmlns:a16="http://schemas.microsoft.com/office/drawing/2014/main" id="{41A40F0B-3107-42FF-B04C-87BBA4E629B1}"/>
                  </a:ext>
                </a:extLst>
              </p:cNvPr>
              <p:cNvSpPr/>
              <p:nvPr/>
            </p:nvSpPr>
            <p:spPr>
              <a:xfrm>
                <a:off x="8170262" y="2573660"/>
                <a:ext cx="304622" cy="277422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000000"/>
                </a:solidFill>
                <a:ea typeface="微软雅黑"/>
              </a:rPr>
              <a:t>合成</a:t>
            </a:r>
            <a:r>
              <a:rPr lang="zh-CN" altLang="en-US" sz="2800" b="1" i="0" u="none" dirty="0">
                <a:solidFill>
                  <a:srgbClr val="000000"/>
                </a:solidFill>
                <a:ea typeface="微软雅黑"/>
              </a:rPr>
              <a:t>方法改进</a:t>
            </a:r>
            <a:r>
              <a:rPr lang="en-US" altLang="zh-CN" sz="2800" b="1" i="0" u="none" dirty="0">
                <a:solidFill>
                  <a:srgbClr val="000000"/>
                </a:solidFill>
                <a:ea typeface="微软雅黑"/>
              </a:rPr>
              <a:t>-1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10C254-7022-0E1E-3D6A-F8E849E025CE}"/>
              </a:ext>
            </a:extLst>
          </p:cNvPr>
          <p:cNvSpPr txBox="1"/>
          <p:nvPr/>
        </p:nvSpPr>
        <p:spPr>
          <a:xfrm>
            <a:off x="1322956" y="2412541"/>
            <a:ext cx="9166708" cy="167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2012</a:t>
            </a:r>
            <a:r>
              <a:rPr lang="zh-CN" altLang="en-US" dirty="0"/>
              <a:t>年，国外工业在生产过程中为了提高产率，将反应中碱性环境由碳酸氢钠碱溶液更换为氢氧化钠碱溶液。这种方法虽然大大提高了产率，但是由于氢氧化钠碱溶液有很强的腐蚀性，对反应容器的材质的要求也很高，可谓是高投入高产出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B1ED750-5CAF-6292-08AC-AF5839A4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732" y="4439105"/>
            <a:ext cx="8409722" cy="1715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ea typeface="微软雅黑"/>
              </a:rPr>
              <a:t>合成方法改进</a:t>
            </a:r>
            <a:r>
              <a:rPr lang="en-US" altLang="zh-CN" dirty="0">
                <a:solidFill>
                  <a:srgbClr val="000000"/>
                </a:solidFill>
                <a:ea typeface="微软雅黑"/>
              </a:rPr>
              <a:t>-2</a:t>
            </a:r>
            <a:endParaRPr lang="en-US" sz="2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5B5838-70AD-4770-0F61-DFDB29554929}"/>
              </a:ext>
            </a:extLst>
          </p:cNvPr>
          <p:cNvSpPr txBox="1"/>
          <p:nvPr/>
        </p:nvSpPr>
        <p:spPr>
          <a:xfrm>
            <a:off x="872347" y="1147421"/>
            <a:ext cx="10159233" cy="22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近年来，国内也有一些团队研究开发具有自主知识产权的玻色因生产技术。其中有将氢氧化钠碱溶液更换为腐蚀性弱的</a:t>
            </a:r>
            <a:r>
              <a:rPr lang="en-US" altLang="zh-CN" dirty="0"/>
              <a:t>D201</a:t>
            </a:r>
            <a:r>
              <a:rPr lang="zh-CN" altLang="en-US" dirty="0"/>
              <a:t>阴离子交换树脂。因为文献中报道的氢氧化钠碱溶液需要阳离子交换树脂来纯化，然后过滤，再进行柱层析提纯。相较而言，碱性阴离子树脂的处理较为简单，只需要过滤即可进行柱层析。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1931C9-8E96-383D-7619-EC0C21FD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55" y="3548600"/>
            <a:ext cx="9112948" cy="1921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020ff77d-dbeb-42a6-b8b8-62a523dde93f.source.3.zh-Hans.pptx" descr="dad6a3a3-47d5-4715-ab59-76373f09c51c">
            <a:extLst>
              <a:ext uri="{FF2B5EF4-FFF2-40B4-BE49-F238E27FC236}">
                <a16:creationId xmlns:a16="http://schemas.microsoft.com/office/drawing/2014/main" id="{6AB54503-C83A-77E0-82B8-B124E2EF4037}"/>
              </a:ext>
            </a:extLst>
          </p:cNvPr>
          <p:cNvGrpSpPr/>
          <p:nvPr/>
        </p:nvGrpSpPr>
        <p:grpSpPr>
          <a:xfrm>
            <a:off x="660400" y="1245635"/>
            <a:ext cx="10788799" cy="4545565"/>
            <a:chOff x="660400" y="1245635"/>
            <a:chExt cx="10788799" cy="4545565"/>
          </a:xfrm>
        </p:grpSpPr>
        <p:sp>
          <p:nvSpPr>
            <p:cNvPr id="9" name="Title" descr="4cbefbd4-44d5-456a-a027-f40993244da6">
              <a:extLst>
                <a:ext uri="{FF2B5EF4-FFF2-40B4-BE49-F238E27FC236}">
                  <a16:creationId xmlns:a16="http://schemas.microsoft.com/office/drawing/2014/main" id="{D37DA1E6-E91D-47A9-822D-B52A2532E179}"/>
                </a:ext>
              </a:extLst>
            </p:cNvPr>
            <p:cNvSpPr txBox="1">
              <a:spLocks/>
            </p:cNvSpPr>
            <p:nvPr/>
          </p:nvSpPr>
          <p:spPr>
            <a:xfrm>
              <a:off x="660400" y="2680121"/>
              <a:ext cx="4298871" cy="1266999"/>
            </a:xfrm>
            <a:prstGeom prst="rect">
              <a:avLst/>
            </a:prstGeom>
            <a:noFill/>
          </p:spPr>
          <p:txBody>
            <a:bodyPr wrap="square" anchor="b" anchorCtr="0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确保生产原料的质量</a:t>
              </a:r>
            </a:p>
          </p:txBody>
        </p:sp>
        <p:grpSp>
          <p:nvGrpSpPr>
            <p:cNvPr id="14" name="组合 13" descr="8191f8ef-2d08-4dd7-ac69-5b76e9080027">
              <a:extLst>
                <a:ext uri="{FF2B5EF4-FFF2-40B4-BE49-F238E27FC236}">
                  <a16:creationId xmlns:a16="http://schemas.microsoft.com/office/drawing/2014/main" id="{42695B97-5FEB-44D1-4C40-265D2243673D}"/>
                </a:ext>
              </a:extLst>
            </p:cNvPr>
            <p:cNvGrpSpPr/>
            <p:nvPr/>
          </p:nvGrpSpPr>
          <p:grpSpPr>
            <a:xfrm>
              <a:off x="4959271" y="1245635"/>
              <a:ext cx="3958587" cy="1365083"/>
              <a:chOff x="4959271" y="1581824"/>
              <a:chExt cx="3958587" cy="1365083"/>
            </a:xfrm>
          </p:grpSpPr>
          <p:sp>
            <p:nvSpPr>
              <p:cNvPr id="8" name="Bullet1" descr="f9ef5a0c-8f29-4a07-aa80-ef3a9e46ba16">
                <a:extLst>
                  <a:ext uri="{FF2B5EF4-FFF2-40B4-BE49-F238E27FC236}">
                    <a16:creationId xmlns:a16="http://schemas.microsoft.com/office/drawing/2014/main" id="{BF08783B-2E63-48BC-A40F-DBE0192B838B}"/>
                  </a:ext>
                </a:extLst>
              </p:cNvPr>
              <p:cNvSpPr txBox="1"/>
              <p:nvPr/>
            </p:nvSpPr>
            <p:spPr>
              <a:xfrm>
                <a:off x="5224132" y="1581824"/>
                <a:ext cx="3693726" cy="63236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原料选择</a:t>
                </a:r>
              </a:p>
            </p:txBody>
          </p:sp>
          <p:sp>
            <p:nvSpPr>
              <p:cNvPr id="3" name="Text1" descr="536e3e3b-5c6c-43cb-8045-b27520696b52">
                <a:extLst>
                  <a:ext uri="{FF2B5EF4-FFF2-40B4-BE49-F238E27FC236}">
                    <a16:creationId xmlns:a16="http://schemas.microsoft.com/office/drawing/2014/main" id="{9ACEFF75-EA75-43ED-B40D-2DB17D2D2C87}"/>
                  </a:ext>
                </a:extLst>
              </p:cNvPr>
              <p:cNvSpPr txBox="1"/>
              <p:nvPr/>
            </p:nvSpPr>
            <p:spPr>
              <a:xfrm>
                <a:off x="5224132" y="2224932"/>
                <a:ext cx="3693726" cy="7219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严格挑选优质的木糖和乙酰丙酮等原料，保证产品质量。</a:t>
                </a:r>
              </a:p>
            </p:txBody>
          </p:sp>
          <p:sp>
            <p:nvSpPr>
              <p:cNvPr id="10" name="任意多边形: 形状 9" descr="5c2ebb14-57fb-4592-bb33-ebe194ed88e2">
                <a:extLst>
                  <a:ext uri="{FF2B5EF4-FFF2-40B4-BE49-F238E27FC236}">
                    <a16:creationId xmlns:a16="http://schemas.microsoft.com/office/drawing/2014/main" id="{4170ECBB-3694-4B42-9994-46484F92B49D}"/>
                  </a:ext>
                </a:extLst>
              </p:cNvPr>
              <p:cNvSpPr/>
              <p:nvPr/>
            </p:nvSpPr>
            <p:spPr bwMode="auto">
              <a:xfrm rot="5400000">
                <a:off x="4946839" y="1981922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alpha val="50000"/>
                    </a:schemeClr>
                  </a:gs>
                  <a:gs pos="20000">
                    <a:schemeClr val="bg2">
                      <a:lumMod val="90000"/>
                      <a:alpha val="70000"/>
                    </a:schemeClr>
                  </a:gs>
                </a:gsLst>
                <a:lin ang="12000000" scaled="0"/>
              </a:gradFill>
              <a:ln w="76200" cap="rnd">
                <a:noFill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</p:grpSp>
        <p:grpSp>
          <p:nvGrpSpPr>
            <p:cNvPr id="16" name="组合 15" descr="6c31f77b-effb-4629-8736-60b93652d144">
              <a:extLst>
                <a:ext uri="{FF2B5EF4-FFF2-40B4-BE49-F238E27FC236}">
                  <a16:creationId xmlns:a16="http://schemas.microsoft.com/office/drawing/2014/main" id="{A1FDB6DF-3A0A-654B-DB8A-D679F1577716}"/>
                </a:ext>
              </a:extLst>
            </p:cNvPr>
            <p:cNvGrpSpPr/>
            <p:nvPr/>
          </p:nvGrpSpPr>
          <p:grpSpPr>
            <a:xfrm>
              <a:off x="6158807" y="2835876"/>
              <a:ext cx="3958587" cy="1365083"/>
              <a:chOff x="6158807" y="2680121"/>
              <a:chExt cx="3958587" cy="1365083"/>
            </a:xfrm>
          </p:grpSpPr>
          <p:sp>
            <p:nvSpPr>
              <p:cNvPr id="4" name="Bullet2" descr="6cf9f819-ee74-442c-887c-efaf5d47dba2">
                <a:extLst>
                  <a:ext uri="{FF2B5EF4-FFF2-40B4-BE49-F238E27FC236}">
                    <a16:creationId xmlns:a16="http://schemas.microsoft.com/office/drawing/2014/main" id="{6AF762F2-1BF1-47F9-88DF-6F5FE424C465}"/>
                  </a:ext>
                </a:extLst>
              </p:cNvPr>
              <p:cNvSpPr txBox="1"/>
              <p:nvPr/>
            </p:nvSpPr>
            <p:spPr>
              <a:xfrm>
                <a:off x="6423668" y="2680121"/>
                <a:ext cx="3693726" cy="63236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原料处理</a:t>
                </a:r>
              </a:p>
            </p:txBody>
          </p:sp>
          <p:sp>
            <p:nvSpPr>
              <p:cNvPr id="5" name="Text2" descr="a468d7d6-9a06-414e-8670-c783c1c6c3e0">
                <a:extLst>
                  <a:ext uri="{FF2B5EF4-FFF2-40B4-BE49-F238E27FC236}">
                    <a16:creationId xmlns:a16="http://schemas.microsoft.com/office/drawing/2014/main" id="{87A1C2C8-C5B2-4D15-8355-C61383FF26EB}"/>
                  </a:ext>
                </a:extLst>
              </p:cNvPr>
              <p:cNvSpPr txBox="1"/>
              <p:nvPr/>
            </p:nvSpPr>
            <p:spPr>
              <a:xfrm>
                <a:off x="6423668" y="3323229"/>
                <a:ext cx="3693726" cy="7219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/>
                  </a:rPr>
                  <a:t>对原料进行必要的预处理，如干燥、粉碎等，以满足生产要求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1" name="任意多边形: 形状 10" descr="3b2233e4-60d4-413e-8320-9b30b058162f">
                <a:extLst>
                  <a:ext uri="{FF2B5EF4-FFF2-40B4-BE49-F238E27FC236}">
                    <a16:creationId xmlns:a16="http://schemas.microsoft.com/office/drawing/2014/main" id="{7B25F5C7-8DDD-4190-B59A-10AF16D0D3E9}"/>
                  </a:ext>
                </a:extLst>
              </p:cNvPr>
              <p:cNvSpPr/>
              <p:nvPr/>
            </p:nvSpPr>
            <p:spPr bwMode="auto">
              <a:xfrm rot="5400000">
                <a:off x="6146375" y="3090136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l">
                  <a:lnSpc>
                    <a:spcPct val="120000"/>
                  </a:lnSpc>
                </a:pPr>
                <a:endParaRPr/>
              </a:p>
            </p:txBody>
          </p:sp>
        </p:grpSp>
        <p:grpSp>
          <p:nvGrpSpPr>
            <p:cNvPr id="15" name="组合 14" descr="88b3f1be-c435-4b1e-a7ce-8cbf3491fd5f">
              <a:extLst>
                <a:ext uri="{FF2B5EF4-FFF2-40B4-BE49-F238E27FC236}">
                  <a16:creationId xmlns:a16="http://schemas.microsoft.com/office/drawing/2014/main" id="{78DED388-55D0-AD19-1686-04C1CD48118B}"/>
                </a:ext>
              </a:extLst>
            </p:cNvPr>
            <p:cNvGrpSpPr/>
            <p:nvPr/>
          </p:nvGrpSpPr>
          <p:grpSpPr>
            <a:xfrm>
              <a:off x="7490612" y="4426117"/>
              <a:ext cx="3958587" cy="1365083"/>
              <a:chOff x="7490612" y="3778417"/>
              <a:chExt cx="3958587" cy="1365083"/>
            </a:xfrm>
          </p:grpSpPr>
          <p:sp>
            <p:nvSpPr>
              <p:cNvPr id="6" name="Bullet3" descr="8cd61d91-7724-4886-96f3-71022908c461">
                <a:extLst>
                  <a:ext uri="{FF2B5EF4-FFF2-40B4-BE49-F238E27FC236}">
                    <a16:creationId xmlns:a16="http://schemas.microsoft.com/office/drawing/2014/main" id="{0B338994-AF47-41B7-B867-67143FB622A7}"/>
                  </a:ext>
                </a:extLst>
              </p:cNvPr>
              <p:cNvSpPr txBox="1"/>
              <p:nvPr/>
            </p:nvSpPr>
            <p:spPr>
              <a:xfrm>
                <a:off x="7755473" y="3778417"/>
                <a:ext cx="3693726" cy="63236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原料储备</a:t>
                </a:r>
              </a:p>
            </p:txBody>
          </p:sp>
          <p:sp>
            <p:nvSpPr>
              <p:cNvPr id="7" name="Text3" descr="52445142-cf48-4def-b892-b7681d90dc82">
                <a:extLst>
                  <a:ext uri="{FF2B5EF4-FFF2-40B4-BE49-F238E27FC236}">
                    <a16:creationId xmlns:a16="http://schemas.microsoft.com/office/drawing/2014/main" id="{D17C34EB-66D0-450C-B82F-83CCFD5DC6EE}"/>
                  </a:ext>
                </a:extLst>
              </p:cNvPr>
              <p:cNvSpPr txBox="1"/>
              <p:nvPr/>
            </p:nvSpPr>
            <p:spPr>
              <a:xfrm>
                <a:off x="7755473" y="4421525"/>
                <a:ext cx="3693726" cy="7219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建立合理的原料储备体系，保障生产的连续性和稳定性。</a:t>
                </a:r>
              </a:p>
            </p:txBody>
          </p:sp>
          <p:sp>
            <p:nvSpPr>
              <p:cNvPr id="12" name="任意多边形: 形状 11" descr="975b65ef-213b-44e8-8bfe-e72443a7e64b">
                <a:extLst>
                  <a:ext uri="{FF2B5EF4-FFF2-40B4-BE49-F238E27FC236}">
                    <a16:creationId xmlns:a16="http://schemas.microsoft.com/office/drawing/2014/main" id="{B5A33105-240B-403A-9DFB-896230B66688}"/>
                  </a:ext>
                </a:extLst>
              </p:cNvPr>
              <p:cNvSpPr/>
              <p:nvPr/>
            </p:nvSpPr>
            <p:spPr bwMode="auto">
              <a:xfrm rot="5400000">
                <a:off x="7478180" y="4174137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alpha val="50000"/>
                    </a:schemeClr>
                  </a:gs>
                  <a:gs pos="20000">
                    <a:schemeClr val="bg2">
                      <a:lumMod val="90000"/>
                      <a:alpha val="70000"/>
                    </a:schemeClr>
                  </a:gs>
                </a:gsLst>
                <a:lin ang="12000000" scaled="0"/>
              </a:gradFill>
              <a:ln w="76200" cap="rnd">
                <a:noFill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原料准备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e6e80987-de50-4ccc-a54b-dbe02337a42b.source.3.zh-Hans.pptx" descr="b07f0c99-67b3-4c1e-98c7-6569ea29c6a0">
            <a:extLst>
              <a:ext uri="{FF2B5EF4-FFF2-40B4-BE49-F238E27FC236}">
                <a16:creationId xmlns:a16="http://schemas.microsoft.com/office/drawing/2014/main" id="{89ACD4EE-F8F2-705B-EA67-D671AB61293D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grpSp>
          <p:nvGrpSpPr>
            <p:cNvPr id="10" name="组合 1" descr="e4e84a69-3e08-4ab2-889b-045cc43866c9">
              <a:extLst>
                <a:ext uri="{FF2B5EF4-FFF2-40B4-BE49-F238E27FC236}">
                  <a16:creationId xmlns:a16="http://schemas.microsoft.com/office/drawing/2014/main" id="{A0B68D5B-6362-E16B-D3B4-C947008B8D9E}"/>
                </a:ext>
              </a:extLst>
            </p:cNvPr>
            <p:cNvGrpSpPr/>
            <p:nvPr/>
          </p:nvGrpSpPr>
          <p:grpSpPr>
            <a:xfrm>
              <a:off x="1" y="0"/>
              <a:ext cx="12191999" cy="6858000"/>
              <a:chOff x="1" y="0"/>
              <a:chExt cx="12191999" cy="6858000"/>
            </a:xfrm>
          </p:grpSpPr>
          <p:sp>
            <p:nvSpPr>
              <p:cNvPr id="40" name="任意多边形: 形状 39" descr="51d1eeef-a3d9-4f5a-b7a5-f45debfc1f25">
                <a:extLst>
                  <a:ext uri="{FF2B5EF4-FFF2-40B4-BE49-F238E27FC236}">
                    <a16:creationId xmlns:a16="http://schemas.microsoft.com/office/drawing/2014/main" id="{626B4B66-E068-4915-884B-2C05247F43F9}"/>
                  </a:ext>
                </a:extLst>
              </p:cNvPr>
              <p:cNvSpPr/>
              <p:nvPr/>
            </p:nvSpPr>
            <p:spPr>
              <a:xfrm flipV="1">
                <a:off x="8359643" y="5846617"/>
                <a:ext cx="2459315" cy="1011383"/>
              </a:xfrm>
              <a:custGeom>
                <a:avLst/>
                <a:gdLst>
                  <a:gd name="connsiteX0" fmla="*/ 508968 w 2459315"/>
                  <a:gd name="connsiteY0" fmla="*/ 1011383 h 1011383"/>
                  <a:gd name="connsiteX1" fmla="*/ 1950346 w 2459315"/>
                  <a:gd name="connsiteY1" fmla="*/ 1011383 h 1011383"/>
                  <a:gd name="connsiteX2" fmla="*/ 2459315 w 2459315"/>
                  <a:gd name="connsiteY2" fmla="*/ 0 h 1011383"/>
                  <a:gd name="connsiteX3" fmla="*/ 0 w 2459315"/>
                  <a:gd name="connsiteY3" fmla="*/ 0 h 101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59315" h="1011383">
                    <a:moveTo>
                      <a:pt x="508968" y="1011383"/>
                    </a:moveTo>
                    <a:lnTo>
                      <a:pt x="1950346" y="1011383"/>
                    </a:lnTo>
                    <a:lnTo>
                      <a:pt x="24593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alpha val="20000"/>
                </a:schemeClr>
              </a:solidFill>
              <a:ln w="381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 descr="e20a5a29-6edb-4f4a-9e90-fe2ccd6dbfdb">
                <a:extLst>
                  <a:ext uri="{FF2B5EF4-FFF2-40B4-BE49-F238E27FC236}">
                    <a16:creationId xmlns:a16="http://schemas.microsoft.com/office/drawing/2014/main" id="{FDECFAA6-BC68-4B28-B532-FBBB5CFBF3A0}"/>
                  </a:ext>
                </a:extLst>
              </p:cNvPr>
              <p:cNvSpPr/>
              <p:nvPr/>
            </p:nvSpPr>
            <p:spPr>
              <a:xfrm flipV="1">
                <a:off x="10416410" y="4475018"/>
                <a:ext cx="1775590" cy="2382981"/>
              </a:xfrm>
              <a:custGeom>
                <a:avLst/>
                <a:gdLst>
                  <a:gd name="connsiteX0" fmla="*/ 673304 w 1775590"/>
                  <a:gd name="connsiteY0" fmla="*/ 2382981 h 2382981"/>
                  <a:gd name="connsiteX1" fmla="*/ 1775590 w 1775590"/>
                  <a:gd name="connsiteY1" fmla="*/ 2382981 h 2382981"/>
                  <a:gd name="connsiteX2" fmla="*/ 1775590 w 1775590"/>
                  <a:gd name="connsiteY2" fmla="*/ 0 h 2382981"/>
                  <a:gd name="connsiteX3" fmla="*/ 525907 w 1775590"/>
                  <a:gd name="connsiteY3" fmla="*/ 0 h 2382981"/>
                  <a:gd name="connsiteX4" fmla="*/ 0 w 1775590"/>
                  <a:gd name="connsiteY4" fmla="*/ 1045043 h 2382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590" h="2382981">
                    <a:moveTo>
                      <a:pt x="673304" y="2382981"/>
                    </a:moveTo>
                    <a:lnTo>
                      <a:pt x="1775590" y="2382981"/>
                    </a:lnTo>
                    <a:lnTo>
                      <a:pt x="1775590" y="0"/>
                    </a:lnTo>
                    <a:lnTo>
                      <a:pt x="525907" y="0"/>
                    </a:lnTo>
                    <a:lnTo>
                      <a:pt x="0" y="1045043"/>
                    </a:lnTo>
                    <a:close/>
                  </a:path>
                </a:pathLst>
              </a:custGeom>
              <a:solidFill>
                <a:schemeClr val="accent4">
                  <a:alpha val="10000"/>
                </a:schemeClr>
              </a:solidFill>
              <a:ln w="381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7" name="任意多边形: 形状 6" descr="f0164e43-f7dc-4c39-9243-293597006f5c">
                <a:extLst>
                  <a:ext uri="{FF2B5EF4-FFF2-40B4-BE49-F238E27FC236}">
                    <a16:creationId xmlns:a16="http://schemas.microsoft.com/office/drawing/2014/main" id="{BB80418A-6F6E-4DF3-B8F3-1F2DEF5EE793}"/>
                  </a:ext>
                </a:extLst>
              </p:cNvPr>
              <p:cNvSpPr/>
              <p:nvPr/>
            </p:nvSpPr>
            <p:spPr>
              <a:xfrm flipV="1">
                <a:off x="1" y="0"/>
                <a:ext cx="4189100" cy="2755900"/>
              </a:xfrm>
              <a:custGeom>
                <a:avLst/>
                <a:gdLst>
                  <a:gd name="connsiteX0" fmla="*/ 0 w 4953000"/>
                  <a:gd name="connsiteY0" fmla="*/ 3258450 h 3258450"/>
                  <a:gd name="connsiteX1" fmla="*/ 4582503 w 4953000"/>
                  <a:gd name="connsiteY1" fmla="*/ 3258450 h 3258450"/>
                  <a:gd name="connsiteX2" fmla="*/ 4951136 w 4953000"/>
                  <a:gd name="connsiteY2" fmla="*/ 2545428 h 3258450"/>
                  <a:gd name="connsiteX3" fmla="*/ 4953000 w 4953000"/>
                  <a:gd name="connsiteY3" fmla="*/ 2545428 h 3258450"/>
                  <a:gd name="connsiteX4" fmla="*/ 4952068 w 4953000"/>
                  <a:gd name="connsiteY4" fmla="*/ 2543625 h 3258450"/>
                  <a:gd name="connsiteX5" fmla="*/ 4953000 w 4953000"/>
                  <a:gd name="connsiteY5" fmla="*/ 2541822 h 3258450"/>
                  <a:gd name="connsiteX6" fmla="*/ 4951136 w 4953000"/>
                  <a:gd name="connsiteY6" fmla="*/ 2541822 h 3258450"/>
                  <a:gd name="connsiteX7" fmla="*/ 3637014 w 4953000"/>
                  <a:gd name="connsiteY7" fmla="*/ 0 h 3258450"/>
                  <a:gd name="connsiteX8" fmla="*/ 523701 w 4953000"/>
                  <a:gd name="connsiteY8" fmla="*/ 0 h 3258450"/>
                  <a:gd name="connsiteX9" fmla="*/ 0 w 4953000"/>
                  <a:gd name="connsiteY9" fmla="*/ 1012962 h 325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0" h="3258450">
                    <a:moveTo>
                      <a:pt x="0" y="3258450"/>
                    </a:moveTo>
                    <a:lnTo>
                      <a:pt x="4582503" y="3258450"/>
                    </a:lnTo>
                    <a:lnTo>
                      <a:pt x="4951136" y="2545428"/>
                    </a:lnTo>
                    <a:lnTo>
                      <a:pt x="4953000" y="2545428"/>
                    </a:lnTo>
                    <a:lnTo>
                      <a:pt x="4952068" y="2543625"/>
                    </a:lnTo>
                    <a:lnTo>
                      <a:pt x="4953000" y="2541822"/>
                    </a:lnTo>
                    <a:lnTo>
                      <a:pt x="4951136" y="2541822"/>
                    </a:lnTo>
                    <a:lnTo>
                      <a:pt x="3637014" y="0"/>
                    </a:lnTo>
                    <a:lnTo>
                      <a:pt x="523701" y="0"/>
                    </a:lnTo>
                    <a:lnTo>
                      <a:pt x="0" y="1012962"/>
                    </a:lnTo>
                    <a:close/>
                  </a:path>
                </a:pathLst>
              </a:custGeom>
              <a:solidFill>
                <a:schemeClr val="accent4">
                  <a:alpha val="10000"/>
                </a:schemeClr>
              </a:solidFill>
              <a:ln w="381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/>
              </a:p>
            </p:txBody>
          </p:sp>
        </p:grpSp>
        <p:cxnSp>
          <p:nvCxnSpPr>
            <p:cNvPr id="33" name="直接连接符 32" descr="193ab208-5751-44e5-af8a-fa08b5e905e0">
              <a:extLst>
                <a:ext uri="{FF2B5EF4-FFF2-40B4-BE49-F238E27FC236}">
                  <a16:creationId xmlns:a16="http://schemas.microsoft.com/office/drawing/2014/main" id="{A9449BCE-4BB3-48E6-AFD4-434371BFA3C5}"/>
                </a:ext>
              </a:extLst>
            </p:cNvPr>
            <p:cNvCxnSpPr>
              <a:cxnSpLocks/>
            </p:cNvCxnSpPr>
            <p:nvPr/>
          </p:nvCxnSpPr>
          <p:spPr>
            <a:xfrm>
              <a:off x="3479014" y="3672447"/>
              <a:ext cx="844653" cy="495631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 descr="d5d71591-1c85-4b2e-971e-8e33c519af7d">
              <a:extLst>
                <a:ext uri="{FF2B5EF4-FFF2-40B4-BE49-F238E27FC236}">
                  <a16:creationId xmlns:a16="http://schemas.microsoft.com/office/drawing/2014/main" id="{11884461-072C-467B-8A14-B504B9DCC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6911" y="3672447"/>
              <a:ext cx="844653" cy="495631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itle" descr="f91fa633-f56f-412a-beec-b673e848d408">
              <a:extLst>
                <a:ext uri="{FF2B5EF4-FFF2-40B4-BE49-F238E27FC236}">
                  <a16:creationId xmlns:a16="http://schemas.microsoft.com/office/drawing/2014/main" id="{C2BD17A2-8033-4D73-B6E6-C8CE008D67B1}"/>
                </a:ext>
              </a:extLst>
            </p:cNvPr>
            <p:cNvSpPr/>
            <p:nvPr/>
          </p:nvSpPr>
          <p:spPr>
            <a:xfrm>
              <a:off x="660400" y="1028699"/>
              <a:ext cx="4533839" cy="1111317"/>
            </a:xfrm>
            <a:prstGeom prst="rect">
              <a:avLst/>
            </a:prstGeom>
          </p:spPr>
          <p:txBody>
            <a:bodyPr wrap="square" anchor="b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核心的合成反应环节</a:t>
              </a:r>
            </a:p>
          </p:txBody>
        </p:sp>
        <p:cxnSp>
          <p:nvCxnSpPr>
            <p:cNvPr id="18" name="直接连接符 17" descr="4da3d185-d014-41ac-a1be-ae63da19e781">
              <a:extLst>
                <a:ext uri="{FF2B5EF4-FFF2-40B4-BE49-F238E27FC236}">
                  <a16:creationId xmlns:a16="http://schemas.microsoft.com/office/drawing/2014/main" id="{9C94E22E-1852-4CDB-B07A-2B2E64C87561}"/>
                </a:ext>
              </a:extLst>
            </p:cNvPr>
            <p:cNvCxnSpPr>
              <a:cxnSpLocks/>
            </p:cNvCxnSpPr>
            <p:nvPr/>
          </p:nvCxnSpPr>
          <p:spPr>
            <a:xfrm>
              <a:off x="5225508" y="1256752"/>
              <a:ext cx="0" cy="71755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 descr="32941f48-4158-4ba8-9347-d1aeebc5ef57">
              <a:extLst>
                <a:ext uri="{FF2B5EF4-FFF2-40B4-BE49-F238E27FC236}">
                  <a16:creationId xmlns:a16="http://schemas.microsoft.com/office/drawing/2014/main" id="{6A17D339-1BEC-A0CA-66F6-E3F5170D15B4}"/>
                </a:ext>
              </a:extLst>
            </p:cNvPr>
            <p:cNvGrpSpPr/>
            <p:nvPr/>
          </p:nvGrpSpPr>
          <p:grpSpPr>
            <a:xfrm>
              <a:off x="750450" y="2770511"/>
              <a:ext cx="2750602" cy="2535336"/>
              <a:chOff x="750450" y="2770511"/>
              <a:chExt cx="2750602" cy="2535336"/>
            </a:xfrm>
          </p:grpSpPr>
          <p:grpSp>
            <p:nvGrpSpPr>
              <p:cNvPr id="3" name="组合 2" descr="e4cd87b5-61e7-4e39-b3aa-cb5f525ec95d">
                <a:extLst>
                  <a:ext uri="{FF2B5EF4-FFF2-40B4-BE49-F238E27FC236}">
                    <a16:creationId xmlns:a16="http://schemas.microsoft.com/office/drawing/2014/main" id="{8B8E044A-4949-6AC5-A109-41EF04EE2113}"/>
                  </a:ext>
                </a:extLst>
              </p:cNvPr>
              <p:cNvGrpSpPr/>
              <p:nvPr/>
            </p:nvGrpSpPr>
            <p:grpSpPr>
              <a:xfrm>
                <a:off x="1393709" y="2770511"/>
                <a:ext cx="2107343" cy="2535336"/>
                <a:chOff x="1393709" y="2770511"/>
                <a:chExt cx="2107343" cy="2535336"/>
              </a:xfrm>
            </p:grpSpPr>
            <p:sp>
              <p:nvSpPr>
                <p:cNvPr id="36" name="Bullet1" descr="52962b60-b341-42e4-9c3b-363fa13d4494">
                  <a:extLst>
                    <a:ext uri="{FF2B5EF4-FFF2-40B4-BE49-F238E27FC236}">
                      <a16:creationId xmlns:a16="http://schemas.microsoft.com/office/drawing/2014/main" id="{37A0BCA5-55F4-4372-989D-E165EC6C1D49}"/>
                    </a:ext>
                  </a:extLst>
                </p:cNvPr>
                <p:cNvSpPr txBox="1"/>
                <p:nvPr/>
              </p:nvSpPr>
              <p:spPr>
                <a:xfrm>
                  <a:off x="1393710" y="2770511"/>
                  <a:ext cx="2107342" cy="856798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缩合反应</a:t>
                  </a:r>
                </a:p>
              </p:txBody>
            </p:sp>
            <p:sp>
              <p:nvSpPr>
                <p:cNvPr id="37" name="Text1" descr="2e7c0dd8-d0e9-426a-a884-b23bdc4955c7">
                  <a:extLst>
                    <a:ext uri="{FF2B5EF4-FFF2-40B4-BE49-F238E27FC236}">
                      <a16:creationId xmlns:a16="http://schemas.microsoft.com/office/drawing/2014/main" id="{BA49C485-8C84-407B-8BF8-06E41CA1382E}"/>
                    </a:ext>
                  </a:extLst>
                </p:cNvPr>
                <p:cNvSpPr/>
                <p:nvPr/>
              </p:nvSpPr>
              <p:spPr>
                <a:xfrm flipH="1">
                  <a:off x="1393709" y="3657836"/>
                  <a:ext cx="2107342" cy="164801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木糖与乙酰丙酮在碱性水溶液中发生Knoevenagel缩合反应，生成中间产物。</a:t>
                  </a:r>
                </a:p>
              </p:txBody>
            </p:sp>
          </p:grpSp>
          <p:grpSp>
            <p:nvGrpSpPr>
              <p:cNvPr id="9" name="组合 8" descr="75e64306-5b04-42b1-bace-db392a48a028">
                <a:extLst>
                  <a:ext uri="{FF2B5EF4-FFF2-40B4-BE49-F238E27FC236}">
                    <a16:creationId xmlns:a16="http://schemas.microsoft.com/office/drawing/2014/main" id="{DAA58B58-F7BF-DD79-FCC1-581075D568A4}"/>
                  </a:ext>
                </a:extLst>
              </p:cNvPr>
              <p:cNvGrpSpPr/>
              <p:nvPr/>
            </p:nvGrpSpPr>
            <p:grpSpPr>
              <a:xfrm>
                <a:off x="750450" y="3388940"/>
                <a:ext cx="576021" cy="510047"/>
                <a:chOff x="750450" y="3388940"/>
                <a:chExt cx="576021" cy="510047"/>
              </a:xfrm>
            </p:grpSpPr>
            <p:sp>
              <p:nvSpPr>
                <p:cNvPr id="49" name="任意多边形: 形状 48" descr="24454704-9d82-41de-a34e-148e6d35e238">
                  <a:extLst>
                    <a:ext uri="{FF2B5EF4-FFF2-40B4-BE49-F238E27FC236}">
                      <a16:creationId xmlns:a16="http://schemas.microsoft.com/office/drawing/2014/main" id="{04B44905-04F8-4030-BE14-22F297F35A2C}"/>
                    </a:ext>
                  </a:extLst>
                </p:cNvPr>
                <p:cNvSpPr/>
                <p:nvPr/>
              </p:nvSpPr>
              <p:spPr>
                <a:xfrm>
                  <a:off x="750450" y="3388940"/>
                  <a:ext cx="576021" cy="510047"/>
                </a:xfrm>
                <a:custGeom>
                  <a:avLst/>
                  <a:gdLst>
                    <a:gd name="connsiteX0" fmla="*/ 680329 w 2970156"/>
                    <a:gd name="connsiteY0" fmla="*/ 2629970 h 2629970"/>
                    <a:gd name="connsiteX1" fmla="*/ 2289827 w 2970156"/>
                    <a:gd name="connsiteY1" fmla="*/ 2629970 h 2629970"/>
                    <a:gd name="connsiteX2" fmla="*/ 2969192 w 2970156"/>
                    <a:gd name="connsiteY2" fmla="*/ 1315917 h 2629970"/>
                    <a:gd name="connsiteX3" fmla="*/ 2970156 w 2970156"/>
                    <a:gd name="connsiteY3" fmla="*/ 1315917 h 2629970"/>
                    <a:gd name="connsiteX4" fmla="*/ 2969674 w 2970156"/>
                    <a:gd name="connsiteY4" fmla="*/ 1314985 h 2629970"/>
                    <a:gd name="connsiteX5" fmla="*/ 2970156 w 2970156"/>
                    <a:gd name="connsiteY5" fmla="*/ 1314053 h 2629970"/>
                    <a:gd name="connsiteX6" fmla="*/ 2969192 w 2970156"/>
                    <a:gd name="connsiteY6" fmla="*/ 1314053 h 2629970"/>
                    <a:gd name="connsiteX7" fmla="*/ 2289827 w 2970156"/>
                    <a:gd name="connsiteY7" fmla="*/ 0 h 2629970"/>
                    <a:gd name="connsiteX8" fmla="*/ 680329 w 2970156"/>
                    <a:gd name="connsiteY8" fmla="*/ 0 h 2629970"/>
                    <a:gd name="connsiteX9" fmla="*/ 964 w 2970156"/>
                    <a:gd name="connsiteY9" fmla="*/ 1314053 h 2629970"/>
                    <a:gd name="connsiteX10" fmla="*/ 0 w 2970156"/>
                    <a:gd name="connsiteY10" fmla="*/ 1314053 h 2629970"/>
                    <a:gd name="connsiteX11" fmla="*/ 482 w 2970156"/>
                    <a:gd name="connsiteY11" fmla="*/ 1314985 h 2629970"/>
                    <a:gd name="connsiteX12" fmla="*/ 0 w 2970156"/>
                    <a:gd name="connsiteY12" fmla="*/ 1315917 h 2629970"/>
                    <a:gd name="connsiteX13" fmla="*/ 964 w 2970156"/>
                    <a:gd name="connsiteY13" fmla="*/ 1315917 h 2629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70156" h="2629970">
                      <a:moveTo>
                        <a:pt x="680329" y="2629970"/>
                      </a:moveTo>
                      <a:lnTo>
                        <a:pt x="2289827" y="2629970"/>
                      </a:lnTo>
                      <a:lnTo>
                        <a:pt x="2969192" y="1315917"/>
                      </a:lnTo>
                      <a:lnTo>
                        <a:pt x="2970156" y="1315917"/>
                      </a:lnTo>
                      <a:lnTo>
                        <a:pt x="2969674" y="1314985"/>
                      </a:lnTo>
                      <a:lnTo>
                        <a:pt x="2970156" y="1314053"/>
                      </a:lnTo>
                      <a:lnTo>
                        <a:pt x="2969192" y="1314053"/>
                      </a:lnTo>
                      <a:lnTo>
                        <a:pt x="2289827" y="0"/>
                      </a:lnTo>
                      <a:lnTo>
                        <a:pt x="680329" y="0"/>
                      </a:lnTo>
                      <a:lnTo>
                        <a:pt x="964" y="1314053"/>
                      </a:lnTo>
                      <a:lnTo>
                        <a:pt x="0" y="1314053"/>
                      </a:lnTo>
                      <a:lnTo>
                        <a:pt x="482" y="1314985"/>
                      </a:lnTo>
                      <a:lnTo>
                        <a:pt x="0" y="1315917"/>
                      </a:lnTo>
                      <a:lnTo>
                        <a:pt x="964" y="1315917"/>
                      </a:lnTo>
                      <a:close/>
                    </a:path>
                  </a:pathLst>
                </a:custGeom>
                <a:solidFill>
                  <a:schemeClr val="tx2">
                    <a:alpha val="80000"/>
                  </a:schemeClr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tx1">
                      <a:lumMod val="50000"/>
                      <a:lumOff val="50000"/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50" name="Icon1" descr="afa1885f-8174-48f7-8937-36744d6a3b38">
                  <a:extLst>
                    <a:ext uri="{FF2B5EF4-FFF2-40B4-BE49-F238E27FC236}">
                      <a16:creationId xmlns:a16="http://schemas.microsoft.com/office/drawing/2014/main" id="{F45E7147-3847-4C5E-AB27-BCB40F70D47F}"/>
                    </a:ext>
                  </a:extLst>
                </p:cNvPr>
                <p:cNvSpPr/>
                <p:nvPr/>
              </p:nvSpPr>
              <p:spPr bwMode="auto">
                <a:xfrm>
                  <a:off x="922980" y="3537660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86396 h 485775"/>
                    <a:gd name="connsiteX10" fmla="*/ 1504 w 533400"/>
                    <a:gd name="connsiteY10" fmla="*/ 486396 h 485775"/>
                    <a:gd name="connsiteX11" fmla="*/ 1504 w 533400"/>
                    <a:gd name="connsiteY11" fmla="*/ 229221 h 485775"/>
                    <a:gd name="connsiteX12" fmla="*/ 125329 w 533400"/>
                    <a:gd name="connsiteY12" fmla="*/ 229221 h 485775"/>
                    <a:gd name="connsiteX13" fmla="*/ 411079 w 533400"/>
                    <a:gd name="connsiteY13" fmla="*/ 621 h 485775"/>
                    <a:gd name="connsiteX14" fmla="*/ 411079 w 533400"/>
                    <a:gd name="connsiteY14" fmla="*/ 114921 h 485775"/>
                    <a:gd name="connsiteX15" fmla="*/ 534904 w 533400"/>
                    <a:gd name="connsiteY15" fmla="*/ 114921 h 485775"/>
                    <a:gd name="connsiteX16" fmla="*/ 534904 w 533400"/>
                    <a:gd name="connsiteY16" fmla="*/ 210171 h 485775"/>
                    <a:gd name="connsiteX17" fmla="*/ 1504 w 533400"/>
                    <a:gd name="connsiteY17" fmla="*/ 210171 h 485775"/>
                    <a:gd name="connsiteX18" fmla="*/ 1504 w 533400"/>
                    <a:gd name="connsiteY18" fmla="*/ 114921 h 485775"/>
                    <a:gd name="connsiteX19" fmla="*/ 125329 w 533400"/>
                    <a:gd name="connsiteY19" fmla="*/ 114921 h 485775"/>
                    <a:gd name="connsiteX20" fmla="*/ 125329 w 533400"/>
                    <a:gd name="connsiteY20" fmla="*/ 621 h 485775"/>
                    <a:gd name="connsiteX21" fmla="*/ 411079 w 533400"/>
                    <a:gd name="connsiteY21" fmla="*/ 621 h 485775"/>
                    <a:gd name="connsiteX22" fmla="*/ 392029 w 533400"/>
                    <a:gd name="connsiteY22" fmla="*/ 19671 h 485775"/>
                    <a:gd name="connsiteX23" fmla="*/ 144379 w 533400"/>
                    <a:gd name="connsiteY23" fmla="*/ 19671 h 485775"/>
                    <a:gd name="connsiteX24" fmla="*/ 144379 w 533400"/>
                    <a:gd name="connsiteY24" fmla="*/ 114921 h 485775"/>
                    <a:gd name="connsiteX25" fmla="*/ 392029 w 533400"/>
                    <a:gd name="connsiteY25" fmla="*/ 114921 h 485775"/>
                    <a:gd name="connsiteX26" fmla="*/ 392029 w 533400"/>
                    <a:gd name="connsiteY26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86396"/>
                      </a:lnTo>
                      <a:lnTo>
                        <a:pt x="1504" y="486396"/>
                      </a:ln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411079" y="621"/>
                      </a:moveTo>
                      <a:lnTo>
                        <a:pt x="411079" y="114921"/>
                      </a:lnTo>
                      <a:lnTo>
                        <a:pt x="534904" y="114921"/>
                      </a:ln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14921"/>
                      </a:lnTo>
                      <a:lnTo>
                        <a:pt x="125329" y="114921"/>
                      </a:lnTo>
                      <a:lnTo>
                        <a:pt x="125329" y="621"/>
                      </a:lnTo>
                      <a:lnTo>
                        <a:pt x="411079" y="621"/>
                      </a:lnTo>
                      <a:close/>
                      <a:moveTo>
                        <a:pt x="392029" y="19671"/>
                      </a:moveTo>
                      <a:lnTo>
                        <a:pt x="144379" y="1967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/>
                  <a:endParaRPr/>
                </a:p>
              </p:txBody>
            </p:sp>
          </p:grpSp>
        </p:grpSp>
        <p:grpSp>
          <p:nvGrpSpPr>
            <p:cNvPr id="12" name="组合 11" descr="8584fcfc-956f-4f63-aa13-4bab21e74998">
              <a:extLst>
                <a:ext uri="{FF2B5EF4-FFF2-40B4-BE49-F238E27FC236}">
                  <a16:creationId xmlns:a16="http://schemas.microsoft.com/office/drawing/2014/main" id="{9FAAE33F-9EBE-88E8-8C6D-1C0A27BBA671}"/>
                </a:ext>
              </a:extLst>
            </p:cNvPr>
            <p:cNvGrpSpPr/>
            <p:nvPr/>
          </p:nvGrpSpPr>
          <p:grpSpPr>
            <a:xfrm>
              <a:off x="4622874" y="3709505"/>
              <a:ext cx="2743126" cy="2535336"/>
              <a:chOff x="4872201" y="3709505"/>
              <a:chExt cx="2743126" cy="2535336"/>
            </a:xfrm>
          </p:grpSpPr>
          <p:grpSp>
            <p:nvGrpSpPr>
              <p:cNvPr id="4" name="组合 3" descr="a9ad2c8e-d04e-4c49-a421-c12c840862dc">
                <a:extLst>
                  <a:ext uri="{FF2B5EF4-FFF2-40B4-BE49-F238E27FC236}">
                    <a16:creationId xmlns:a16="http://schemas.microsoft.com/office/drawing/2014/main" id="{080AD8FC-6C11-5766-98E5-36A50CD7E461}"/>
                  </a:ext>
                </a:extLst>
              </p:cNvPr>
              <p:cNvGrpSpPr/>
              <p:nvPr/>
            </p:nvGrpSpPr>
            <p:grpSpPr>
              <a:xfrm>
                <a:off x="5507984" y="3709505"/>
                <a:ext cx="2107343" cy="2535336"/>
                <a:chOff x="5507984" y="3709505"/>
                <a:chExt cx="2107343" cy="2535336"/>
              </a:xfrm>
            </p:grpSpPr>
            <p:sp>
              <p:nvSpPr>
                <p:cNvPr id="29" name="Bullet2" descr="f174bcf9-d651-4918-87fa-c9e2b53ecba7">
                  <a:extLst>
                    <a:ext uri="{FF2B5EF4-FFF2-40B4-BE49-F238E27FC236}">
                      <a16:creationId xmlns:a16="http://schemas.microsoft.com/office/drawing/2014/main" id="{FF3649C6-9381-4007-85C9-A9A7E1BDD991}"/>
                    </a:ext>
                  </a:extLst>
                </p:cNvPr>
                <p:cNvSpPr txBox="1"/>
                <p:nvPr/>
              </p:nvSpPr>
              <p:spPr>
                <a:xfrm>
                  <a:off x="5507985" y="3709505"/>
                  <a:ext cx="2107342" cy="856798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还原反应</a:t>
                  </a:r>
                </a:p>
              </p:txBody>
            </p:sp>
            <p:sp>
              <p:nvSpPr>
                <p:cNvPr id="30" name="Text2" descr="bb9018c8-dea3-49dd-9a7a-befeb09410cc">
                  <a:extLst>
                    <a:ext uri="{FF2B5EF4-FFF2-40B4-BE49-F238E27FC236}">
                      <a16:creationId xmlns:a16="http://schemas.microsoft.com/office/drawing/2014/main" id="{3908619F-5505-4BD9-BE3D-3FA3B70B27A7}"/>
                    </a:ext>
                  </a:extLst>
                </p:cNvPr>
                <p:cNvSpPr/>
                <p:nvPr/>
              </p:nvSpPr>
              <p:spPr>
                <a:xfrm flipH="1">
                  <a:off x="5507984" y="4596830"/>
                  <a:ext cx="2107342" cy="164801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中间产物与硼氢化钠发生还原反应，生成玻色因。</a:t>
                  </a:r>
                </a:p>
              </p:txBody>
            </p:sp>
          </p:grpSp>
          <p:grpSp>
            <p:nvGrpSpPr>
              <p:cNvPr id="8" name="组合 7" descr="7460646a-8d99-4945-8304-706c5c53a95f">
                <a:extLst>
                  <a:ext uri="{FF2B5EF4-FFF2-40B4-BE49-F238E27FC236}">
                    <a16:creationId xmlns:a16="http://schemas.microsoft.com/office/drawing/2014/main" id="{0EA6F633-BD32-5B81-2D0A-16572BF4FDD8}"/>
                  </a:ext>
                </a:extLst>
              </p:cNvPr>
              <p:cNvGrpSpPr/>
              <p:nvPr/>
            </p:nvGrpSpPr>
            <p:grpSpPr>
              <a:xfrm>
                <a:off x="4872201" y="4341806"/>
                <a:ext cx="576021" cy="510047"/>
                <a:chOff x="4872201" y="4341806"/>
                <a:chExt cx="576021" cy="510047"/>
              </a:xfrm>
            </p:grpSpPr>
            <p:sp>
              <p:nvSpPr>
                <p:cNvPr id="43" name="任意多边形: 形状 42" descr="ca97c623-7d10-4fca-a063-48c258b94972">
                  <a:extLst>
                    <a:ext uri="{FF2B5EF4-FFF2-40B4-BE49-F238E27FC236}">
                      <a16:creationId xmlns:a16="http://schemas.microsoft.com/office/drawing/2014/main" id="{F6D0FBC7-CA05-4C2E-91DF-F35ACE4C2844}"/>
                    </a:ext>
                  </a:extLst>
                </p:cNvPr>
                <p:cNvSpPr/>
                <p:nvPr/>
              </p:nvSpPr>
              <p:spPr>
                <a:xfrm>
                  <a:off x="4872201" y="4341806"/>
                  <a:ext cx="576021" cy="510047"/>
                </a:xfrm>
                <a:custGeom>
                  <a:avLst/>
                  <a:gdLst>
                    <a:gd name="connsiteX0" fmla="*/ 680329 w 2970156"/>
                    <a:gd name="connsiteY0" fmla="*/ 2629970 h 2629970"/>
                    <a:gd name="connsiteX1" fmla="*/ 2289827 w 2970156"/>
                    <a:gd name="connsiteY1" fmla="*/ 2629970 h 2629970"/>
                    <a:gd name="connsiteX2" fmla="*/ 2969192 w 2970156"/>
                    <a:gd name="connsiteY2" fmla="*/ 1315917 h 2629970"/>
                    <a:gd name="connsiteX3" fmla="*/ 2970156 w 2970156"/>
                    <a:gd name="connsiteY3" fmla="*/ 1315917 h 2629970"/>
                    <a:gd name="connsiteX4" fmla="*/ 2969674 w 2970156"/>
                    <a:gd name="connsiteY4" fmla="*/ 1314985 h 2629970"/>
                    <a:gd name="connsiteX5" fmla="*/ 2970156 w 2970156"/>
                    <a:gd name="connsiteY5" fmla="*/ 1314053 h 2629970"/>
                    <a:gd name="connsiteX6" fmla="*/ 2969192 w 2970156"/>
                    <a:gd name="connsiteY6" fmla="*/ 1314053 h 2629970"/>
                    <a:gd name="connsiteX7" fmla="*/ 2289827 w 2970156"/>
                    <a:gd name="connsiteY7" fmla="*/ 0 h 2629970"/>
                    <a:gd name="connsiteX8" fmla="*/ 680329 w 2970156"/>
                    <a:gd name="connsiteY8" fmla="*/ 0 h 2629970"/>
                    <a:gd name="connsiteX9" fmla="*/ 964 w 2970156"/>
                    <a:gd name="connsiteY9" fmla="*/ 1314053 h 2629970"/>
                    <a:gd name="connsiteX10" fmla="*/ 0 w 2970156"/>
                    <a:gd name="connsiteY10" fmla="*/ 1314053 h 2629970"/>
                    <a:gd name="connsiteX11" fmla="*/ 482 w 2970156"/>
                    <a:gd name="connsiteY11" fmla="*/ 1314985 h 2629970"/>
                    <a:gd name="connsiteX12" fmla="*/ 0 w 2970156"/>
                    <a:gd name="connsiteY12" fmla="*/ 1315917 h 2629970"/>
                    <a:gd name="connsiteX13" fmla="*/ 964 w 2970156"/>
                    <a:gd name="connsiteY13" fmla="*/ 1315917 h 2629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70156" h="2629970">
                      <a:moveTo>
                        <a:pt x="680329" y="2629970"/>
                      </a:moveTo>
                      <a:lnTo>
                        <a:pt x="2289827" y="2629970"/>
                      </a:lnTo>
                      <a:lnTo>
                        <a:pt x="2969192" y="1315917"/>
                      </a:lnTo>
                      <a:lnTo>
                        <a:pt x="2970156" y="1315917"/>
                      </a:lnTo>
                      <a:lnTo>
                        <a:pt x="2969674" y="1314985"/>
                      </a:lnTo>
                      <a:lnTo>
                        <a:pt x="2970156" y="1314053"/>
                      </a:lnTo>
                      <a:lnTo>
                        <a:pt x="2969192" y="1314053"/>
                      </a:lnTo>
                      <a:lnTo>
                        <a:pt x="2289827" y="0"/>
                      </a:lnTo>
                      <a:lnTo>
                        <a:pt x="680329" y="0"/>
                      </a:lnTo>
                      <a:lnTo>
                        <a:pt x="964" y="1314053"/>
                      </a:lnTo>
                      <a:lnTo>
                        <a:pt x="0" y="1314053"/>
                      </a:lnTo>
                      <a:lnTo>
                        <a:pt x="482" y="1314985"/>
                      </a:lnTo>
                      <a:lnTo>
                        <a:pt x="0" y="1315917"/>
                      </a:lnTo>
                      <a:lnTo>
                        <a:pt x="964" y="131591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4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4" name="Icon2" descr="e3f6b835-01a1-432f-9ff9-5b8ed0c4ea8c">
                  <a:extLst>
                    <a:ext uri="{FF2B5EF4-FFF2-40B4-BE49-F238E27FC236}">
                      <a16:creationId xmlns:a16="http://schemas.microsoft.com/office/drawing/2014/main" id="{43B39608-122C-4170-969B-9B4D588BCB9A}"/>
                    </a:ext>
                  </a:extLst>
                </p:cNvPr>
                <p:cNvSpPr/>
                <p:nvPr/>
              </p:nvSpPr>
              <p:spPr bwMode="auto">
                <a:xfrm>
                  <a:off x="5066058" y="4519745"/>
                  <a:ext cx="205561" cy="154170"/>
                </a:xfrm>
                <a:custGeom>
                  <a:avLst/>
                  <a:gdLst>
                    <a:gd name="connsiteX0" fmla="*/ 534008 w 533400"/>
                    <a:gd name="connsiteY0" fmla="*/ 621 h 400050"/>
                    <a:gd name="connsiteX1" fmla="*/ 534008 w 533400"/>
                    <a:gd name="connsiteY1" fmla="*/ 400671 h 400050"/>
                    <a:gd name="connsiteX2" fmla="*/ 608 w 533400"/>
                    <a:gd name="connsiteY2" fmla="*/ 400671 h 400050"/>
                    <a:gd name="connsiteX3" fmla="*/ 608 w 533400"/>
                    <a:gd name="connsiteY3" fmla="*/ 621 h 400050"/>
                    <a:gd name="connsiteX4" fmla="*/ 534008 w 533400"/>
                    <a:gd name="connsiteY4" fmla="*/ 621 h 400050"/>
                    <a:gd name="connsiteX5" fmla="*/ 375607 w 533400"/>
                    <a:gd name="connsiteY5" fmla="*/ 172071 h 400050"/>
                    <a:gd name="connsiteX6" fmla="*/ 247401 w 533400"/>
                    <a:gd name="connsiteY6" fmla="*/ 341616 h 400050"/>
                    <a:gd name="connsiteX7" fmla="*/ 139768 w 533400"/>
                    <a:gd name="connsiteY7" fmla="*/ 235317 h 400050"/>
                    <a:gd name="connsiteX8" fmla="*/ 19658 w 533400"/>
                    <a:gd name="connsiteY8" fmla="*/ 381621 h 400050"/>
                    <a:gd name="connsiteX9" fmla="*/ 514958 w 533400"/>
                    <a:gd name="connsiteY9" fmla="*/ 381621 h 400050"/>
                    <a:gd name="connsiteX10" fmla="*/ 375607 w 533400"/>
                    <a:gd name="connsiteY10" fmla="*/ 172071 h 400050"/>
                    <a:gd name="connsiteX11" fmla="*/ 95858 w 533400"/>
                    <a:gd name="connsiteY11" fmla="*/ 57771 h 400050"/>
                    <a:gd name="connsiteX12" fmla="*/ 57758 w 533400"/>
                    <a:gd name="connsiteY12" fmla="*/ 95871 h 400050"/>
                    <a:gd name="connsiteX13" fmla="*/ 95858 w 533400"/>
                    <a:gd name="connsiteY13" fmla="*/ 133971 h 400050"/>
                    <a:gd name="connsiteX14" fmla="*/ 133958 w 533400"/>
                    <a:gd name="connsiteY14" fmla="*/ 95871 h 400050"/>
                    <a:gd name="connsiteX15" fmla="*/ 95858 w 533400"/>
                    <a:gd name="connsiteY15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33400" h="400050">
                      <a:moveTo>
                        <a:pt x="534008" y="621"/>
                      </a:moveTo>
                      <a:lnTo>
                        <a:pt x="534008" y="400671"/>
                      </a:lnTo>
                      <a:lnTo>
                        <a:pt x="608" y="400671"/>
                      </a:lnTo>
                      <a:lnTo>
                        <a:pt x="608" y="621"/>
                      </a:lnTo>
                      <a:lnTo>
                        <a:pt x="534008" y="621"/>
                      </a:lnTo>
                      <a:close/>
                      <a:moveTo>
                        <a:pt x="375607" y="172071"/>
                      </a:moveTo>
                      <a:lnTo>
                        <a:pt x="247401" y="341616"/>
                      </a:lnTo>
                      <a:lnTo>
                        <a:pt x="139768" y="235317"/>
                      </a:lnTo>
                      <a:lnTo>
                        <a:pt x="19658" y="381621"/>
                      </a:lnTo>
                      <a:lnTo>
                        <a:pt x="514958" y="381621"/>
                      </a:lnTo>
                      <a:lnTo>
                        <a:pt x="375607" y="172071"/>
                      </a:ln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/>
                  <a:endParaRPr/>
                </a:p>
              </p:txBody>
            </p:sp>
          </p:grpSp>
        </p:grpSp>
        <p:grpSp>
          <p:nvGrpSpPr>
            <p:cNvPr id="13" name="组合 12" descr="986e224a-d6a7-428e-aac4-e67c5964c6cf">
              <a:extLst>
                <a:ext uri="{FF2B5EF4-FFF2-40B4-BE49-F238E27FC236}">
                  <a16:creationId xmlns:a16="http://schemas.microsoft.com/office/drawing/2014/main" id="{AD7286AD-7B0F-FE4F-F256-4D7C14130C25}"/>
                </a:ext>
              </a:extLst>
            </p:cNvPr>
            <p:cNvGrpSpPr/>
            <p:nvPr/>
          </p:nvGrpSpPr>
          <p:grpSpPr>
            <a:xfrm>
              <a:off x="8723176" y="2770511"/>
              <a:ext cx="2735097" cy="2535336"/>
              <a:chOff x="8994504" y="2770511"/>
              <a:chExt cx="2735097" cy="2535336"/>
            </a:xfrm>
          </p:grpSpPr>
          <p:grpSp>
            <p:nvGrpSpPr>
              <p:cNvPr id="5" name="组合 4" descr="9ff476c1-82f4-44f4-aa93-972b38638606">
                <a:extLst>
                  <a:ext uri="{FF2B5EF4-FFF2-40B4-BE49-F238E27FC236}">
                    <a16:creationId xmlns:a16="http://schemas.microsoft.com/office/drawing/2014/main" id="{612FECB2-09EF-6F51-0A60-97492309823F}"/>
                  </a:ext>
                </a:extLst>
              </p:cNvPr>
              <p:cNvGrpSpPr/>
              <p:nvPr/>
            </p:nvGrpSpPr>
            <p:grpSpPr>
              <a:xfrm>
                <a:off x="9622258" y="2770511"/>
                <a:ext cx="2107343" cy="2535336"/>
                <a:chOff x="9622258" y="2770511"/>
                <a:chExt cx="2107343" cy="2535336"/>
              </a:xfrm>
            </p:grpSpPr>
            <p:sp>
              <p:nvSpPr>
                <p:cNvPr id="24" name="Bullet3" descr="5d9abff8-aad8-4435-8dcc-a79100e2a568">
                  <a:extLst>
                    <a:ext uri="{FF2B5EF4-FFF2-40B4-BE49-F238E27FC236}">
                      <a16:creationId xmlns:a16="http://schemas.microsoft.com/office/drawing/2014/main" id="{303DE3C6-3E72-4873-B490-D64D8A2F8B15}"/>
                    </a:ext>
                  </a:extLst>
                </p:cNvPr>
                <p:cNvSpPr txBox="1"/>
                <p:nvPr/>
              </p:nvSpPr>
              <p:spPr>
                <a:xfrm>
                  <a:off x="9622259" y="2770511"/>
                  <a:ext cx="2107342" cy="856798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/>
                    </a:rPr>
                    <a:t>反应控制</a:t>
                  </a:r>
                </a:p>
              </p:txBody>
            </p:sp>
            <p:sp>
              <p:nvSpPr>
                <p:cNvPr id="25" name="Text3" descr="fcee3cb0-c741-48bd-8c95-c602095de5bd">
                  <a:extLst>
                    <a:ext uri="{FF2B5EF4-FFF2-40B4-BE49-F238E27FC236}">
                      <a16:creationId xmlns:a16="http://schemas.microsoft.com/office/drawing/2014/main" id="{7E29FB7B-23BB-4915-BEE9-10639A2F4593}"/>
                    </a:ext>
                  </a:extLst>
                </p:cNvPr>
                <p:cNvSpPr/>
                <p:nvPr/>
              </p:nvSpPr>
              <p:spPr>
                <a:xfrm flipH="1">
                  <a:off x="9622258" y="3657836"/>
                  <a:ext cx="2107342" cy="164801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精确控制反应温度、压力、反应时间等参数，确保反应效果。</a:t>
                  </a:r>
                </a:p>
              </p:txBody>
            </p:sp>
          </p:grpSp>
          <p:grpSp>
            <p:nvGrpSpPr>
              <p:cNvPr id="6" name="组合 5" descr="d97f15d7-99d8-4d05-93ae-4f422f2fb344">
                <a:extLst>
                  <a:ext uri="{FF2B5EF4-FFF2-40B4-BE49-F238E27FC236}">
                    <a16:creationId xmlns:a16="http://schemas.microsoft.com/office/drawing/2014/main" id="{1DC4EDEE-964C-AC76-80B7-041778393DF7}"/>
                  </a:ext>
                </a:extLst>
              </p:cNvPr>
              <p:cNvGrpSpPr/>
              <p:nvPr/>
            </p:nvGrpSpPr>
            <p:grpSpPr>
              <a:xfrm>
                <a:off x="8994504" y="3372285"/>
                <a:ext cx="576021" cy="510047"/>
                <a:chOff x="8994504" y="3372285"/>
                <a:chExt cx="576021" cy="510047"/>
              </a:xfrm>
            </p:grpSpPr>
            <p:sp>
              <p:nvSpPr>
                <p:cNvPr id="46" name="任意多边形: 形状 45" descr="4af87d73-f993-475f-a55e-80a7f6667785">
                  <a:extLst>
                    <a:ext uri="{FF2B5EF4-FFF2-40B4-BE49-F238E27FC236}">
                      <a16:creationId xmlns:a16="http://schemas.microsoft.com/office/drawing/2014/main" id="{5C64730E-D147-47D2-ADAF-44EA57071D42}"/>
                    </a:ext>
                  </a:extLst>
                </p:cNvPr>
                <p:cNvSpPr/>
                <p:nvPr/>
              </p:nvSpPr>
              <p:spPr>
                <a:xfrm>
                  <a:off x="8994504" y="3372285"/>
                  <a:ext cx="576021" cy="510047"/>
                </a:xfrm>
                <a:custGeom>
                  <a:avLst/>
                  <a:gdLst>
                    <a:gd name="connsiteX0" fmla="*/ 680329 w 2970156"/>
                    <a:gd name="connsiteY0" fmla="*/ 2629970 h 2629970"/>
                    <a:gd name="connsiteX1" fmla="*/ 2289827 w 2970156"/>
                    <a:gd name="connsiteY1" fmla="*/ 2629970 h 2629970"/>
                    <a:gd name="connsiteX2" fmla="*/ 2969192 w 2970156"/>
                    <a:gd name="connsiteY2" fmla="*/ 1315917 h 2629970"/>
                    <a:gd name="connsiteX3" fmla="*/ 2970156 w 2970156"/>
                    <a:gd name="connsiteY3" fmla="*/ 1315917 h 2629970"/>
                    <a:gd name="connsiteX4" fmla="*/ 2969674 w 2970156"/>
                    <a:gd name="connsiteY4" fmla="*/ 1314985 h 2629970"/>
                    <a:gd name="connsiteX5" fmla="*/ 2970156 w 2970156"/>
                    <a:gd name="connsiteY5" fmla="*/ 1314053 h 2629970"/>
                    <a:gd name="connsiteX6" fmla="*/ 2969192 w 2970156"/>
                    <a:gd name="connsiteY6" fmla="*/ 1314053 h 2629970"/>
                    <a:gd name="connsiteX7" fmla="*/ 2289827 w 2970156"/>
                    <a:gd name="connsiteY7" fmla="*/ 0 h 2629970"/>
                    <a:gd name="connsiteX8" fmla="*/ 680329 w 2970156"/>
                    <a:gd name="connsiteY8" fmla="*/ 0 h 2629970"/>
                    <a:gd name="connsiteX9" fmla="*/ 964 w 2970156"/>
                    <a:gd name="connsiteY9" fmla="*/ 1314053 h 2629970"/>
                    <a:gd name="connsiteX10" fmla="*/ 0 w 2970156"/>
                    <a:gd name="connsiteY10" fmla="*/ 1314053 h 2629970"/>
                    <a:gd name="connsiteX11" fmla="*/ 482 w 2970156"/>
                    <a:gd name="connsiteY11" fmla="*/ 1314985 h 2629970"/>
                    <a:gd name="connsiteX12" fmla="*/ 0 w 2970156"/>
                    <a:gd name="connsiteY12" fmla="*/ 1315917 h 2629970"/>
                    <a:gd name="connsiteX13" fmla="*/ 964 w 2970156"/>
                    <a:gd name="connsiteY13" fmla="*/ 1315917 h 2629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70156" h="2629970">
                      <a:moveTo>
                        <a:pt x="680329" y="2629970"/>
                      </a:moveTo>
                      <a:lnTo>
                        <a:pt x="2289827" y="2629970"/>
                      </a:lnTo>
                      <a:lnTo>
                        <a:pt x="2969192" y="1315917"/>
                      </a:lnTo>
                      <a:lnTo>
                        <a:pt x="2970156" y="1315917"/>
                      </a:lnTo>
                      <a:lnTo>
                        <a:pt x="2969674" y="1314985"/>
                      </a:lnTo>
                      <a:lnTo>
                        <a:pt x="2970156" y="1314053"/>
                      </a:lnTo>
                      <a:lnTo>
                        <a:pt x="2969192" y="1314053"/>
                      </a:lnTo>
                      <a:lnTo>
                        <a:pt x="2289827" y="0"/>
                      </a:lnTo>
                      <a:lnTo>
                        <a:pt x="680329" y="0"/>
                      </a:lnTo>
                      <a:lnTo>
                        <a:pt x="964" y="1314053"/>
                      </a:lnTo>
                      <a:lnTo>
                        <a:pt x="0" y="1314053"/>
                      </a:lnTo>
                      <a:lnTo>
                        <a:pt x="482" y="1314985"/>
                      </a:lnTo>
                      <a:lnTo>
                        <a:pt x="0" y="1315917"/>
                      </a:lnTo>
                      <a:lnTo>
                        <a:pt x="964" y="1315917"/>
                      </a:lnTo>
                      <a:close/>
                    </a:path>
                  </a:pathLst>
                </a:custGeom>
                <a:solidFill>
                  <a:schemeClr val="tx2">
                    <a:alpha val="80000"/>
                  </a:schemeClr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tx1">
                      <a:lumMod val="50000"/>
                      <a:lumOff val="50000"/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7" name="Icon3" descr="2fe813db-8ea2-4890-a78d-530f89bdb51f">
                  <a:extLst>
                    <a:ext uri="{FF2B5EF4-FFF2-40B4-BE49-F238E27FC236}">
                      <a16:creationId xmlns:a16="http://schemas.microsoft.com/office/drawing/2014/main" id="{9ECAF0F3-D93C-4C5A-A94F-47119F849B56}"/>
                    </a:ext>
                  </a:extLst>
                </p:cNvPr>
                <p:cNvSpPr/>
                <p:nvPr/>
              </p:nvSpPr>
              <p:spPr bwMode="auto">
                <a:xfrm>
                  <a:off x="9183691" y="3559538"/>
                  <a:ext cx="205561" cy="168853"/>
                </a:xfrm>
                <a:custGeom>
                  <a:avLst/>
                  <a:gdLst>
                    <a:gd name="connsiteX0" fmla="*/ 96626 w 533400"/>
                    <a:gd name="connsiteY0" fmla="*/ 133971 h 438150"/>
                    <a:gd name="connsiteX1" fmla="*/ 125201 w 533400"/>
                    <a:gd name="connsiteY1" fmla="*/ 286371 h 438150"/>
                    <a:gd name="connsiteX2" fmla="*/ 410951 w 533400"/>
                    <a:gd name="connsiteY2" fmla="*/ 286371 h 438150"/>
                    <a:gd name="connsiteX3" fmla="*/ 439526 w 533400"/>
                    <a:gd name="connsiteY3" fmla="*/ 133971 h 438150"/>
                    <a:gd name="connsiteX4" fmla="*/ 534776 w 533400"/>
                    <a:gd name="connsiteY4" fmla="*/ 133971 h 438150"/>
                    <a:gd name="connsiteX5" fmla="*/ 515726 w 533400"/>
                    <a:gd name="connsiteY5" fmla="*/ 381621 h 438150"/>
                    <a:gd name="connsiteX6" fmla="*/ 458576 w 533400"/>
                    <a:gd name="connsiteY6" fmla="*/ 381621 h 438150"/>
                    <a:gd name="connsiteX7" fmla="*/ 458576 w 533400"/>
                    <a:gd name="connsiteY7" fmla="*/ 438771 h 438150"/>
                    <a:gd name="connsiteX8" fmla="*/ 439526 w 533400"/>
                    <a:gd name="connsiteY8" fmla="*/ 438771 h 438150"/>
                    <a:gd name="connsiteX9" fmla="*/ 439526 w 533400"/>
                    <a:gd name="connsiteY9" fmla="*/ 381621 h 438150"/>
                    <a:gd name="connsiteX10" fmla="*/ 96626 w 533400"/>
                    <a:gd name="connsiteY10" fmla="*/ 381621 h 438150"/>
                    <a:gd name="connsiteX11" fmla="*/ 96626 w 533400"/>
                    <a:gd name="connsiteY11" fmla="*/ 438771 h 438150"/>
                    <a:gd name="connsiteX12" fmla="*/ 77576 w 533400"/>
                    <a:gd name="connsiteY12" fmla="*/ 438771 h 438150"/>
                    <a:gd name="connsiteX13" fmla="*/ 77576 w 533400"/>
                    <a:gd name="connsiteY13" fmla="*/ 381621 h 438150"/>
                    <a:gd name="connsiteX14" fmla="*/ 20426 w 533400"/>
                    <a:gd name="connsiteY14" fmla="*/ 381621 h 438150"/>
                    <a:gd name="connsiteX15" fmla="*/ 1376 w 533400"/>
                    <a:gd name="connsiteY15" fmla="*/ 133971 h 438150"/>
                    <a:gd name="connsiteX16" fmla="*/ 96626 w 533400"/>
                    <a:gd name="connsiteY16" fmla="*/ 133971 h 438150"/>
                    <a:gd name="connsiteX17" fmla="*/ 487151 w 533400"/>
                    <a:gd name="connsiteY17" fmla="*/ 621 h 438150"/>
                    <a:gd name="connsiteX18" fmla="*/ 487151 w 533400"/>
                    <a:gd name="connsiteY18" fmla="*/ 114921 h 438150"/>
                    <a:gd name="connsiteX19" fmla="*/ 425239 w 533400"/>
                    <a:gd name="connsiteY19" fmla="*/ 114921 h 438150"/>
                    <a:gd name="connsiteX20" fmla="*/ 396664 w 533400"/>
                    <a:gd name="connsiteY20" fmla="*/ 267321 h 438150"/>
                    <a:gd name="connsiteX21" fmla="*/ 139489 w 533400"/>
                    <a:gd name="connsiteY21" fmla="*/ 267321 h 438150"/>
                    <a:gd name="connsiteX22" fmla="*/ 110914 w 533400"/>
                    <a:gd name="connsiteY22" fmla="*/ 114921 h 438150"/>
                    <a:gd name="connsiteX23" fmla="*/ 58526 w 533400"/>
                    <a:gd name="connsiteY23" fmla="*/ 114921 h 438150"/>
                    <a:gd name="connsiteX24" fmla="*/ 58526 w 533400"/>
                    <a:gd name="connsiteY24" fmla="*/ 621 h 438150"/>
                    <a:gd name="connsiteX25" fmla="*/ 487151 w 533400"/>
                    <a:gd name="connsiteY2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33400" h="438150">
                      <a:moveTo>
                        <a:pt x="96626" y="133971"/>
                      </a:moveTo>
                      <a:lnTo>
                        <a:pt x="125201" y="286371"/>
                      </a:lnTo>
                      <a:lnTo>
                        <a:pt x="410951" y="286371"/>
                      </a:lnTo>
                      <a:lnTo>
                        <a:pt x="439526" y="133971"/>
                      </a:lnTo>
                      <a:lnTo>
                        <a:pt x="534776" y="133971"/>
                      </a:lnTo>
                      <a:lnTo>
                        <a:pt x="515726" y="381621"/>
                      </a:lnTo>
                      <a:lnTo>
                        <a:pt x="458576" y="381621"/>
                      </a:lnTo>
                      <a:lnTo>
                        <a:pt x="458576" y="438771"/>
                      </a:lnTo>
                      <a:lnTo>
                        <a:pt x="439526" y="438771"/>
                      </a:lnTo>
                      <a:lnTo>
                        <a:pt x="439526" y="381621"/>
                      </a:lnTo>
                      <a:lnTo>
                        <a:pt x="96626" y="381621"/>
                      </a:lnTo>
                      <a:lnTo>
                        <a:pt x="96626" y="438771"/>
                      </a:lnTo>
                      <a:lnTo>
                        <a:pt x="77576" y="438771"/>
                      </a:lnTo>
                      <a:lnTo>
                        <a:pt x="77576" y="381621"/>
                      </a:lnTo>
                      <a:lnTo>
                        <a:pt x="20426" y="381621"/>
                      </a:lnTo>
                      <a:lnTo>
                        <a:pt x="1376" y="133971"/>
                      </a:lnTo>
                      <a:lnTo>
                        <a:pt x="96626" y="133971"/>
                      </a:lnTo>
                      <a:close/>
                      <a:moveTo>
                        <a:pt x="487151" y="621"/>
                      </a:moveTo>
                      <a:lnTo>
                        <a:pt x="487151" y="114921"/>
                      </a:lnTo>
                      <a:lnTo>
                        <a:pt x="425239" y="114921"/>
                      </a:lnTo>
                      <a:lnTo>
                        <a:pt x="396664" y="267321"/>
                      </a:lnTo>
                      <a:lnTo>
                        <a:pt x="139489" y="267321"/>
                      </a:lnTo>
                      <a:lnTo>
                        <a:pt x="110914" y="114921"/>
                      </a:lnTo>
                      <a:lnTo>
                        <a:pt x="58526" y="114921"/>
                      </a:lnTo>
                      <a:lnTo>
                        <a:pt x="58526" y="621"/>
                      </a:lnTo>
                      <a:lnTo>
                        <a:pt x="487151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/>
                  <a:endParaRPr/>
                </a:p>
              </p:txBody>
            </p:sp>
          </p:grp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反应过程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f3a6d23e-f17e-4b19-9ad2-04b4a318ed61.source.3.zh-Hans.pptx" descr="36f49cbf-7056-4ca2-93d5-d1a11475d0bd">
            <a:extLst>
              <a:ext uri="{FF2B5EF4-FFF2-40B4-BE49-F238E27FC236}">
                <a16:creationId xmlns:a16="http://schemas.microsoft.com/office/drawing/2014/main" id="{A57C3D8B-04B0-2A1C-7843-7C3F3E9FEF5A}"/>
              </a:ext>
            </a:extLst>
          </p:cNvPr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id="8" name="PictureMisc1" descr="b5ba31a1-0c0f-4757-81c9-31d4a970ebb0">
              <a:extLst>
                <a:ext uri="{FF2B5EF4-FFF2-40B4-BE49-F238E27FC236}">
                  <a16:creationId xmlns:a16="http://schemas.microsoft.com/office/drawing/2014/main" id="{3A7815C4-9C8E-BF68-837D-E173ADFC2267}"/>
                </a:ext>
              </a:extLst>
            </p:cNvPr>
            <p:cNvSpPr>
              <a:spLocks/>
            </p:cNvSpPr>
            <p:nvPr/>
          </p:nvSpPr>
          <p:spPr>
            <a:xfrm>
              <a:off x="0" y="5562667"/>
              <a:ext cx="12192000" cy="1295333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8697" b="-41880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9" name="c" descr="27a94f48-4908-49ba-943e-9a235da7f91f">
              <a:extLst>
                <a:ext uri="{FF2B5EF4-FFF2-40B4-BE49-F238E27FC236}">
                  <a16:creationId xmlns:a16="http://schemas.microsoft.com/office/drawing/2014/main" id="{FE2003D7-E849-300E-51CE-8839802DFC3E}"/>
                </a:ext>
              </a:extLst>
            </p:cNvPr>
            <p:cNvSpPr/>
            <p:nvPr/>
          </p:nvSpPr>
          <p:spPr>
            <a:xfrm>
              <a:off x="660399" y="1777184"/>
              <a:ext cx="10858500" cy="4356916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10" name="Title" descr="c8a9289f-5edb-4fcf-be62-a0c67942e97a">
              <a:extLst>
                <a:ext uri="{FF2B5EF4-FFF2-40B4-BE49-F238E27FC236}">
                  <a16:creationId xmlns:a16="http://schemas.microsoft.com/office/drawing/2014/main" id="{5C340490-72D7-6E9D-9781-EEE0D631F461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获取高纯度的玻色因</a:t>
              </a:r>
            </a:p>
          </p:txBody>
        </p:sp>
        <p:grpSp>
          <p:nvGrpSpPr>
            <p:cNvPr id="37" name="组合 36" descr="fd55ba25-8397-4240-9285-a19f2d4f2d1e">
              <a:extLst>
                <a:ext uri="{FF2B5EF4-FFF2-40B4-BE49-F238E27FC236}">
                  <a16:creationId xmlns:a16="http://schemas.microsoft.com/office/drawing/2014/main" id="{B6820A27-9424-DE40-3D7A-0DC5E558CA8A}"/>
                </a:ext>
              </a:extLst>
            </p:cNvPr>
            <p:cNvGrpSpPr/>
            <p:nvPr/>
          </p:nvGrpSpPr>
          <p:grpSpPr>
            <a:xfrm>
              <a:off x="885625" y="1931699"/>
              <a:ext cx="5038520" cy="1822378"/>
              <a:chOff x="885625" y="1931699"/>
              <a:chExt cx="5038520" cy="1822378"/>
            </a:xfrm>
          </p:grpSpPr>
          <p:sp>
            <p:nvSpPr>
              <p:cNvPr id="34" name="Number1" descr="07afbc34-0cf4-4645-90c3-4b4dedbfed61">
                <a:extLst>
                  <a:ext uri="{FF2B5EF4-FFF2-40B4-BE49-F238E27FC236}">
                    <a16:creationId xmlns:a16="http://schemas.microsoft.com/office/drawing/2014/main" id="{AE89D52D-C3BA-EF2C-57C9-1DEC4664E545}"/>
                  </a:ext>
                </a:extLst>
              </p:cNvPr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35" name="Bullet1" descr="79375e0c-a482-4e12-8374-fae2a389e3f8">
                <a:extLst>
                  <a:ext uri="{FF2B5EF4-FFF2-40B4-BE49-F238E27FC236}">
                    <a16:creationId xmlns:a16="http://schemas.microsoft.com/office/drawing/2014/main" id="{1B079846-DD93-7DDE-3763-763EE172A7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1931699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分离方法</a:t>
                </a:r>
              </a:p>
            </p:txBody>
          </p:sp>
          <p:sp>
            <p:nvSpPr>
              <p:cNvPr id="36" name="Text1" descr="cffa9084-c7e2-4614-a604-dc7906e9bf8d">
                <a:extLst>
                  <a:ext uri="{FF2B5EF4-FFF2-40B4-BE49-F238E27FC236}">
                    <a16:creationId xmlns:a16="http://schemas.microsoft.com/office/drawing/2014/main" id="{CD462BE0-EFA8-5A18-CBA5-A56AA9443B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2404361"/>
                <a:ext cx="4540618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采用过滤、萃取、结晶等分离方法，去除杂质。</a:t>
                </a:r>
              </a:p>
            </p:txBody>
          </p:sp>
        </p:grpSp>
        <p:grpSp>
          <p:nvGrpSpPr>
            <p:cNvPr id="38" name="组合 37" descr="ecc9ad7e-0a57-4e00-983e-f3f8941e1f83">
              <a:extLst>
                <a:ext uri="{FF2B5EF4-FFF2-40B4-BE49-F238E27FC236}">
                  <a16:creationId xmlns:a16="http://schemas.microsoft.com/office/drawing/2014/main" id="{CAB12542-F11A-B4DE-4EE8-E3024B6AB3E6}"/>
                </a:ext>
              </a:extLst>
            </p:cNvPr>
            <p:cNvGrpSpPr/>
            <p:nvPr/>
          </p:nvGrpSpPr>
          <p:grpSpPr>
            <a:xfrm>
              <a:off x="885625" y="4204072"/>
              <a:ext cx="5038520" cy="1822378"/>
              <a:chOff x="885625" y="4204072"/>
              <a:chExt cx="5038520" cy="1822378"/>
            </a:xfrm>
          </p:grpSpPr>
          <p:sp>
            <p:nvSpPr>
              <p:cNvPr id="27" name="Number2" descr="32f842ae-f94b-4bd5-b67e-bf18c4875598">
                <a:extLst>
                  <a:ext uri="{FF2B5EF4-FFF2-40B4-BE49-F238E27FC236}">
                    <a16:creationId xmlns:a16="http://schemas.microsoft.com/office/drawing/2014/main" id="{FEAAE07E-0936-9FEF-284B-5241DDDEF95C}"/>
                  </a:ext>
                </a:extLst>
              </p:cNvPr>
              <p:cNvSpPr/>
              <p:nvPr/>
            </p:nvSpPr>
            <p:spPr>
              <a:xfrm flipH="1">
                <a:off x="885625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28" name="Bullet2" descr="6d64d2b8-b6f4-4d05-a979-64ce62ade2b4">
                <a:extLst>
                  <a:ext uri="{FF2B5EF4-FFF2-40B4-BE49-F238E27FC236}">
                    <a16:creationId xmlns:a16="http://schemas.microsoft.com/office/drawing/2014/main" id="{FAC3CE05-DA6E-4515-DB61-0E8C0117A6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4204072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纯化技术</a:t>
                </a:r>
              </a:p>
            </p:txBody>
          </p:sp>
          <p:sp>
            <p:nvSpPr>
              <p:cNvPr id="29" name="Text2" descr="063f33fe-ac01-49a5-bc9d-6ffed31906fd">
                <a:extLst>
                  <a:ext uri="{FF2B5EF4-FFF2-40B4-BE49-F238E27FC236}">
                    <a16:creationId xmlns:a16="http://schemas.microsoft.com/office/drawing/2014/main" id="{C1AC37A7-3FCE-6B2C-9E2A-A1727D65CC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3527" y="4676734"/>
                <a:ext cx="4540618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/>
                  </a:rPr>
                  <a:t>运用色谱分离、膜分离等技术，进一步提高产品纯度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/>
                  </a:rPr>
                  <a:t>。</a:t>
                </a:r>
              </a:p>
            </p:txBody>
          </p:sp>
        </p:grpSp>
        <p:grpSp>
          <p:nvGrpSpPr>
            <p:cNvPr id="39" name="组合 38" descr="751f78e8-9043-4dfa-be45-2385d2eb38a4">
              <a:extLst>
                <a:ext uri="{FF2B5EF4-FFF2-40B4-BE49-F238E27FC236}">
                  <a16:creationId xmlns:a16="http://schemas.microsoft.com/office/drawing/2014/main" id="{A6D715BA-7FA9-9EC7-E538-1D954AF63BDA}"/>
                </a:ext>
              </a:extLst>
            </p:cNvPr>
            <p:cNvGrpSpPr/>
            <p:nvPr/>
          </p:nvGrpSpPr>
          <p:grpSpPr>
            <a:xfrm>
              <a:off x="6026873" y="3044453"/>
              <a:ext cx="5038520" cy="2981997"/>
              <a:chOff x="6026873" y="3044453"/>
              <a:chExt cx="5038520" cy="2981997"/>
            </a:xfrm>
          </p:grpSpPr>
          <p:sp>
            <p:nvSpPr>
              <p:cNvPr id="24" name="Number3" descr="9e15b6b8-890d-49aa-82b7-f8c0df0d073c">
                <a:extLst>
                  <a:ext uri="{FF2B5EF4-FFF2-40B4-BE49-F238E27FC236}">
                    <a16:creationId xmlns:a16="http://schemas.microsoft.com/office/drawing/2014/main" id="{A13C4D32-44AE-0C2D-432E-3A37881C6A88}"/>
                  </a:ext>
                </a:extLst>
              </p:cNvPr>
              <p:cNvSpPr/>
              <p:nvPr/>
            </p:nvSpPr>
            <p:spPr>
              <a:xfrm flipH="1">
                <a:off x="6026873" y="3044453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25" name="Bullet3" descr="e4468241-d2fd-4d33-b6b6-375582a0350a">
                <a:extLst>
                  <a:ext uri="{FF2B5EF4-FFF2-40B4-BE49-F238E27FC236}">
                    <a16:creationId xmlns:a16="http://schemas.microsoft.com/office/drawing/2014/main" id="{494843C2-4C9B-38EA-2027-286E7B65B4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4775" y="3044453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纯度检测</a:t>
                </a:r>
              </a:p>
            </p:txBody>
          </p:sp>
          <p:sp>
            <p:nvSpPr>
              <p:cNvPr id="26" name="Text3" descr="fb5982ab-b12b-4bf8-bae6-8d5523d2f9f1">
                <a:extLst>
                  <a:ext uri="{FF2B5EF4-FFF2-40B4-BE49-F238E27FC236}">
                    <a16:creationId xmlns:a16="http://schemas.microsoft.com/office/drawing/2014/main" id="{BFB52404-1060-9C49-7D1B-5CF73656E7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4775" y="3517115"/>
                <a:ext cx="4540618" cy="2509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通过专业仪器检测玻色因的纯度，确保产品符合质量标准。</a:t>
                </a: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分离纯化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化妆品功效</a:t>
            </a: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深入了解玻色因在化妆品中的作用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3eb5a5de-d8dd-450e-9f44-791221066ef6.source.3.zh-Hans.pptx" descr="151d6cfb-42a6-45cd-afb3-9c04b01fddbc">
            <a:extLst>
              <a:ext uri="{FF2B5EF4-FFF2-40B4-BE49-F238E27FC236}">
                <a16:creationId xmlns:a16="http://schemas.microsoft.com/office/drawing/2014/main" id="{6D983365-A6CE-041A-C6F7-D10CFD11F9FB}"/>
              </a:ext>
            </a:extLst>
          </p:cNvPr>
          <p:cNvGrpSpPr/>
          <p:nvPr/>
        </p:nvGrpSpPr>
        <p:grpSpPr>
          <a:xfrm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id="3" name="Title" descr="fc4d150e-808c-4e93-ae88-bbe4e96c2744">
              <a:extLst>
                <a:ext uri="{FF2B5EF4-FFF2-40B4-BE49-F238E27FC236}">
                  <a16:creationId xmlns:a16="http://schemas.microsoft.com/office/drawing/2014/main" id="{17CD2956-0C6D-12ED-5A49-580792EBEE62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延缓肌肤衰老的神奇功效</a:t>
              </a:r>
            </a:p>
          </p:txBody>
        </p:sp>
        <p:grpSp>
          <p:nvGrpSpPr>
            <p:cNvPr id="18" name="组合 17" descr="e2bfdf98-0dc5-4618-b0e2-856d4b6c267d">
              <a:extLst>
                <a:ext uri="{FF2B5EF4-FFF2-40B4-BE49-F238E27FC236}">
                  <a16:creationId xmlns:a16="http://schemas.microsoft.com/office/drawing/2014/main" id="{0C8C5A8B-8B7D-1E66-9871-1EBE586D8A63}"/>
                </a:ext>
              </a:extLst>
            </p:cNvPr>
            <p:cNvGrpSpPr/>
            <p:nvPr/>
          </p:nvGrpSpPr>
          <p:grpSpPr>
            <a:xfrm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id="6" name="ComponentBackground1" descr="4ed58216-47e4-442d-b100-f18e8e804d08">
                <a:extLst>
                  <a:ext uri="{FF2B5EF4-FFF2-40B4-BE49-F238E27FC236}">
                    <a16:creationId xmlns:a16="http://schemas.microsoft.com/office/drawing/2014/main" id="{CF90C8A7-4F45-4465-AFB9-3DCC6DFB81D6}"/>
                  </a:ext>
                </a:extLst>
              </p:cNvPr>
              <p:cNvSpPr/>
              <p:nvPr/>
            </p:nvSpPr>
            <p:spPr>
              <a:xfrm>
                <a:off x="1252013" y="2022327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chemeClr val="tx2">
                  <a:alpha val="15000"/>
                </a:schemeClr>
              </a:solidFill>
              <a:ln w="3175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Number1" descr="866e8d17-8829-4bc1-836e-2439ff3e7dc8">
                <a:extLst>
                  <a:ext uri="{FF2B5EF4-FFF2-40B4-BE49-F238E27FC236}">
                    <a16:creationId xmlns:a16="http://schemas.microsoft.com/office/drawing/2014/main" id="{D8884A5E-CB11-4D4B-AB11-715A75024356}"/>
                  </a:ext>
                </a:extLst>
              </p:cNvPr>
              <p:cNvSpPr/>
              <p:nvPr/>
            </p:nvSpPr>
            <p:spPr>
              <a:xfrm rot="16200000">
                <a:off x="433111" y="234312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600" b="1" i="0" u="none" strike="noStrik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10" name="Bullet1" descr="ded24cf2-efea-42db-ad7f-8e42bb51f2a0">
                <a:extLst>
                  <a:ext uri="{FF2B5EF4-FFF2-40B4-BE49-F238E27FC236}">
                    <a16:creationId xmlns:a16="http://schemas.microsoft.com/office/drawing/2014/main" id="{A413DFD1-5679-4A95-A647-63AE5B930BC7}"/>
                  </a:ext>
                </a:extLst>
              </p:cNvPr>
              <p:cNvSpPr txBox="1"/>
              <p:nvPr/>
            </p:nvSpPr>
            <p:spPr>
              <a:xfrm>
                <a:off x="1354796" y="2074878"/>
                <a:ext cx="2020569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刺激胶原蛋白再生</a:t>
                </a:r>
              </a:p>
            </p:txBody>
          </p:sp>
          <p:sp>
            <p:nvSpPr>
              <p:cNvPr id="13" name="Text1" descr="f1f01863-e3a5-4620-b591-9e7b3ee3498e">
                <a:extLst>
                  <a:ext uri="{FF2B5EF4-FFF2-40B4-BE49-F238E27FC236}">
                    <a16:creationId xmlns:a16="http://schemas.microsoft.com/office/drawing/2014/main" id="{6C520451-457F-47B9-BA0F-642B3B0330BA}"/>
                  </a:ext>
                </a:extLst>
              </p:cNvPr>
              <p:cNvSpPr txBox="1"/>
              <p:nvPr/>
            </p:nvSpPr>
            <p:spPr>
              <a:xfrm>
                <a:off x="3375365" y="2074878"/>
                <a:ext cx="7899400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玻色因精准刺激皮肤羟基葡聚糖转化合成，促进胶原蛋白再生，维持真皮弹性。</a:t>
                </a:r>
              </a:p>
            </p:txBody>
          </p:sp>
        </p:grpSp>
        <p:grpSp>
          <p:nvGrpSpPr>
            <p:cNvPr id="19" name="组合 18" descr="69aad539-4d2e-48b0-8c26-7bd70e32bd49">
              <a:extLst>
                <a:ext uri="{FF2B5EF4-FFF2-40B4-BE49-F238E27FC236}">
                  <a16:creationId xmlns:a16="http://schemas.microsoft.com/office/drawing/2014/main" id="{7B7BEF72-6ABD-F178-4749-C9738FAB692B}"/>
                </a:ext>
              </a:extLst>
            </p:cNvPr>
            <p:cNvGrpSpPr/>
            <p:nvPr/>
          </p:nvGrpSpPr>
          <p:grpSpPr>
            <a:xfrm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id="22" name="ComponentBackground2" descr="2cbef84d-749a-48d6-9826-1f78ca56e4cf">
                <a:extLst>
                  <a:ext uri="{FF2B5EF4-FFF2-40B4-BE49-F238E27FC236}">
                    <a16:creationId xmlns:a16="http://schemas.microsoft.com/office/drawing/2014/main" id="{C3FD0A9F-6E7A-4B6D-8123-4BE7FD5001F5}"/>
                  </a:ext>
                </a:extLst>
              </p:cNvPr>
              <p:cNvSpPr/>
              <p:nvPr/>
            </p:nvSpPr>
            <p:spPr>
              <a:xfrm>
                <a:off x="1246046" y="3406764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chemeClr val="tx2">
                  <a:alpha val="15000"/>
                </a:schemeClr>
              </a:solidFill>
              <a:ln w="3175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" name="Bullet2" descr="b1035602-e684-41a2-9516-4fb17eb5ffbf">
                <a:extLst>
                  <a:ext uri="{FF2B5EF4-FFF2-40B4-BE49-F238E27FC236}">
                    <a16:creationId xmlns:a16="http://schemas.microsoft.com/office/drawing/2014/main" id="{9EE88F0A-7C4D-485C-B627-D68098882548}"/>
                  </a:ext>
                </a:extLst>
              </p:cNvPr>
              <p:cNvSpPr txBox="1"/>
              <p:nvPr/>
            </p:nvSpPr>
            <p:spPr>
              <a:xfrm>
                <a:off x="1348829" y="3469640"/>
                <a:ext cx="2020569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改善老化现象</a:t>
                </a:r>
              </a:p>
            </p:txBody>
          </p:sp>
          <p:sp>
            <p:nvSpPr>
              <p:cNvPr id="14" name="Text2" descr="553366bb-8bfe-45dd-9ea9-1b447e9d319f">
                <a:extLst>
                  <a:ext uri="{FF2B5EF4-FFF2-40B4-BE49-F238E27FC236}">
                    <a16:creationId xmlns:a16="http://schemas.microsoft.com/office/drawing/2014/main" id="{9EB3A8A0-E357-4204-B2D3-E5FE90765258}"/>
                  </a:ext>
                </a:extLst>
              </p:cNvPr>
              <p:cNvSpPr txBox="1"/>
              <p:nvPr/>
            </p:nvSpPr>
            <p:spPr>
              <a:xfrm>
                <a:off x="3369398" y="3469640"/>
                <a:ext cx="7899400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能有效改善皮肤松弛、皱纹等老化现象，让肌肤焕发年轻光泽。</a:t>
                </a:r>
              </a:p>
            </p:txBody>
          </p:sp>
          <p:sp>
            <p:nvSpPr>
              <p:cNvPr id="16" name="Number2" descr="cdb7a9b4-2e17-4e81-969d-606dd1c41981">
                <a:extLst>
                  <a:ext uri="{FF2B5EF4-FFF2-40B4-BE49-F238E27FC236}">
                    <a16:creationId xmlns:a16="http://schemas.microsoft.com/office/drawing/2014/main" id="{298D5060-F6F5-7BB2-31DD-29F9006BB4CA}"/>
                  </a:ext>
                </a:extLst>
              </p:cNvPr>
              <p:cNvSpPr/>
              <p:nvPr/>
            </p:nvSpPr>
            <p:spPr>
              <a:xfrm rot="16200000">
                <a:off x="433110" y="3727561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600" b="1" i="0" u="none" strike="noStrik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20" name="组合 19" descr="b7d844f1-489c-4154-8611-945ee4a21344">
              <a:extLst>
                <a:ext uri="{FF2B5EF4-FFF2-40B4-BE49-F238E27FC236}">
                  <a16:creationId xmlns:a16="http://schemas.microsoft.com/office/drawing/2014/main" id="{BEF33BCC-10D6-553E-8226-955499529991}"/>
                </a:ext>
              </a:extLst>
            </p:cNvPr>
            <p:cNvGrpSpPr/>
            <p:nvPr/>
          </p:nvGrpSpPr>
          <p:grpSpPr>
            <a:xfrm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id="23" name="ComponentBackground3" descr="30100bc1-d7dc-4786-ada9-451b20e32cdc">
                <a:extLst>
                  <a:ext uri="{FF2B5EF4-FFF2-40B4-BE49-F238E27FC236}">
                    <a16:creationId xmlns:a16="http://schemas.microsoft.com/office/drawing/2014/main" id="{EA504470-FB2F-43B9-97C3-15B53CB3ABBE}"/>
                  </a:ext>
                </a:extLst>
              </p:cNvPr>
              <p:cNvSpPr/>
              <p:nvPr/>
            </p:nvSpPr>
            <p:spPr>
              <a:xfrm>
                <a:off x="1252013" y="4791201"/>
                <a:ext cx="10203387" cy="1139699"/>
              </a:xfrm>
              <a:prstGeom prst="roundRect">
                <a:avLst>
                  <a:gd name="adj" fmla="val 8860"/>
                </a:avLst>
              </a:prstGeom>
              <a:solidFill>
                <a:schemeClr val="tx2">
                  <a:alpha val="15000"/>
                </a:schemeClr>
              </a:solidFill>
              <a:ln w="3175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Bullet3" descr="18a8c352-a77f-41c0-b159-e3ca61e7cf0a">
                <a:extLst>
                  <a:ext uri="{FF2B5EF4-FFF2-40B4-BE49-F238E27FC236}">
                    <a16:creationId xmlns:a16="http://schemas.microsoft.com/office/drawing/2014/main" id="{A8A0E606-18D8-4307-A7F7-23713A5CD60C}"/>
                  </a:ext>
                </a:extLst>
              </p:cNvPr>
              <p:cNvSpPr txBox="1"/>
              <p:nvPr/>
            </p:nvSpPr>
            <p:spPr>
              <a:xfrm>
                <a:off x="1348829" y="4864402"/>
                <a:ext cx="2020569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提升肌肤弹性</a:t>
                </a:r>
              </a:p>
            </p:txBody>
          </p:sp>
          <p:sp>
            <p:nvSpPr>
              <p:cNvPr id="15" name="Text3" descr="9da5dff8-b5f8-4c1e-ae94-6c3d82d61a21">
                <a:extLst>
                  <a:ext uri="{FF2B5EF4-FFF2-40B4-BE49-F238E27FC236}">
                    <a16:creationId xmlns:a16="http://schemas.microsoft.com/office/drawing/2014/main" id="{D47CF729-0B47-4D4A-B250-213C9E9E8DB4}"/>
                  </a:ext>
                </a:extLst>
              </p:cNvPr>
              <p:cNvSpPr txBox="1"/>
              <p:nvPr/>
            </p:nvSpPr>
            <p:spPr>
              <a:xfrm>
                <a:off x="3369398" y="4864402"/>
                <a:ext cx="7899400" cy="103549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促进葡糖氨基葡聚糖合成，增加肌肤弹性，使肌肤更加紧致有活力。</a:t>
                </a:r>
              </a:p>
            </p:txBody>
          </p:sp>
          <p:sp>
            <p:nvSpPr>
              <p:cNvPr id="17" name="Number3" descr="4a2a39e5-c59c-49dd-b872-533b1e95735c">
                <a:extLst>
                  <a:ext uri="{FF2B5EF4-FFF2-40B4-BE49-F238E27FC236}">
                    <a16:creationId xmlns:a16="http://schemas.microsoft.com/office/drawing/2014/main" id="{5DB7219F-9FAB-D4AB-7383-AEE3D692FD88}"/>
                  </a:ext>
                </a:extLst>
              </p:cNvPr>
              <p:cNvSpPr/>
              <p:nvPr/>
            </p:nvSpPr>
            <p:spPr>
              <a:xfrm rot="16200000">
                <a:off x="426937" y="5111997"/>
                <a:ext cx="1139700" cy="498106"/>
              </a:xfrm>
              <a:prstGeom prst="round2SameRect">
                <a:avLst>
                  <a:gd name="adj1" fmla="val 34445"/>
                  <a:gd name="adj2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en-US" sz="1600" b="1" i="0" u="none" strike="noStrik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抗衰老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b14b68f8-521b-44fb-b8a3-27ae246ad01b.source.3.zh-Hans.pptx" descr="3e7e1c34-25aa-4467-a7eb-c0b34aaabb0a">
            <a:extLst>
              <a:ext uri="{FF2B5EF4-FFF2-40B4-BE49-F238E27FC236}">
                <a16:creationId xmlns:a16="http://schemas.microsoft.com/office/drawing/2014/main" id="{A6DA578A-ED8A-6754-7885-01233DB0C955}"/>
              </a:ext>
            </a:extLst>
          </p:cNvPr>
          <p:cNvGrpSpPr/>
          <p:nvPr/>
        </p:nvGrpSpPr>
        <p:grpSpPr>
          <a:xfrm>
            <a:off x="660400" y="1130300"/>
            <a:ext cx="10858496" cy="5727700"/>
            <a:chOff x="660400" y="1130300"/>
            <a:chExt cx="10858496" cy="5727700"/>
          </a:xfrm>
        </p:grpSpPr>
        <p:grpSp>
          <p:nvGrpSpPr>
            <p:cNvPr id="26" name="组合 25" descr="7ec15f0c-8696-44af-9851-3aa61ac04255">
              <a:extLst>
                <a:ext uri="{FF2B5EF4-FFF2-40B4-BE49-F238E27FC236}">
                  <a16:creationId xmlns:a16="http://schemas.microsoft.com/office/drawing/2014/main" id="{475203B5-91B0-41C9-9331-6E2B5A9DDFF4}"/>
                </a:ext>
              </a:extLst>
            </p:cNvPr>
            <p:cNvGrpSpPr/>
            <p:nvPr/>
          </p:nvGrpSpPr>
          <p:grpSpPr>
            <a:xfrm>
              <a:off x="1657875" y="2965184"/>
              <a:ext cx="9861021" cy="3892816"/>
              <a:chOff x="1657875" y="2965184"/>
              <a:chExt cx="9861021" cy="3892816"/>
            </a:xfrm>
          </p:grpSpPr>
          <p:grpSp>
            <p:nvGrpSpPr>
              <p:cNvPr id="24" name="组合 23" descr="251274fc-1cb8-46c2-951c-bee6f305275f">
                <a:extLst>
                  <a:ext uri="{FF2B5EF4-FFF2-40B4-BE49-F238E27FC236}">
                    <a16:creationId xmlns:a16="http://schemas.microsoft.com/office/drawing/2014/main" id="{00B804C1-8ADC-9A8A-1714-2B28858D690A}"/>
                  </a:ext>
                </a:extLst>
              </p:cNvPr>
              <p:cNvGrpSpPr/>
              <p:nvPr/>
            </p:nvGrpSpPr>
            <p:grpSpPr>
              <a:xfrm>
                <a:off x="1657875" y="4167270"/>
                <a:ext cx="3145424" cy="2690730"/>
                <a:chOff x="1657875" y="4167270"/>
                <a:chExt cx="3145424" cy="2690730"/>
              </a:xfrm>
            </p:grpSpPr>
            <p:grpSp>
              <p:nvGrpSpPr>
                <p:cNvPr id="23" name="组合 22" descr="539c8b07-7ffb-4f14-83fb-7cfb918a9ec7">
                  <a:extLst>
                    <a:ext uri="{FF2B5EF4-FFF2-40B4-BE49-F238E27FC236}">
                      <a16:creationId xmlns:a16="http://schemas.microsoft.com/office/drawing/2014/main" id="{AD028BE9-70A7-0428-AB92-7DF356CD8F0B}"/>
                    </a:ext>
                  </a:extLst>
                </p:cNvPr>
                <p:cNvGrpSpPr/>
                <p:nvPr/>
              </p:nvGrpSpPr>
              <p:grpSpPr>
                <a:xfrm>
                  <a:off x="1657875" y="4167270"/>
                  <a:ext cx="540000" cy="2690730"/>
                  <a:chOff x="1657875" y="4167270"/>
                  <a:chExt cx="540000" cy="2690730"/>
                </a:xfrm>
              </p:grpSpPr>
              <p:cxnSp>
                <p:nvCxnSpPr>
                  <p:cNvPr id="25" name="直接连接符 24" descr="f99fb86e-81ca-461c-aca9-e5387778bed6">
                    <a:extLst>
                      <a:ext uri="{FF2B5EF4-FFF2-40B4-BE49-F238E27FC236}">
                        <a16:creationId xmlns:a16="http://schemas.microsoft.com/office/drawing/2014/main" id="{778BE339-9948-E879-CB8D-2D6D883099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27875" y="4699000"/>
                    <a:ext cx="0" cy="21590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组合 21" descr="af6c707f-dd0e-4821-b809-fa87ee1e07c2">
                    <a:extLst>
                      <a:ext uri="{FF2B5EF4-FFF2-40B4-BE49-F238E27FC236}">
                        <a16:creationId xmlns:a16="http://schemas.microsoft.com/office/drawing/2014/main" id="{01BE6C3B-1339-5195-192A-428B4887F57E}"/>
                      </a:ext>
                    </a:extLst>
                  </p:cNvPr>
                  <p:cNvGrpSpPr/>
                  <p:nvPr/>
                </p:nvGrpSpPr>
                <p:grpSpPr>
                  <a:xfrm>
                    <a:off x="1657875" y="4167270"/>
                    <a:ext cx="540000" cy="540000"/>
                    <a:chOff x="1657875" y="4167270"/>
                    <a:chExt cx="540000" cy="540000"/>
                  </a:xfrm>
                </p:grpSpPr>
                <p:sp>
                  <p:nvSpPr>
                    <p:cNvPr id="21" name="椭圆 20" descr="ea955bab-5af7-4645-a866-a3cfc7684554">
                      <a:extLst>
                        <a:ext uri="{FF2B5EF4-FFF2-40B4-BE49-F238E27FC236}">
                          <a16:creationId xmlns:a16="http://schemas.microsoft.com/office/drawing/2014/main" id="{662A7FA1-607F-1A16-F72A-AC7730DAF2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7875" y="4167270"/>
                      <a:ext cx="540000" cy="540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12700" cap="flat">
                      <a:noFill/>
                      <a:prstDash val="solid"/>
                      <a:miter/>
                    </a:ln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78" name="Icon1" descr="78146d4b-73b0-4d08-8836-9a274a0ae8b7">
                      <a:extLst>
                        <a:ext uri="{FF2B5EF4-FFF2-40B4-BE49-F238E27FC236}">
                          <a16:creationId xmlns:a16="http://schemas.microsoft.com/office/drawing/2014/main" id="{217C2AFA-60C0-692F-82FA-9CC1D7061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0007" y="4297108"/>
                      <a:ext cx="255736" cy="280324"/>
                    </a:xfrm>
                    <a:custGeom>
                      <a:avLst/>
                      <a:gdLst>
                        <a:gd name="connsiteX0" fmla="*/ 248770 w 495300"/>
                        <a:gd name="connsiteY0" fmla="*/ 621 h 542925"/>
                        <a:gd name="connsiteX1" fmla="*/ 496420 w 495300"/>
                        <a:gd name="connsiteY1" fmla="*/ 248271 h 542925"/>
                        <a:gd name="connsiteX2" fmla="*/ 324017 w 495300"/>
                        <a:gd name="connsiteY2" fmla="*/ 484491 h 542925"/>
                        <a:gd name="connsiteX3" fmla="*/ 346877 w 495300"/>
                        <a:gd name="connsiteY3" fmla="*/ 524496 h 542925"/>
                        <a:gd name="connsiteX4" fmla="*/ 420220 w 495300"/>
                        <a:gd name="connsiteY4" fmla="*/ 524496 h 542925"/>
                        <a:gd name="connsiteX5" fmla="*/ 420220 w 495300"/>
                        <a:gd name="connsiteY5" fmla="*/ 543546 h 542925"/>
                        <a:gd name="connsiteX6" fmla="*/ 77320 w 495300"/>
                        <a:gd name="connsiteY6" fmla="*/ 543546 h 542925"/>
                        <a:gd name="connsiteX7" fmla="*/ 77320 w 495300"/>
                        <a:gd name="connsiteY7" fmla="*/ 524496 h 542925"/>
                        <a:gd name="connsiteX8" fmla="*/ 150663 w 495300"/>
                        <a:gd name="connsiteY8" fmla="*/ 524496 h 542925"/>
                        <a:gd name="connsiteX9" fmla="*/ 173523 w 495300"/>
                        <a:gd name="connsiteY9" fmla="*/ 484491 h 542925"/>
                        <a:gd name="connsiteX10" fmla="*/ 1120 w 495300"/>
                        <a:gd name="connsiteY10" fmla="*/ 248271 h 542925"/>
                        <a:gd name="connsiteX11" fmla="*/ 248770 w 495300"/>
                        <a:gd name="connsiteY11" fmla="*/ 621 h 542925"/>
                        <a:gd name="connsiteX12" fmla="*/ 192573 w 495300"/>
                        <a:gd name="connsiteY12" fmla="*/ 489254 h 542925"/>
                        <a:gd name="connsiteX13" fmla="*/ 172570 w 495300"/>
                        <a:gd name="connsiteY13" fmla="*/ 524496 h 542925"/>
                        <a:gd name="connsiteX14" fmla="*/ 324970 w 495300"/>
                        <a:gd name="connsiteY14" fmla="*/ 524496 h 542925"/>
                        <a:gd name="connsiteX15" fmla="*/ 304967 w 495300"/>
                        <a:gd name="connsiteY15" fmla="*/ 489254 h 542925"/>
                        <a:gd name="connsiteX16" fmla="*/ 248770 w 495300"/>
                        <a:gd name="connsiteY16" fmla="*/ 495921 h 542925"/>
                        <a:gd name="connsiteX17" fmla="*/ 192573 w 495300"/>
                        <a:gd name="connsiteY17" fmla="*/ 489254 h 542925"/>
                        <a:gd name="connsiteX18" fmla="*/ 248770 w 495300"/>
                        <a:gd name="connsiteY18" fmla="*/ 143496 h 542925"/>
                        <a:gd name="connsiteX19" fmla="*/ 143995 w 495300"/>
                        <a:gd name="connsiteY19" fmla="*/ 248271 h 542925"/>
                        <a:gd name="connsiteX20" fmla="*/ 248770 w 495300"/>
                        <a:gd name="connsiteY20" fmla="*/ 353046 h 542925"/>
                        <a:gd name="connsiteX21" fmla="*/ 353545 w 495300"/>
                        <a:gd name="connsiteY21" fmla="*/ 248271 h 542925"/>
                        <a:gd name="connsiteX22" fmla="*/ 248770 w 495300"/>
                        <a:gd name="connsiteY22" fmla="*/ 143496 h 542925"/>
                        <a:gd name="connsiteX23" fmla="*/ 367833 w 495300"/>
                        <a:gd name="connsiteY23" fmla="*/ 114921 h 542925"/>
                        <a:gd name="connsiteX24" fmla="*/ 353545 w 495300"/>
                        <a:gd name="connsiteY24" fmla="*/ 129209 h 542925"/>
                        <a:gd name="connsiteX25" fmla="*/ 367833 w 495300"/>
                        <a:gd name="connsiteY25" fmla="*/ 143496 h 542925"/>
                        <a:gd name="connsiteX26" fmla="*/ 382120 w 495300"/>
                        <a:gd name="connsiteY26" fmla="*/ 129209 h 542925"/>
                        <a:gd name="connsiteX27" fmla="*/ 367833 w 495300"/>
                        <a:gd name="connsiteY27" fmla="*/ 114921 h 5429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495300" h="542925">
                          <a:moveTo>
                            <a:pt x="248770" y="621"/>
                          </a:moveTo>
                          <a:cubicBezTo>
                            <a:pt x="385930" y="621"/>
                            <a:pt x="496420" y="111111"/>
                            <a:pt x="496420" y="248271"/>
                          </a:cubicBezTo>
                          <a:cubicBezTo>
                            <a:pt x="496420" y="358761"/>
                            <a:pt x="424030" y="452106"/>
                            <a:pt x="324017" y="484491"/>
                          </a:cubicBezTo>
                          <a:lnTo>
                            <a:pt x="346877" y="524496"/>
                          </a:lnTo>
                          <a:lnTo>
                            <a:pt x="420220" y="524496"/>
                          </a:lnTo>
                          <a:lnTo>
                            <a:pt x="420220" y="543546"/>
                          </a:lnTo>
                          <a:lnTo>
                            <a:pt x="77320" y="543546"/>
                          </a:lnTo>
                          <a:lnTo>
                            <a:pt x="77320" y="524496"/>
                          </a:lnTo>
                          <a:lnTo>
                            <a:pt x="150663" y="524496"/>
                          </a:lnTo>
                          <a:lnTo>
                            <a:pt x="173523" y="484491"/>
                          </a:lnTo>
                          <a:cubicBezTo>
                            <a:pt x="73510" y="453059"/>
                            <a:pt x="1120" y="358761"/>
                            <a:pt x="1120" y="248271"/>
                          </a:cubicBezTo>
                          <a:cubicBezTo>
                            <a:pt x="1120" y="111111"/>
                            <a:pt x="111610" y="621"/>
                            <a:pt x="248770" y="621"/>
                          </a:cubicBezTo>
                          <a:close/>
                          <a:moveTo>
                            <a:pt x="192573" y="489254"/>
                          </a:moveTo>
                          <a:lnTo>
                            <a:pt x="172570" y="524496"/>
                          </a:lnTo>
                          <a:lnTo>
                            <a:pt x="324970" y="524496"/>
                          </a:lnTo>
                          <a:lnTo>
                            <a:pt x="304967" y="489254"/>
                          </a:lnTo>
                          <a:cubicBezTo>
                            <a:pt x="286870" y="493064"/>
                            <a:pt x="267820" y="495921"/>
                            <a:pt x="248770" y="495921"/>
                          </a:cubicBezTo>
                          <a:cubicBezTo>
                            <a:pt x="229720" y="495921"/>
                            <a:pt x="210670" y="493064"/>
                            <a:pt x="192573" y="489254"/>
                          </a:cubicBezTo>
                          <a:close/>
                          <a:moveTo>
                            <a:pt x="248770" y="143496"/>
                          </a:moveTo>
                          <a:cubicBezTo>
                            <a:pt x="190667" y="143496"/>
                            <a:pt x="143995" y="190169"/>
                            <a:pt x="143995" y="248271"/>
                          </a:cubicBezTo>
                          <a:cubicBezTo>
                            <a:pt x="143995" y="306374"/>
                            <a:pt x="190667" y="353046"/>
                            <a:pt x="248770" y="353046"/>
                          </a:cubicBezTo>
                          <a:cubicBezTo>
                            <a:pt x="306873" y="353046"/>
                            <a:pt x="353545" y="306374"/>
                            <a:pt x="353545" y="248271"/>
                          </a:cubicBezTo>
                          <a:cubicBezTo>
                            <a:pt x="353545" y="190169"/>
                            <a:pt x="306873" y="143496"/>
                            <a:pt x="248770" y="143496"/>
                          </a:cubicBezTo>
                          <a:close/>
                          <a:moveTo>
                            <a:pt x="367833" y="114921"/>
                          </a:moveTo>
                          <a:cubicBezTo>
                            <a:pt x="360213" y="114921"/>
                            <a:pt x="353545" y="121589"/>
                            <a:pt x="353545" y="129209"/>
                          </a:cubicBezTo>
                          <a:cubicBezTo>
                            <a:pt x="353545" y="136829"/>
                            <a:pt x="360213" y="143496"/>
                            <a:pt x="367833" y="143496"/>
                          </a:cubicBezTo>
                          <a:cubicBezTo>
                            <a:pt x="375452" y="143496"/>
                            <a:pt x="382120" y="136829"/>
                            <a:pt x="382120" y="129209"/>
                          </a:cubicBezTo>
                          <a:cubicBezTo>
                            <a:pt x="382120" y="121589"/>
                            <a:pt x="375452" y="114921"/>
                            <a:pt x="367833" y="11492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l"/>
                      <a:endParaRPr/>
                    </a:p>
                  </p:txBody>
                </p:sp>
              </p:grpSp>
            </p:grpSp>
            <p:grpSp>
              <p:nvGrpSpPr>
                <p:cNvPr id="116" name="组合 115" descr="de5bfe3c-5b8c-4329-ad98-f28790a59ab5">
                  <a:extLst>
                    <a:ext uri="{FF2B5EF4-FFF2-40B4-BE49-F238E27FC236}">
                      <a16:creationId xmlns:a16="http://schemas.microsoft.com/office/drawing/2014/main" id="{43ACF7CC-411F-03C2-1253-267EBB4A4349}"/>
                    </a:ext>
                  </a:extLst>
                </p:cNvPr>
                <p:cNvGrpSpPr/>
                <p:nvPr/>
              </p:nvGrpSpPr>
              <p:grpSpPr>
                <a:xfrm>
                  <a:off x="2073465" y="4702127"/>
                  <a:ext cx="2729834" cy="1533572"/>
                  <a:chOff x="2934120" y="4702127"/>
                  <a:chExt cx="2729834" cy="1533572"/>
                </a:xfrm>
              </p:grpSpPr>
              <p:sp>
                <p:nvSpPr>
                  <p:cNvPr id="112" name="Text1" descr="7271bf78-6fff-4c96-bfd4-1525a6b7a38e">
                    <a:extLst>
                      <a:ext uri="{FF2B5EF4-FFF2-40B4-BE49-F238E27FC236}">
                        <a16:creationId xmlns:a16="http://schemas.microsoft.com/office/drawing/2014/main" id="{560DE107-288D-2734-3710-7AF98EC52021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5388660"/>
                    <a:ext cx="2729834" cy="84703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促使皮肤表皮层增厚，从结构上强化皮肤屏障功能，减少水分流失。</a:t>
                    </a:r>
                  </a:p>
                </p:txBody>
              </p:sp>
              <p:sp>
                <p:nvSpPr>
                  <p:cNvPr id="113" name="Bullet1" descr="583d7270-cbf7-49b5-aaae-36602d3ecfdf">
                    <a:extLst>
                      <a:ext uri="{FF2B5EF4-FFF2-40B4-BE49-F238E27FC236}">
                        <a16:creationId xmlns:a16="http://schemas.microsoft.com/office/drawing/2014/main" id="{B92E00B0-2BDE-EF58-C3E0-D8DF632FA6D8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4702127"/>
                    <a:ext cx="2729834" cy="646331"/>
                  </a:xfrm>
                  <a:prstGeom prst="rect">
                    <a:avLst/>
                  </a:prstGeom>
                  <a:noFill/>
                </p:spPr>
                <p:txBody>
                  <a:bodyPr wrap="square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/>
                      </a:rPr>
                      <a:t>增厚表皮层</a:t>
                    </a:r>
                  </a:p>
                </p:txBody>
              </p:sp>
            </p:grpSp>
          </p:grpSp>
          <p:grpSp>
            <p:nvGrpSpPr>
              <p:cNvPr id="20" name="组合 19" descr="cefb5fd7-5ed6-472a-ad0b-458cafe7052d">
                <a:extLst>
                  <a:ext uri="{FF2B5EF4-FFF2-40B4-BE49-F238E27FC236}">
                    <a16:creationId xmlns:a16="http://schemas.microsoft.com/office/drawing/2014/main" id="{3832CB6F-43CC-3FB6-BD40-BE4ECDFC4883}"/>
                  </a:ext>
                </a:extLst>
              </p:cNvPr>
              <p:cNvGrpSpPr/>
              <p:nvPr/>
            </p:nvGrpSpPr>
            <p:grpSpPr>
              <a:xfrm>
                <a:off x="5000502" y="3533831"/>
                <a:ext cx="3140840" cy="3324169"/>
                <a:chOff x="5000502" y="3533831"/>
                <a:chExt cx="3140840" cy="3324169"/>
              </a:xfrm>
            </p:grpSpPr>
            <p:grpSp>
              <p:nvGrpSpPr>
                <p:cNvPr id="19" name="组合 18" descr="d92af747-5784-4834-8197-a02068e52e30">
                  <a:extLst>
                    <a:ext uri="{FF2B5EF4-FFF2-40B4-BE49-F238E27FC236}">
                      <a16:creationId xmlns:a16="http://schemas.microsoft.com/office/drawing/2014/main" id="{01C7C8D6-CCCE-8F2D-1C60-17678437769E}"/>
                    </a:ext>
                  </a:extLst>
                </p:cNvPr>
                <p:cNvGrpSpPr/>
                <p:nvPr/>
              </p:nvGrpSpPr>
              <p:grpSpPr>
                <a:xfrm>
                  <a:off x="5000502" y="3533831"/>
                  <a:ext cx="539999" cy="3324169"/>
                  <a:chOff x="5000502" y="3533831"/>
                  <a:chExt cx="539999" cy="3324169"/>
                </a:xfrm>
              </p:grpSpPr>
              <p:cxnSp>
                <p:nvCxnSpPr>
                  <p:cNvPr id="32" name="直接连接符 31" descr="7425e506-f3fe-4cc7-a755-a34d55b01315">
                    <a:extLst>
                      <a:ext uri="{FF2B5EF4-FFF2-40B4-BE49-F238E27FC236}">
                        <a16:creationId xmlns:a16="http://schemas.microsoft.com/office/drawing/2014/main" id="{659DEBAF-9FF2-9B3A-DD5B-97B201ABC7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70502" y="4062853"/>
                    <a:ext cx="0" cy="2795147"/>
                  </a:xfrm>
                  <a:prstGeom prst="line">
                    <a:avLst/>
                  </a:prstGeom>
                  <a:ln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" name="组合 17" descr="8b8086c5-53e9-42b6-b4b9-eaac86ff5ebd">
                    <a:extLst>
                      <a:ext uri="{FF2B5EF4-FFF2-40B4-BE49-F238E27FC236}">
                        <a16:creationId xmlns:a16="http://schemas.microsoft.com/office/drawing/2014/main" id="{F3846E83-C49C-6F36-CF31-88AB6D45889D}"/>
                      </a:ext>
                    </a:extLst>
                  </p:cNvPr>
                  <p:cNvGrpSpPr/>
                  <p:nvPr/>
                </p:nvGrpSpPr>
                <p:grpSpPr>
                  <a:xfrm>
                    <a:off x="5000502" y="3533831"/>
                    <a:ext cx="539999" cy="539999"/>
                    <a:chOff x="5000502" y="3533831"/>
                    <a:chExt cx="539999" cy="539999"/>
                  </a:xfrm>
                </p:grpSpPr>
                <p:sp>
                  <p:nvSpPr>
                    <p:cNvPr id="16" name="椭圆 15" descr="140a3497-f29d-45d4-894a-dff3d871ebac">
                      <a:extLst>
                        <a:ext uri="{FF2B5EF4-FFF2-40B4-BE49-F238E27FC236}">
                          <a16:creationId xmlns:a16="http://schemas.microsoft.com/office/drawing/2014/main" id="{EEF03388-D27E-0E0A-C36F-9E1F28976E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0502" y="3533831"/>
                      <a:ext cx="539999" cy="539999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 cap="flat">
                      <a:noFill/>
                      <a:prstDash val="solid"/>
                      <a:miter/>
                    </a:ln>
                    <a:effectLst>
                      <a:outerShdw blurRad="127000" dist="63500" dir="2700000" algn="tl" rotWithShape="0">
                        <a:schemeClr val="accent2">
                          <a:alpha val="40000"/>
                        </a:schemeClr>
                      </a:outerShdw>
                    </a:effectLst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69" name="Icon2" descr="48840267-f3c1-434b-9916-dfc88729e578">
                      <a:extLst>
                        <a:ext uri="{FF2B5EF4-FFF2-40B4-BE49-F238E27FC236}">
                          <a16:creationId xmlns:a16="http://schemas.microsoft.com/office/drawing/2014/main" id="{B441F3DB-0310-FDEA-569A-9181829F4E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42634" y="3668586"/>
                      <a:ext cx="255734" cy="270488"/>
                    </a:xfrm>
                    <a:custGeom>
                      <a:avLst/>
                      <a:gdLst>
                        <a:gd name="connsiteX0" fmla="*/ 371955 w 495300"/>
                        <a:gd name="connsiteY0" fmla="*/ 621 h 523875"/>
                        <a:gd name="connsiteX1" fmla="*/ 400530 w 495300"/>
                        <a:gd name="connsiteY1" fmla="*/ 29196 h 523875"/>
                        <a:gd name="connsiteX2" fmla="*/ 400530 w 495300"/>
                        <a:gd name="connsiteY2" fmla="*/ 133971 h 523875"/>
                        <a:gd name="connsiteX3" fmla="*/ 371955 w 495300"/>
                        <a:gd name="connsiteY3" fmla="*/ 162546 h 523875"/>
                        <a:gd name="connsiteX4" fmla="*/ 257655 w 495300"/>
                        <a:gd name="connsiteY4" fmla="*/ 162546 h 523875"/>
                        <a:gd name="connsiteX5" fmla="*/ 257655 w 495300"/>
                        <a:gd name="connsiteY5" fmla="*/ 286371 h 523875"/>
                        <a:gd name="connsiteX6" fmla="*/ 419580 w 495300"/>
                        <a:gd name="connsiteY6" fmla="*/ 286371 h 523875"/>
                        <a:gd name="connsiteX7" fmla="*/ 457680 w 495300"/>
                        <a:gd name="connsiteY7" fmla="*/ 322566 h 523875"/>
                        <a:gd name="connsiteX8" fmla="*/ 457680 w 495300"/>
                        <a:gd name="connsiteY8" fmla="*/ 324471 h 523875"/>
                        <a:gd name="connsiteX9" fmla="*/ 457680 w 495300"/>
                        <a:gd name="connsiteY9" fmla="*/ 429246 h 523875"/>
                        <a:gd name="connsiteX10" fmla="*/ 476730 w 495300"/>
                        <a:gd name="connsiteY10" fmla="*/ 429246 h 523875"/>
                        <a:gd name="connsiteX11" fmla="*/ 495780 w 495300"/>
                        <a:gd name="connsiteY11" fmla="*/ 448296 h 523875"/>
                        <a:gd name="connsiteX12" fmla="*/ 495780 w 495300"/>
                        <a:gd name="connsiteY12" fmla="*/ 505446 h 523875"/>
                        <a:gd name="connsiteX13" fmla="*/ 476730 w 495300"/>
                        <a:gd name="connsiteY13" fmla="*/ 524496 h 523875"/>
                        <a:gd name="connsiteX14" fmla="*/ 419580 w 495300"/>
                        <a:gd name="connsiteY14" fmla="*/ 524496 h 523875"/>
                        <a:gd name="connsiteX15" fmla="*/ 400530 w 495300"/>
                        <a:gd name="connsiteY15" fmla="*/ 505446 h 523875"/>
                        <a:gd name="connsiteX16" fmla="*/ 400530 w 495300"/>
                        <a:gd name="connsiteY16" fmla="*/ 448296 h 523875"/>
                        <a:gd name="connsiteX17" fmla="*/ 419580 w 495300"/>
                        <a:gd name="connsiteY17" fmla="*/ 429246 h 523875"/>
                        <a:gd name="connsiteX18" fmla="*/ 438630 w 495300"/>
                        <a:gd name="connsiteY18" fmla="*/ 429246 h 523875"/>
                        <a:gd name="connsiteX19" fmla="*/ 438630 w 495300"/>
                        <a:gd name="connsiteY19" fmla="*/ 324471 h 523875"/>
                        <a:gd name="connsiteX20" fmla="*/ 420533 w 495300"/>
                        <a:gd name="connsiteY20" fmla="*/ 305421 h 523875"/>
                        <a:gd name="connsiteX21" fmla="*/ 419580 w 495300"/>
                        <a:gd name="connsiteY21" fmla="*/ 305421 h 523875"/>
                        <a:gd name="connsiteX22" fmla="*/ 257655 w 495300"/>
                        <a:gd name="connsiteY22" fmla="*/ 305421 h 523875"/>
                        <a:gd name="connsiteX23" fmla="*/ 257655 w 495300"/>
                        <a:gd name="connsiteY23" fmla="*/ 429246 h 523875"/>
                        <a:gd name="connsiteX24" fmla="*/ 276705 w 495300"/>
                        <a:gd name="connsiteY24" fmla="*/ 429246 h 523875"/>
                        <a:gd name="connsiteX25" fmla="*/ 295755 w 495300"/>
                        <a:gd name="connsiteY25" fmla="*/ 448296 h 523875"/>
                        <a:gd name="connsiteX26" fmla="*/ 295755 w 495300"/>
                        <a:gd name="connsiteY26" fmla="*/ 505446 h 523875"/>
                        <a:gd name="connsiteX27" fmla="*/ 276705 w 495300"/>
                        <a:gd name="connsiteY27" fmla="*/ 524496 h 523875"/>
                        <a:gd name="connsiteX28" fmla="*/ 219555 w 495300"/>
                        <a:gd name="connsiteY28" fmla="*/ 524496 h 523875"/>
                        <a:gd name="connsiteX29" fmla="*/ 200505 w 495300"/>
                        <a:gd name="connsiteY29" fmla="*/ 505446 h 523875"/>
                        <a:gd name="connsiteX30" fmla="*/ 200505 w 495300"/>
                        <a:gd name="connsiteY30" fmla="*/ 448296 h 523875"/>
                        <a:gd name="connsiteX31" fmla="*/ 219555 w 495300"/>
                        <a:gd name="connsiteY31" fmla="*/ 429246 h 523875"/>
                        <a:gd name="connsiteX32" fmla="*/ 238605 w 495300"/>
                        <a:gd name="connsiteY32" fmla="*/ 429246 h 523875"/>
                        <a:gd name="connsiteX33" fmla="*/ 238605 w 495300"/>
                        <a:gd name="connsiteY33" fmla="*/ 305421 h 523875"/>
                        <a:gd name="connsiteX34" fmla="*/ 76680 w 495300"/>
                        <a:gd name="connsiteY34" fmla="*/ 305421 h 523875"/>
                        <a:gd name="connsiteX35" fmla="*/ 57630 w 495300"/>
                        <a:gd name="connsiteY35" fmla="*/ 323519 h 523875"/>
                        <a:gd name="connsiteX36" fmla="*/ 57630 w 495300"/>
                        <a:gd name="connsiteY36" fmla="*/ 324471 h 523875"/>
                        <a:gd name="connsiteX37" fmla="*/ 57630 w 495300"/>
                        <a:gd name="connsiteY37" fmla="*/ 429246 h 523875"/>
                        <a:gd name="connsiteX38" fmla="*/ 76680 w 495300"/>
                        <a:gd name="connsiteY38" fmla="*/ 429246 h 523875"/>
                        <a:gd name="connsiteX39" fmla="*/ 95730 w 495300"/>
                        <a:gd name="connsiteY39" fmla="*/ 448296 h 523875"/>
                        <a:gd name="connsiteX40" fmla="*/ 95730 w 495300"/>
                        <a:gd name="connsiteY40" fmla="*/ 505446 h 523875"/>
                        <a:gd name="connsiteX41" fmla="*/ 76680 w 495300"/>
                        <a:gd name="connsiteY41" fmla="*/ 524496 h 523875"/>
                        <a:gd name="connsiteX42" fmla="*/ 19530 w 495300"/>
                        <a:gd name="connsiteY42" fmla="*/ 524496 h 523875"/>
                        <a:gd name="connsiteX43" fmla="*/ 480 w 495300"/>
                        <a:gd name="connsiteY43" fmla="*/ 505446 h 523875"/>
                        <a:gd name="connsiteX44" fmla="*/ 480 w 495300"/>
                        <a:gd name="connsiteY44" fmla="*/ 448296 h 523875"/>
                        <a:gd name="connsiteX45" fmla="*/ 19530 w 495300"/>
                        <a:gd name="connsiteY45" fmla="*/ 429246 h 523875"/>
                        <a:gd name="connsiteX46" fmla="*/ 38580 w 495300"/>
                        <a:gd name="connsiteY46" fmla="*/ 429246 h 523875"/>
                        <a:gd name="connsiteX47" fmla="*/ 38580 w 495300"/>
                        <a:gd name="connsiteY47" fmla="*/ 324471 h 523875"/>
                        <a:gd name="connsiteX48" fmla="*/ 74775 w 495300"/>
                        <a:gd name="connsiteY48" fmla="*/ 286371 h 523875"/>
                        <a:gd name="connsiteX49" fmla="*/ 76680 w 495300"/>
                        <a:gd name="connsiteY49" fmla="*/ 286371 h 523875"/>
                        <a:gd name="connsiteX50" fmla="*/ 238605 w 495300"/>
                        <a:gd name="connsiteY50" fmla="*/ 286371 h 523875"/>
                        <a:gd name="connsiteX51" fmla="*/ 238605 w 495300"/>
                        <a:gd name="connsiteY51" fmla="*/ 162546 h 523875"/>
                        <a:gd name="connsiteX52" fmla="*/ 124305 w 495300"/>
                        <a:gd name="connsiteY52" fmla="*/ 162546 h 523875"/>
                        <a:gd name="connsiteX53" fmla="*/ 95730 w 495300"/>
                        <a:gd name="connsiteY53" fmla="*/ 133971 h 523875"/>
                        <a:gd name="connsiteX54" fmla="*/ 95730 w 495300"/>
                        <a:gd name="connsiteY54" fmla="*/ 29196 h 523875"/>
                        <a:gd name="connsiteX55" fmla="*/ 124305 w 495300"/>
                        <a:gd name="connsiteY55" fmla="*/ 621 h 523875"/>
                        <a:gd name="connsiteX56" fmla="*/ 371955 w 495300"/>
                        <a:gd name="connsiteY56" fmla="*/ 621 h 523875"/>
                        <a:gd name="connsiteX57" fmla="*/ 148118 w 495300"/>
                        <a:gd name="connsiteY57" fmla="*/ 95871 h 523875"/>
                        <a:gd name="connsiteX58" fmla="*/ 133830 w 495300"/>
                        <a:gd name="connsiteY58" fmla="*/ 110159 h 523875"/>
                        <a:gd name="connsiteX59" fmla="*/ 148118 w 495300"/>
                        <a:gd name="connsiteY59" fmla="*/ 124446 h 523875"/>
                        <a:gd name="connsiteX60" fmla="*/ 162405 w 495300"/>
                        <a:gd name="connsiteY60" fmla="*/ 110159 h 523875"/>
                        <a:gd name="connsiteX61" fmla="*/ 148118 w 495300"/>
                        <a:gd name="connsiteY61" fmla="*/ 95871 h 5238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</a:cxnLst>
                      <a:rect l="l" t="t" r="r" b="b"/>
                      <a:pathLst>
                        <a:path w="495300" h="523875">
                          <a:moveTo>
                            <a:pt x="371955" y="621"/>
                          </a:moveTo>
                          <a:cubicBezTo>
                            <a:pt x="388148" y="621"/>
                            <a:pt x="400530" y="13004"/>
                            <a:pt x="400530" y="29196"/>
                          </a:cubicBezTo>
                          <a:lnTo>
                            <a:pt x="400530" y="133971"/>
                          </a:lnTo>
                          <a:cubicBezTo>
                            <a:pt x="400530" y="150164"/>
                            <a:pt x="388148" y="162546"/>
                            <a:pt x="371955" y="162546"/>
                          </a:cubicBezTo>
                          <a:lnTo>
                            <a:pt x="257655" y="162546"/>
                          </a:lnTo>
                          <a:lnTo>
                            <a:pt x="257655" y="286371"/>
                          </a:lnTo>
                          <a:lnTo>
                            <a:pt x="419580" y="286371"/>
                          </a:lnTo>
                          <a:cubicBezTo>
                            <a:pt x="439583" y="286371"/>
                            <a:pt x="456727" y="302564"/>
                            <a:pt x="457680" y="322566"/>
                          </a:cubicBezTo>
                          <a:lnTo>
                            <a:pt x="457680" y="324471"/>
                          </a:lnTo>
                          <a:lnTo>
                            <a:pt x="457680" y="429246"/>
                          </a:lnTo>
                          <a:lnTo>
                            <a:pt x="476730" y="429246"/>
                          </a:lnTo>
                          <a:cubicBezTo>
                            <a:pt x="487208" y="429246"/>
                            <a:pt x="495780" y="437819"/>
                            <a:pt x="495780" y="448296"/>
                          </a:cubicBezTo>
                          <a:lnTo>
                            <a:pt x="495780" y="505446"/>
                          </a:lnTo>
                          <a:cubicBezTo>
                            <a:pt x="495780" y="515924"/>
                            <a:pt x="487208" y="524496"/>
                            <a:pt x="476730" y="524496"/>
                          </a:cubicBezTo>
                          <a:lnTo>
                            <a:pt x="419580" y="524496"/>
                          </a:lnTo>
                          <a:cubicBezTo>
                            <a:pt x="409102" y="524496"/>
                            <a:pt x="400530" y="515924"/>
                            <a:pt x="400530" y="505446"/>
                          </a:cubicBezTo>
                          <a:lnTo>
                            <a:pt x="400530" y="448296"/>
                          </a:lnTo>
                          <a:cubicBezTo>
                            <a:pt x="400530" y="437819"/>
                            <a:pt x="409102" y="429246"/>
                            <a:pt x="419580" y="429246"/>
                          </a:cubicBezTo>
                          <a:lnTo>
                            <a:pt x="438630" y="429246"/>
                          </a:lnTo>
                          <a:lnTo>
                            <a:pt x="438630" y="324471"/>
                          </a:lnTo>
                          <a:cubicBezTo>
                            <a:pt x="438630" y="313994"/>
                            <a:pt x="431010" y="306374"/>
                            <a:pt x="420533" y="305421"/>
                          </a:cubicBezTo>
                          <a:lnTo>
                            <a:pt x="419580" y="305421"/>
                          </a:lnTo>
                          <a:lnTo>
                            <a:pt x="257655" y="305421"/>
                          </a:lnTo>
                          <a:lnTo>
                            <a:pt x="257655" y="429246"/>
                          </a:lnTo>
                          <a:lnTo>
                            <a:pt x="276705" y="429246"/>
                          </a:lnTo>
                          <a:cubicBezTo>
                            <a:pt x="287183" y="429246"/>
                            <a:pt x="295755" y="437819"/>
                            <a:pt x="295755" y="448296"/>
                          </a:cubicBezTo>
                          <a:lnTo>
                            <a:pt x="295755" y="505446"/>
                          </a:lnTo>
                          <a:cubicBezTo>
                            <a:pt x="295755" y="515924"/>
                            <a:pt x="287183" y="524496"/>
                            <a:pt x="276705" y="524496"/>
                          </a:cubicBezTo>
                          <a:lnTo>
                            <a:pt x="219555" y="524496"/>
                          </a:lnTo>
                          <a:cubicBezTo>
                            <a:pt x="209077" y="524496"/>
                            <a:pt x="200505" y="515924"/>
                            <a:pt x="200505" y="505446"/>
                          </a:cubicBezTo>
                          <a:lnTo>
                            <a:pt x="200505" y="448296"/>
                          </a:lnTo>
                          <a:cubicBezTo>
                            <a:pt x="200505" y="437819"/>
                            <a:pt x="209077" y="429246"/>
                            <a:pt x="219555" y="429246"/>
                          </a:cubicBezTo>
                          <a:lnTo>
                            <a:pt x="238605" y="429246"/>
                          </a:lnTo>
                          <a:lnTo>
                            <a:pt x="238605" y="305421"/>
                          </a:lnTo>
                          <a:lnTo>
                            <a:pt x="76680" y="305421"/>
                          </a:lnTo>
                          <a:cubicBezTo>
                            <a:pt x="66202" y="305421"/>
                            <a:pt x="58583" y="313041"/>
                            <a:pt x="57630" y="323519"/>
                          </a:cubicBezTo>
                          <a:lnTo>
                            <a:pt x="57630" y="324471"/>
                          </a:lnTo>
                          <a:lnTo>
                            <a:pt x="57630" y="429246"/>
                          </a:lnTo>
                          <a:lnTo>
                            <a:pt x="76680" y="429246"/>
                          </a:lnTo>
                          <a:cubicBezTo>
                            <a:pt x="87158" y="429246"/>
                            <a:pt x="95730" y="437819"/>
                            <a:pt x="95730" y="448296"/>
                          </a:cubicBezTo>
                          <a:lnTo>
                            <a:pt x="95730" y="505446"/>
                          </a:lnTo>
                          <a:cubicBezTo>
                            <a:pt x="95730" y="515924"/>
                            <a:pt x="87158" y="524496"/>
                            <a:pt x="76680" y="524496"/>
                          </a:cubicBezTo>
                          <a:lnTo>
                            <a:pt x="19530" y="524496"/>
                          </a:lnTo>
                          <a:cubicBezTo>
                            <a:pt x="9052" y="524496"/>
                            <a:pt x="480" y="515924"/>
                            <a:pt x="480" y="505446"/>
                          </a:cubicBezTo>
                          <a:lnTo>
                            <a:pt x="480" y="448296"/>
                          </a:lnTo>
                          <a:cubicBezTo>
                            <a:pt x="480" y="437819"/>
                            <a:pt x="9052" y="429246"/>
                            <a:pt x="19530" y="429246"/>
                          </a:cubicBezTo>
                          <a:lnTo>
                            <a:pt x="38580" y="429246"/>
                          </a:lnTo>
                          <a:lnTo>
                            <a:pt x="38580" y="324471"/>
                          </a:lnTo>
                          <a:cubicBezTo>
                            <a:pt x="38580" y="304469"/>
                            <a:pt x="54773" y="287324"/>
                            <a:pt x="74775" y="286371"/>
                          </a:cubicBezTo>
                          <a:lnTo>
                            <a:pt x="76680" y="286371"/>
                          </a:lnTo>
                          <a:lnTo>
                            <a:pt x="238605" y="286371"/>
                          </a:lnTo>
                          <a:lnTo>
                            <a:pt x="238605" y="162546"/>
                          </a:lnTo>
                          <a:lnTo>
                            <a:pt x="124305" y="162546"/>
                          </a:lnTo>
                          <a:cubicBezTo>
                            <a:pt x="108112" y="162546"/>
                            <a:pt x="95730" y="150164"/>
                            <a:pt x="95730" y="133971"/>
                          </a:cubicBezTo>
                          <a:lnTo>
                            <a:pt x="95730" y="29196"/>
                          </a:lnTo>
                          <a:cubicBezTo>
                            <a:pt x="95730" y="13004"/>
                            <a:pt x="108112" y="621"/>
                            <a:pt x="124305" y="621"/>
                          </a:cubicBezTo>
                          <a:lnTo>
                            <a:pt x="371955" y="621"/>
                          </a:lnTo>
                          <a:close/>
                          <a:moveTo>
                            <a:pt x="148118" y="95871"/>
                          </a:moveTo>
                          <a:cubicBezTo>
                            <a:pt x="140498" y="95871"/>
                            <a:pt x="133830" y="102539"/>
                            <a:pt x="133830" y="110159"/>
                          </a:cubicBezTo>
                          <a:cubicBezTo>
                            <a:pt x="133830" y="117779"/>
                            <a:pt x="140498" y="124446"/>
                            <a:pt x="148118" y="124446"/>
                          </a:cubicBezTo>
                          <a:cubicBezTo>
                            <a:pt x="155737" y="124446"/>
                            <a:pt x="162405" y="117779"/>
                            <a:pt x="162405" y="110159"/>
                          </a:cubicBezTo>
                          <a:cubicBezTo>
                            <a:pt x="162405" y="102539"/>
                            <a:pt x="155737" y="95871"/>
                            <a:pt x="148118" y="9587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l"/>
                      <a:endParaRPr/>
                    </a:p>
                  </p:txBody>
                </p:sp>
              </p:grpSp>
            </p:grpSp>
            <p:grpSp>
              <p:nvGrpSpPr>
                <p:cNvPr id="117" name="组合 116" descr="19f9129e-63f3-462d-b088-c453598b2174">
                  <a:extLst>
                    <a:ext uri="{FF2B5EF4-FFF2-40B4-BE49-F238E27FC236}">
                      <a16:creationId xmlns:a16="http://schemas.microsoft.com/office/drawing/2014/main" id="{C0C7BC8E-82F7-D5D8-7472-E310E28E93C3}"/>
                    </a:ext>
                  </a:extLst>
                </p:cNvPr>
                <p:cNvGrpSpPr/>
                <p:nvPr/>
              </p:nvGrpSpPr>
              <p:grpSpPr>
                <a:xfrm>
                  <a:off x="5411508" y="4142197"/>
                  <a:ext cx="2729834" cy="1533572"/>
                  <a:chOff x="2934120" y="4702127"/>
                  <a:chExt cx="2729834" cy="1533572"/>
                </a:xfrm>
              </p:grpSpPr>
              <p:sp>
                <p:nvSpPr>
                  <p:cNvPr id="118" name="Text2" descr="b71fd650-5887-45e2-b6aa-d8c6a0de9c1f">
                    <a:extLst>
                      <a:ext uri="{FF2B5EF4-FFF2-40B4-BE49-F238E27FC236}">
                        <a16:creationId xmlns:a16="http://schemas.microsoft.com/office/drawing/2014/main" id="{2FBF8B92-1000-2B55-27EF-AB8F0397F460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5388660"/>
                    <a:ext cx="2729834" cy="84703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对糖胺聚糖分泌产生积极影响，形成天然保湿屏障，实现高效保湿。</a:t>
                    </a:r>
                  </a:p>
                </p:txBody>
              </p:sp>
              <p:sp>
                <p:nvSpPr>
                  <p:cNvPr id="119" name="Bullet2" descr="3e5ab63a-a80b-402c-9dfc-a4c0bcb1991a">
                    <a:extLst>
                      <a:ext uri="{FF2B5EF4-FFF2-40B4-BE49-F238E27FC236}">
                        <a16:creationId xmlns:a16="http://schemas.microsoft.com/office/drawing/2014/main" id="{E7E6DCD2-228E-8EFB-592E-9348C40D5C6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4702127"/>
                    <a:ext cx="2729834" cy="646331"/>
                  </a:xfrm>
                  <a:prstGeom prst="rect">
                    <a:avLst/>
                  </a:prstGeom>
                  <a:noFill/>
                </p:spPr>
                <p:txBody>
                  <a:bodyPr wrap="square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/>
                      </a:rPr>
                      <a:t>促进糖胺聚糖分泌</a:t>
                    </a:r>
                  </a:p>
                </p:txBody>
              </p:sp>
            </p:grpSp>
          </p:grpSp>
          <p:grpSp>
            <p:nvGrpSpPr>
              <p:cNvPr id="15" name="组合 14" descr="ab589704-ca78-4a97-8f2f-b7f8a231faaa">
                <a:extLst>
                  <a:ext uri="{FF2B5EF4-FFF2-40B4-BE49-F238E27FC236}">
                    <a16:creationId xmlns:a16="http://schemas.microsoft.com/office/drawing/2014/main" id="{B202F4AD-5C69-C005-CE67-910BCD2BEF70}"/>
                  </a:ext>
                </a:extLst>
              </p:cNvPr>
              <p:cNvGrpSpPr/>
              <p:nvPr/>
            </p:nvGrpSpPr>
            <p:grpSpPr>
              <a:xfrm>
                <a:off x="8355898" y="2965184"/>
                <a:ext cx="3162998" cy="3892816"/>
                <a:chOff x="8355898" y="2965184"/>
                <a:chExt cx="3162998" cy="3892816"/>
              </a:xfrm>
            </p:grpSpPr>
            <p:grpSp>
              <p:nvGrpSpPr>
                <p:cNvPr id="14" name="组合 13" descr="b38b2835-8f15-497d-88df-e856612933c7">
                  <a:extLst>
                    <a:ext uri="{FF2B5EF4-FFF2-40B4-BE49-F238E27FC236}">
                      <a16:creationId xmlns:a16="http://schemas.microsoft.com/office/drawing/2014/main" id="{F6DBA026-A50F-376A-D4D6-ABD07561B177}"/>
                    </a:ext>
                  </a:extLst>
                </p:cNvPr>
                <p:cNvGrpSpPr/>
                <p:nvPr/>
              </p:nvGrpSpPr>
              <p:grpSpPr>
                <a:xfrm>
                  <a:off x="8355898" y="2965184"/>
                  <a:ext cx="557669" cy="3892816"/>
                  <a:chOff x="8355898" y="2965184"/>
                  <a:chExt cx="557669" cy="3892816"/>
                </a:xfrm>
              </p:grpSpPr>
              <p:cxnSp>
                <p:nvCxnSpPr>
                  <p:cNvPr id="38" name="直接连接符 37" descr="d0b1a5b3-3b69-4866-865c-58d4e68db64f">
                    <a:extLst>
                      <a:ext uri="{FF2B5EF4-FFF2-40B4-BE49-F238E27FC236}">
                        <a16:creationId xmlns:a16="http://schemas.microsoft.com/office/drawing/2014/main" id="{F1BBB7A2-8E8F-E631-BD6B-4F1F49ECB2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634733" y="3505184"/>
                    <a:ext cx="0" cy="3352816"/>
                  </a:xfrm>
                  <a:prstGeom prst="line">
                    <a:avLst/>
                  </a:prstGeom>
                  <a:ln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" name="组合 12" descr="100afb8a-5401-4058-a331-81843e65ea8b">
                    <a:extLst>
                      <a:ext uri="{FF2B5EF4-FFF2-40B4-BE49-F238E27FC236}">
                        <a16:creationId xmlns:a16="http://schemas.microsoft.com/office/drawing/2014/main" id="{6C9EF591-0149-2811-CE7E-F315B19432AC}"/>
                      </a:ext>
                    </a:extLst>
                  </p:cNvPr>
                  <p:cNvGrpSpPr/>
                  <p:nvPr/>
                </p:nvGrpSpPr>
                <p:grpSpPr>
                  <a:xfrm>
                    <a:off x="8355898" y="2965184"/>
                    <a:ext cx="557669" cy="557669"/>
                    <a:chOff x="8355898" y="2965184"/>
                    <a:chExt cx="557669" cy="557669"/>
                  </a:xfrm>
                </p:grpSpPr>
                <p:sp>
                  <p:nvSpPr>
                    <p:cNvPr id="12" name="椭圆 11" descr="0d463365-60d1-4ab8-bdb3-f3a0ca9a0e11">
                      <a:extLst>
                        <a:ext uri="{FF2B5EF4-FFF2-40B4-BE49-F238E27FC236}">
                          <a16:creationId xmlns:a16="http://schemas.microsoft.com/office/drawing/2014/main" id="{8A4D9376-6599-679E-DF74-8A072123E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55898" y="2965184"/>
                      <a:ext cx="557669" cy="557669"/>
                    </a:xfrm>
                    <a:prstGeom prst="ellipse">
                      <a:avLst/>
                    </a:prstGeom>
                    <a:solidFill>
                      <a:schemeClr val="accent3"/>
                    </a:solidFill>
                    <a:ln w="12700" cap="flat">
                      <a:noFill/>
                      <a:prstDash val="solid"/>
                      <a:miter/>
                    </a:ln>
                    <a:effectLst>
                      <a:outerShdw blurRad="127000" dist="63500" dir="2700000" algn="tl" rotWithShape="0">
                        <a:schemeClr val="accent3">
                          <a:alpha val="40000"/>
                        </a:schemeClr>
                      </a:outerShdw>
                    </a:effectLst>
                  </p:spPr>
                  <p:txBody>
                    <a:bodyPr rtlCol="0" anchor="ctr" anchorCtr="0"/>
                    <a:lstStyle/>
                    <a:p>
                      <a:pPr algn="l"/>
                      <a:endParaRPr/>
                    </a:p>
                  </p:txBody>
                </p:sp>
                <p:sp>
                  <p:nvSpPr>
                    <p:cNvPr id="72" name="Icon3" descr="cfa737f8-837d-45b1-8629-56f69e69cfef">
                      <a:extLst>
                        <a:ext uri="{FF2B5EF4-FFF2-40B4-BE49-F238E27FC236}">
                          <a16:creationId xmlns:a16="http://schemas.microsoft.com/office/drawing/2014/main" id="{3404E55B-3780-68DF-850F-076405EAA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7030" y="3131907"/>
                      <a:ext cx="275406" cy="206554"/>
                    </a:xfrm>
                    <a:custGeom>
                      <a:avLst/>
                      <a:gdLst>
                        <a:gd name="connsiteX0" fmla="*/ 505433 w 533400"/>
                        <a:gd name="connsiteY0" fmla="*/ 621 h 400050"/>
                        <a:gd name="connsiteX1" fmla="*/ 534008 w 533400"/>
                        <a:gd name="connsiteY1" fmla="*/ 29196 h 400050"/>
                        <a:gd name="connsiteX2" fmla="*/ 534008 w 533400"/>
                        <a:gd name="connsiteY2" fmla="*/ 372096 h 400050"/>
                        <a:gd name="connsiteX3" fmla="*/ 505433 w 533400"/>
                        <a:gd name="connsiteY3" fmla="*/ 400671 h 400050"/>
                        <a:gd name="connsiteX4" fmla="*/ 29183 w 533400"/>
                        <a:gd name="connsiteY4" fmla="*/ 400671 h 400050"/>
                        <a:gd name="connsiteX5" fmla="*/ 608 w 533400"/>
                        <a:gd name="connsiteY5" fmla="*/ 372096 h 400050"/>
                        <a:gd name="connsiteX6" fmla="*/ 608 w 533400"/>
                        <a:gd name="connsiteY6" fmla="*/ 29196 h 400050"/>
                        <a:gd name="connsiteX7" fmla="*/ 29183 w 533400"/>
                        <a:gd name="connsiteY7" fmla="*/ 621 h 400050"/>
                        <a:gd name="connsiteX8" fmla="*/ 505433 w 533400"/>
                        <a:gd name="connsiteY8" fmla="*/ 621 h 400050"/>
                        <a:gd name="connsiteX9" fmla="*/ 391133 w 533400"/>
                        <a:gd name="connsiteY9" fmla="*/ 198741 h 400050"/>
                        <a:gd name="connsiteX10" fmla="*/ 351128 w 533400"/>
                        <a:gd name="connsiteY10" fmla="*/ 204456 h 400050"/>
                        <a:gd name="connsiteX11" fmla="*/ 351128 w 533400"/>
                        <a:gd name="connsiteY11" fmla="*/ 204456 h 400050"/>
                        <a:gd name="connsiteX12" fmla="*/ 267308 w 533400"/>
                        <a:gd name="connsiteY12" fmla="*/ 315899 h 400050"/>
                        <a:gd name="connsiteX13" fmla="*/ 264451 w 533400"/>
                        <a:gd name="connsiteY13" fmla="*/ 318756 h 400050"/>
                        <a:gd name="connsiteX14" fmla="*/ 224446 w 533400"/>
                        <a:gd name="connsiteY14" fmla="*/ 318756 h 400050"/>
                        <a:gd name="connsiteX15" fmla="*/ 224446 w 533400"/>
                        <a:gd name="connsiteY15" fmla="*/ 318756 h 400050"/>
                        <a:gd name="connsiteX16" fmla="*/ 162533 w 533400"/>
                        <a:gd name="connsiteY16" fmla="*/ 257796 h 400050"/>
                        <a:gd name="connsiteX17" fmla="*/ 160628 w 533400"/>
                        <a:gd name="connsiteY17" fmla="*/ 255891 h 400050"/>
                        <a:gd name="connsiteX18" fmla="*/ 120623 w 533400"/>
                        <a:gd name="connsiteY18" fmla="*/ 259701 h 400050"/>
                        <a:gd name="connsiteX19" fmla="*/ 120623 w 533400"/>
                        <a:gd name="connsiteY19" fmla="*/ 259701 h 400050"/>
                        <a:gd name="connsiteX20" fmla="*/ 32993 w 533400"/>
                        <a:gd name="connsiteY20" fmla="*/ 366381 h 400050"/>
                        <a:gd name="connsiteX21" fmla="*/ 31088 w 533400"/>
                        <a:gd name="connsiteY21" fmla="*/ 372096 h 400050"/>
                        <a:gd name="connsiteX22" fmla="*/ 40613 w 533400"/>
                        <a:gd name="connsiteY22" fmla="*/ 381621 h 400050"/>
                        <a:gd name="connsiteX23" fmla="*/ 40613 w 533400"/>
                        <a:gd name="connsiteY23" fmla="*/ 381621 h 400050"/>
                        <a:gd name="connsiteX24" fmla="*/ 497813 w 533400"/>
                        <a:gd name="connsiteY24" fmla="*/ 381621 h 400050"/>
                        <a:gd name="connsiteX25" fmla="*/ 503528 w 533400"/>
                        <a:gd name="connsiteY25" fmla="*/ 379716 h 400050"/>
                        <a:gd name="connsiteX26" fmla="*/ 506386 w 533400"/>
                        <a:gd name="connsiteY26" fmla="*/ 366381 h 400050"/>
                        <a:gd name="connsiteX27" fmla="*/ 506386 w 533400"/>
                        <a:gd name="connsiteY27" fmla="*/ 366381 h 400050"/>
                        <a:gd name="connsiteX28" fmla="*/ 398753 w 533400"/>
                        <a:gd name="connsiteY28" fmla="*/ 205409 h 400050"/>
                        <a:gd name="connsiteX29" fmla="*/ 391133 w 533400"/>
                        <a:gd name="connsiteY29" fmla="*/ 198741 h 400050"/>
                        <a:gd name="connsiteX30" fmla="*/ 95858 w 533400"/>
                        <a:gd name="connsiteY30" fmla="*/ 57771 h 400050"/>
                        <a:gd name="connsiteX31" fmla="*/ 57758 w 533400"/>
                        <a:gd name="connsiteY31" fmla="*/ 95871 h 400050"/>
                        <a:gd name="connsiteX32" fmla="*/ 95858 w 533400"/>
                        <a:gd name="connsiteY32" fmla="*/ 133971 h 400050"/>
                        <a:gd name="connsiteX33" fmla="*/ 133958 w 533400"/>
                        <a:gd name="connsiteY33" fmla="*/ 95871 h 400050"/>
                        <a:gd name="connsiteX34" fmla="*/ 95858 w 533400"/>
                        <a:gd name="connsiteY34" fmla="*/ 57771 h 4000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533400" h="400050">
                          <a:moveTo>
                            <a:pt x="505433" y="621"/>
                          </a:moveTo>
                          <a:cubicBezTo>
                            <a:pt x="521626" y="621"/>
                            <a:pt x="534008" y="13004"/>
                            <a:pt x="534008" y="29196"/>
                          </a:cubicBezTo>
                          <a:lnTo>
                            <a:pt x="534008" y="372096"/>
                          </a:lnTo>
                          <a:cubicBezTo>
                            <a:pt x="534008" y="388289"/>
                            <a:pt x="521626" y="400671"/>
                            <a:pt x="505433" y="400671"/>
                          </a:cubicBezTo>
                          <a:lnTo>
                            <a:pt x="29183" y="400671"/>
                          </a:lnTo>
                          <a:cubicBezTo>
                            <a:pt x="12990" y="400671"/>
                            <a:pt x="608" y="388289"/>
                            <a:pt x="608" y="372096"/>
                          </a:cubicBezTo>
                          <a:lnTo>
                            <a:pt x="608" y="29196"/>
                          </a:lnTo>
                          <a:cubicBezTo>
                            <a:pt x="608" y="13004"/>
                            <a:pt x="12990" y="621"/>
                            <a:pt x="29183" y="621"/>
                          </a:cubicBezTo>
                          <a:lnTo>
                            <a:pt x="505433" y="621"/>
                          </a:lnTo>
                          <a:close/>
                          <a:moveTo>
                            <a:pt x="391133" y="198741"/>
                          </a:moveTo>
                          <a:cubicBezTo>
                            <a:pt x="378751" y="189216"/>
                            <a:pt x="360653" y="192074"/>
                            <a:pt x="351128" y="204456"/>
                          </a:cubicBezTo>
                          <a:lnTo>
                            <a:pt x="351128" y="204456"/>
                          </a:lnTo>
                          <a:lnTo>
                            <a:pt x="267308" y="315899"/>
                          </a:lnTo>
                          <a:cubicBezTo>
                            <a:pt x="266355" y="316851"/>
                            <a:pt x="265403" y="317804"/>
                            <a:pt x="264451" y="318756"/>
                          </a:cubicBezTo>
                          <a:cubicBezTo>
                            <a:pt x="253021" y="330186"/>
                            <a:pt x="234923" y="330186"/>
                            <a:pt x="224446" y="318756"/>
                          </a:cubicBezTo>
                          <a:lnTo>
                            <a:pt x="224446" y="318756"/>
                          </a:lnTo>
                          <a:lnTo>
                            <a:pt x="162533" y="257796"/>
                          </a:lnTo>
                          <a:cubicBezTo>
                            <a:pt x="161580" y="256844"/>
                            <a:pt x="161580" y="256844"/>
                            <a:pt x="160628" y="255891"/>
                          </a:cubicBezTo>
                          <a:cubicBezTo>
                            <a:pt x="148246" y="245414"/>
                            <a:pt x="130148" y="247319"/>
                            <a:pt x="120623" y="259701"/>
                          </a:cubicBezTo>
                          <a:lnTo>
                            <a:pt x="120623" y="259701"/>
                          </a:lnTo>
                          <a:lnTo>
                            <a:pt x="32993" y="366381"/>
                          </a:lnTo>
                          <a:cubicBezTo>
                            <a:pt x="32040" y="368286"/>
                            <a:pt x="31088" y="370191"/>
                            <a:pt x="31088" y="372096"/>
                          </a:cubicBezTo>
                          <a:cubicBezTo>
                            <a:pt x="31088" y="377811"/>
                            <a:pt x="34898" y="381621"/>
                            <a:pt x="40613" y="381621"/>
                          </a:cubicBezTo>
                          <a:lnTo>
                            <a:pt x="40613" y="381621"/>
                          </a:lnTo>
                          <a:lnTo>
                            <a:pt x="497813" y="381621"/>
                          </a:lnTo>
                          <a:cubicBezTo>
                            <a:pt x="499718" y="381621"/>
                            <a:pt x="501623" y="380669"/>
                            <a:pt x="503528" y="379716"/>
                          </a:cubicBezTo>
                          <a:cubicBezTo>
                            <a:pt x="508290" y="376859"/>
                            <a:pt x="509243" y="371144"/>
                            <a:pt x="506386" y="366381"/>
                          </a:cubicBezTo>
                          <a:lnTo>
                            <a:pt x="506386" y="366381"/>
                          </a:lnTo>
                          <a:lnTo>
                            <a:pt x="398753" y="205409"/>
                          </a:lnTo>
                          <a:cubicBezTo>
                            <a:pt x="395896" y="202551"/>
                            <a:pt x="393990" y="200646"/>
                            <a:pt x="391133" y="198741"/>
                          </a:cubicBezTo>
                          <a:close/>
                          <a:moveTo>
                            <a:pt x="95858" y="57771"/>
                          </a:moveTo>
                          <a:cubicBezTo>
                            <a:pt x="74903" y="57771"/>
                            <a:pt x="57758" y="74916"/>
                            <a:pt x="57758" y="95871"/>
                          </a:cubicBezTo>
                          <a:cubicBezTo>
                            <a:pt x="57758" y="116826"/>
                            <a:pt x="74903" y="133971"/>
                            <a:pt x="95858" y="133971"/>
                          </a:cubicBezTo>
                          <a:cubicBezTo>
                            <a:pt x="116813" y="133971"/>
                            <a:pt x="133958" y="116826"/>
                            <a:pt x="133958" y="95871"/>
                          </a:cubicBezTo>
                          <a:cubicBezTo>
                            <a:pt x="133958" y="74916"/>
                            <a:pt x="116813" y="57771"/>
                            <a:pt x="95858" y="5777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l"/>
                      <a:endParaRPr/>
                    </a:p>
                  </p:txBody>
                </p:sp>
              </p:grpSp>
            </p:grpSp>
            <p:grpSp>
              <p:nvGrpSpPr>
                <p:cNvPr id="120" name="组合 119" descr="10d66117-cb83-40f8-a56e-032ae8e5885d">
                  <a:extLst>
                    <a:ext uri="{FF2B5EF4-FFF2-40B4-BE49-F238E27FC236}">
                      <a16:creationId xmlns:a16="http://schemas.microsoft.com/office/drawing/2014/main" id="{ECF8DFC0-58B5-F1BD-F178-1816410F8F54}"/>
                    </a:ext>
                  </a:extLst>
                </p:cNvPr>
                <p:cNvGrpSpPr/>
                <p:nvPr/>
              </p:nvGrpSpPr>
              <p:grpSpPr>
                <a:xfrm>
                  <a:off x="8789062" y="3621494"/>
                  <a:ext cx="2729834" cy="1533572"/>
                  <a:chOff x="2934120" y="4702127"/>
                  <a:chExt cx="2729834" cy="1533572"/>
                </a:xfrm>
              </p:grpSpPr>
              <p:sp>
                <p:nvSpPr>
                  <p:cNvPr id="121" name="Text3" descr="88ca87c4-47fb-4cd7-987d-e65e65834cca">
                    <a:extLst>
                      <a:ext uri="{FF2B5EF4-FFF2-40B4-BE49-F238E27FC236}">
                        <a16:creationId xmlns:a16="http://schemas.microsoft.com/office/drawing/2014/main" id="{FC1D2D8A-B573-A72A-0A5C-79FD00B34C90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5388660"/>
                    <a:ext cx="2729834" cy="84703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减少水分流失后，皮肤的紧实度得到提升，肌肤更加饱满。</a:t>
                    </a:r>
                  </a:p>
                </p:txBody>
              </p:sp>
              <p:sp>
                <p:nvSpPr>
                  <p:cNvPr id="122" name="Bullet3" descr="9114f11c-779c-4e89-80dd-27ff766cb0f7">
                    <a:extLst>
                      <a:ext uri="{FF2B5EF4-FFF2-40B4-BE49-F238E27FC236}">
                        <a16:creationId xmlns:a16="http://schemas.microsoft.com/office/drawing/2014/main" id="{A5EC60CD-13A0-095A-1379-C457D6627E38}"/>
                      </a:ext>
                    </a:extLst>
                  </p:cNvPr>
                  <p:cNvSpPr txBox="1"/>
                  <p:nvPr/>
                </p:nvSpPr>
                <p:spPr>
                  <a:xfrm>
                    <a:off x="2934120" y="4702127"/>
                    <a:ext cx="2729834" cy="646331"/>
                  </a:xfrm>
                  <a:prstGeom prst="rect">
                    <a:avLst/>
                  </a:prstGeom>
                  <a:noFill/>
                </p:spPr>
                <p:txBody>
                  <a:bodyPr wrap="square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/>
                      </a:rPr>
                      <a:t>提升皮肤紧实度</a:t>
                    </a:r>
                  </a:p>
                </p:txBody>
              </p:sp>
            </p:grpSp>
          </p:grpSp>
        </p:grpSp>
        <p:sp>
          <p:nvSpPr>
            <p:cNvPr id="17" name="Title" descr="be9436c8-673c-454a-bdf5-137bf3b89369">
              <a:extLst>
                <a:ext uri="{FF2B5EF4-FFF2-40B4-BE49-F238E27FC236}">
                  <a16:creationId xmlns:a16="http://schemas.microsoft.com/office/drawing/2014/main" id="{0C5D1AED-E22D-521A-5456-F1D2616697F9}"/>
                </a:ext>
              </a:extLst>
            </p:cNvPr>
            <p:cNvSpPr/>
            <p:nvPr/>
          </p:nvSpPr>
          <p:spPr>
            <a:xfrm>
              <a:off x="660400" y="1130300"/>
              <a:ext cx="6388100" cy="11591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l"/>
              <a:r>
                <a:rPr lang="en-US" sz="2800" b="1" i="0" u="none">
                  <a:solidFill>
                    <a:srgbClr val="000000"/>
                  </a:solidFill>
                  <a:ea typeface="微软雅黑"/>
                </a:rPr>
                <a:t>强化肌肤屏障，锁住水分</a:t>
              </a:r>
            </a:p>
          </p:txBody>
        </p: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修复保湿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41c9a65a-7883-4c2b-a8b9-445e13a7fbe7.source.2.zh-Hans.pptx" descr="46aa76d8-ab03-4358-9760-652af009d7cc">
            <a:extLst>
              <a:ext uri="{FF2B5EF4-FFF2-40B4-BE49-F238E27FC236}">
                <a16:creationId xmlns:a16="http://schemas.microsoft.com/office/drawing/2014/main" id="{0A9EB088-7DBD-B945-BC55-63D72CCFEFCC}"/>
              </a:ext>
            </a:extLst>
          </p:cNvPr>
          <p:cNvGrpSpPr/>
          <p:nvPr/>
        </p:nvGrpSpPr>
        <p:grpSpPr>
          <a:xfrm>
            <a:off x="660400" y="1130300"/>
            <a:ext cx="10858500" cy="4748850"/>
            <a:chOff x="660400" y="1130300"/>
            <a:chExt cx="10858500" cy="4748850"/>
          </a:xfrm>
        </p:grpSpPr>
        <p:sp>
          <p:nvSpPr>
            <p:cNvPr id="24" name="Title" descr="0f63e9e4-ded1-4450-91a2-c574e202313c">
              <a:extLst>
                <a:ext uri="{FF2B5EF4-FFF2-40B4-BE49-F238E27FC236}">
                  <a16:creationId xmlns:a16="http://schemas.microsoft.com/office/drawing/2014/main" id="{92B3A2F6-4D98-C11F-488F-51337C9CE7B6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塑造紧致年轻的肌肤</a:t>
              </a:r>
            </a:p>
          </p:txBody>
        </p:sp>
        <p:sp>
          <p:nvSpPr>
            <p:cNvPr id="142" name="任意多边形: 形状 141" descr="15e92dab-af06-4d2d-b977-8dc4eaacb1c1">
              <a:extLst>
                <a:ext uri="{FF2B5EF4-FFF2-40B4-BE49-F238E27FC236}">
                  <a16:creationId xmlns:a16="http://schemas.microsoft.com/office/drawing/2014/main" id="{568E7AFF-0A4B-5128-8199-4B82D90E859E}"/>
                </a:ext>
              </a:extLst>
            </p:cNvPr>
            <p:cNvSpPr/>
            <p:nvPr/>
          </p:nvSpPr>
          <p:spPr>
            <a:xfrm>
              <a:off x="3785156" y="2202837"/>
              <a:ext cx="4596872" cy="3474699"/>
            </a:xfrm>
            <a:custGeom>
              <a:avLst/>
              <a:gdLst>
                <a:gd name="connsiteX0" fmla="*/ 3847556 w 7674885"/>
                <a:gd name="connsiteY0" fmla="*/ 5761221 h 5801321"/>
                <a:gd name="connsiteX1" fmla="*/ 6499697 w 7674885"/>
                <a:gd name="connsiteY1" fmla="*/ 5801322 h 5801321"/>
                <a:gd name="connsiteX2" fmla="*/ 7026620 w 7674885"/>
                <a:gd name="connsiteY2" fmla="*/ 1659851 h 5801321"/>
                <a:gd name="connsiteX3" fmla="*/ 3148041 w 7674885"/>
                <a:gd name="connsiteY3" fmla="*/ 778979 h 5801321"/>
                <a:gd name="connsiteX4" fmla="*/ 201386 w 7674885"/>
                <a:gd name="connsiteY4" fmla="*/ 3174898 h 5801321"/>
                <a:gd name="connsiteX5" fmla="*/ 1195415 w 7674885"/>
                <a:gd name="connsiteY5" fmla="*/ 5801226 h 5801321"/>
                <a:gd name="connsiteX6" fmla="*/ 3847556 w 7674885"/>
                <a:gd name="connsiteY6" fmla="*/ 5761126 h 5801321"/>
                <a:gd name="connsiteX7" fmla="*/ 3847556 w 7674885"/>
                <a:gd name="connsiteY7" fmla="*/ 5761126 h 5801321"/>
                <a:gd name="connsiteX8" fmla="*/ 2280694 w 7674885"/>
                <a:gd name="connsiteY8" fmla="*/ 1411630 h 5801321"/>
                <a:gd name="connsiteX9" fmla="*/ 814511 w 7674885"/>
                <a:gd name="connsiteY9" fmla="*/ 1659566 h 5801321"/>
                <a:gd name="connsiteX10" fmla="*/ 1311239 w 7674885"/>
                <a:gd name="connsiteY10" fmla="*/ 470084 h 5801321"/>
                <a:gd name="connsiteX11" fmla="*/ 2701318 w 7674885"/>
                <a:gd name="connsiteY11" fmla="*/ 128327 h 5801321"/>
                <a:gd name="connsiteX12" fmla="*/ 2280694 w 7674885"/>
                <a:gd name="connsiteY12" fmla="*/ 1411630 h 580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74885" h="5801321">
                  <a:moveTo>
                    <a:pt x="3847556" y="5761221"/>
                  </a:moveTo>
                  <a:cubicBezTo>
                    <a:pt x="4848063" y="5761221"/>
                    <a:pt x="5768940" y="5776175"/>
                    <a:pt x="6499697" y="5801322"/>
                  </a:cubicBezTo>
                  <a:cubicBezTo>
                    <a:pt x="8288016" y="4779099"/>
                    <a:pt x="7668701" y="2786754"/>
                    <a:pt x="7026620" y="1659851"/>
                  </a:cubicBezTo>
                  <a:cubicBezTo>
                    <a:pt x="6132985" y="91274"/>
                    <a:pt x="4021483" y="-472510"/>
                    <a:pt x="3148041" y="778979"/>
                  </a:cubicBezTo>
                  <a:cubicBezTo>
                    <a:pt x="1962559" y="2477573"/>
                    <a:pt x="818892" y="1884832"/>
                    <a:pt x="201386" y="3174898"/>
                  </a:cubicBezTo>
                  <a:cubicBezTo>
                    <a:pt x="-416119" y="4464869"/>
                    <a:pt x="521712" y="5701595"/>
                    <a:pt x="1195415" y="5801226"/>
                  </a:cubicBezTo>
                  <a:cubicBezTo>
                    <a:pt x="1926173" y="5776080"/>
                    <a:pt x="2846955" y="5761126"/>
                    <a:pt x="3847556" y="5761126"/>
                  </a:cubicBezTo>
                  <a:lnTo>
                    <a:pt x="3847556" y="5761126"/>
                  </a:lnTo>
                  <a:close/>
                  <a:moveTo>
                    <a:pt x="2280694" y="1411630"/>
                  </a:moveTo>
                  <a:cubicBezTo>
                    <a:pt x="1822922" y="1759959"/>
                    <a:pt x="1065875" y="2029898"/>
                    <a:pt x="814511" y="1659566"/>
                  </a:cubicBezTo>
                  <a:cubicBezTo>
                    <a:pt x="626678" y="1382864"/>
                    <a:pt x="858135" y="863752"/>
                    <a:pt x="1311239" y="470084"/>
                  </a:cubicBezTo>
                  <a:cubicBezTo>
                    <a:pt x="1763963" y="76796"/>
                    <a:pt x="2370705" y="-161329"/>
                    <a:pt x="2701318" y="128327"/>
                  </a:cubicBezTo>
                  <a:cubicBezTo>
                    <a:pt x="3093748" y="472084"/>
                    <a:pt x="2633214" y="1143311"/>
                    <a:pt x="2280694" y="1411630"/>
                  </a:cubicBezTo>
                  <a:close/>
                </a:path>
              </a:pathLst>
            </a:custGeom>
            <a:solidFill>
              <a:srgbClr val="EAEFF8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3" name="任意多边形: 形状 142" descr="4a4cf1c3-86e3-4004-88fe-386775f7276f">
              <a:extLst>
                <a:ext uri="{FF2B5EF4-FFF2-40B4-BE49-F238E27FC236}">
                  <a16:creationId xmlns:a16="http://schemas.microsoft.com/office/drawing/2014/main" id="{AB106112-5B0D-0E4F-4694-7CF7DD773779}"/>
                </a:ext>
              </a:extLst>
            </p:cNvPr>
            <p:cNvSpPr/>
            <p:nvPr/>
          </p:nvSpPr>
          <p:spPr>
            <a:xfrm>
              <a:off x="3513216" y="5653461"/>
              <a:ext cx="5152868" cy="225689"/>
            </a:xfrm>
            <a:custGeom>
              <a:avLst/>
              <a:gdLst>
                <a:gd name="connsiteX0" fmla="*/ 4301585 w 8603170"/>
                <a:gd name="connsiteY0" fmla="*/ 0 h 376808"/>
                <a:gd name="connsiteX1" fmla="*/ 8603170 w 8603170"/>
                <a:gd name="connsiteY1" fmla="*/ 188404 h 376808"/>
                <a:gd name="connsiteX2" fmla="*/ 4301585 w 8603170"/>
                <a:gd name="connsiteY2" fmla="*/ 376809 h 376808"/>
                <a:gd name="connsiteX3" fmla="*/ 0 w 8603170"/>
                <a:gd name="connsiteY3" fmla="*/ 188404 h 376808"/>
                <a:gd name="connsiteX4" fmla="*/ 4301585 w 8603170"/>
                <a:gd name="connsiteY4" fmla="*/ 0 h 37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3170" h="376808">
                  <a:moveTo>
                    <a:pt x="4301585" y="0"/>
                  </a:moveTo>
                  <a:cubicBezTo>
                    <a:pt x="6677216" y="0"/>
                    <a:pt x="8603170" y="84391"/>
                    <a:pt x="8603170" y="188404"/>
                  </a:cubicBezTo>
                  <a:cubicBezTo>
                    <a:pt x="8603170" y="292417"/>
                    <a:pt x="6677216" y="376809"/>
                    <a:pt x="4301585" y="376809"/>
                  </a:cubicBezTo>
                  <a:cubicBezTo>
                    <a:pt x="1925955" y="376809"/>
                    <a:pt x="0" y="292512"/>
                    <a:pt x="0" y="188404"/>
                  </a:cubicBezTo>
                  <a:cubicBezTo>
                    <a:pt x="0" y="84296"/>
                    <a:pt x="1925860" y="0"/>
                    <a:pt x="4301585" y="0"/>
                  </a:cubicBezTo>
                  <a:close/>
                </a:path>
              </a:pathLst>
            </a:custGeom>
            <a:solidFill>
              <a:srgbClr val="D2DFEE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4" name="任意多边形: 形状 143" descr="9c26cbc3-8f6f-43ec-8607-2725dbc6e34c">
              <a:extLst>
                <a:ext uri="{FF2B5EF4-FFF2-40B4-BE49-F238E27FC236}">
                  <a16:creationId xmlns:a16="http://schemas.microsoft.com/office/drawing/2014/main" id="{2FB0D778-59E3-BF98-EBF0-2D7145C43AD1}"/>
                </a:ext>
              </a:extLst>
            </p:cNvPr>
            <p:cNvSpPr/>
            <p:nvPr/>
          </p:nvSpPr>
          <p:spPr>
            <a:xfrm>
              <a:off x="5139624" y="2299028"/>
              <a:ext cx="2877475" cy="1288391"/>
            </a:xfrm>
            <a:custGeom>
              <a:avLst/>
              <a:gdLst>
                <a:gd name="connsiteX0" fmla="*/ 2973373 w 4804199"/>
                <a:gd name="connsiteY0" fmla="*/ 400067 h 2151084"/>
                <a:gd name="connsiteX1" fmla="*/ 4798363 w 4804199"/>
                <a:gd name="connsiteY1" fmla="*/ 2104470 h 2151084"/>
                <a:gd name="connsiteX2" fmla="*/ 4226863 w 4804199"/>
                <a:gd name="connsiteY2" fmla="*/ 1425052 h 2151084"/>
                <a:gd name="connsiteX3" fmla="*/ 2772968 w 4804199"/>
                <a:gd name="connsiteY3" fmla="*/ 938229 h 2151084"/>
                <a:gd name="connsiteX4" fmla="*/ 1960580 w 4804199"/>
                <a:gd name="connsiteY4" fmla="*/ 610188 h 2151084"/>
                <a:gd name="connsiteX5" fmla="*/ 2973278 w 4804199"/>
                <a:gd name="connsiteY5" fmla="*/ 400067 h 2151084"/>
                <a:gd name="connsiteX6" fmla="*/ 2973278 w 4804199"/>
                <a:gd name="connsiteY6" fmla="*/ 400067 h 2151084"/>
                <a:gd name="connsiteX7" fmla="*/ 164070 w 4804199"/>
                <a:gd name="connsiteY7" fmla="*/ 493 h 2151084"/>
                <a:gd name="connsiteX8" fmla="*/ 469346 w 4804199"/>
                <a:gd name="connsiteY8" fmla="*/ 338630 h 2151084"/>
                <a:gd name="connsiteX9" fmla="*/ 209123 w 4804199"/>
                <a:gd name="connsiteY9" fmla="*/ 191183 h 2151084"/>
                <a:gd name="connsiteX10" fmla="*/ 17290 w 4804199"/>
                <a:gd name="connsiteY10" fmla="*/ 159370 h 2151084"/>
                <a:gd name="connsiteX11" fmla="*/ 164070 w 4804199"/>
                <a:gd name="connsiteY11" fmla="*/ 493 h 215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04199" h="2151084">
                  <a:moveTo>
                    <a:pt x="2973373" y="400067"/>
                  </a:moveTo>
                  <a:cubicBezTo>
                    <a:pt x="4047698" y="639430"/>
                    <a:pt x="4731403" y="1627458"/>
                    <a:pt x="4798363" y="2104470"/>
                  </a:cubicBezTo>
                  <a:cubicBezTo>
                    <a:pt x="4825891" y="2300209"/>
                    <a:pt x="4774932" y="1842152"/>
                    <a:pt x="4226863" y="1425052"/>
                  </a:cubicBezTo>
                  <a:cubicBezTo>
                    <a:pt x="3737088" y="1052339"/>
                    <a:pt x="3355707" y="983187"/>
                    <a:pt x="2772968" y="938229"/>
                  </a:cubicBezTo>
                  <a:cubicBezTo>
                    <a:pt x="2361202" y="906416"/>
                    <a:pt x="1929910" y="855838"/>
                    <a:pt x="1960580" y="610188"/>
                  </a:cubicBezTo>
                  <a:cubicBezTo>
                    <a:pt x="1984774" y="416164"/>
                    <a:pt x="2279668" y="245571"/>
                    <a:pt x="2973278" y="400067"/>
                  </a:cubicBezTo>
                  <a:lnTo>
                    <a:pt x="2973278" y="400067"/>
                  </a:lnTo>
                  <a:close/>
                  <a:moveTo>
                    <a:pt x="164070" y="493"/>
                  </a:moveTo>
                  <a:cubicBezTo>
                    <a:pt x="349045" y="11637"/>
                    <a:pt x="461631" y="163561"/>
                    <a:pt x="469346" y="338630"/>
                  </a:cubicBezTo>
                  <a:cubicBezTo>
                    <a:pt x="472680" y="413211"/>
                    <a:pt x="414101" y="218330"/>
                    <a:pt x="209123" y="191183"/>
                  </a:cubicBezTo>
                  <a:cubicBezTo>
                    <a:pt x="81964" y="174419"/>
                    <a:pt x="62819" y="211853"/>
                    <a:pt x="17290" y="159370"/>
                  </a:cubicBezTo>
                  <a:cubicBezTo>
                    <a:pt x="-28335" y="106887"/>
                    <a:pt x="14908" y="-8461"/>
                    <a:pt x="164070" y="493"/>
                  </a:cubicBezTo>
                  <a:close/>
                </a:path>
              </a:pathLst>
            </a:custGeom>
            <a:solidFill>
              <a:srgbClr val="EAEFF8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5" name="任意多边形: 形状 144" descr="41ff2811-53af-41d4-a067-3a463043a7de">
              <a:extLst>
                <a:ext uri="{FF2B5EF4-FFF2-40B4-BE49-F238E27FC236}">
                  <a16:creationId xmlns:a16="http://schemas.microsoft.com/office/drawing/2014/main" id="{16C8608E-2292-BC55-2340-7339E61300C9}"/>
                </a:ext>
              </a:extLst>
            </p:cNvPr>
            <p:cNvSpPr/>
            <p:nvPr/>
          </p:nvSpPr>
          <p:spPr>
            <a:xfrm>
              <a:off x="3881366" y="4590932"/>
              <a:ext cx="588874" cy="1106343"/>
            </a:xfrm>
            <a:custGeom>
              <a:avLst/>
              <a:gdLst>
                <a:gd name="connsiteX0" fmla="*/ 916008 w 983177"/>
                <a:gd name="connsiteY0" fmla="*/ 1339934 h 1847139"/>
                <a:gd name="connsiteX1" fmla="*/ 777609 w 983177"/>
                <a:gd name="connsiteY1" fmla="*/ 1151815 h 1847139"/>
                <a:gd name="connsiteX2" fmla="*/ 793326 w 983177"/>
                <a:gd name="connsiteY2" fmla="*/ 876066 h 1847139"/>
                <a:gd name="connsiteX3" fmla="*/ 605207 w 983177"/>
                <a:gd name="connsiteY3" fmla="*/ 585648 h 1847139"/>
                <a:gd name="connsiteX4" fmla="*/ 568345 w 983177"/>
                <a:gd name="connsiteY4" fmla="*/ 340665 h 1847139"/>
                <a:gd name="connsiteX5" fmla="*/ 231065 w 983177"/>
                <a:gd name="connsiteY5" fmla="*/ 9672 h 1847139"/>
                <a:gd name="connsiteX6" fmla="*/ 104859 w 983177"/>
                <a:gd name="connsiteY6" fmla="*/ 379909 h 1847139"/>
                <a:gd name="connsiteX7" fmla="*/ 89904 w 983177"/>
                <a:gd name="connsiteY7" fmla="*/ 583934 h 1847139"/>
                <a:gd name="connsiteX8" fmla="*/ 9132 w 983177"/>
                <a:gd name="connsiteY8" fmla="*/ 922453 h 1847139"/>
                <a:gd name="connsiteX9" fmla="*/ 125242 w 983177"/>
                <a:gd name="connsiteY9" fmla="*/ 1107714 h 1847139"/>
                <a:gd name="connsiteX10" fmla="*/ 106287 w 983177"/>
                <a:gd name="connsiteY10" fmla="*/ 1352697 h 1847139"/>
                <a:gd name="connsiteX11" fmla="*/ 243638 w 983177"/>
                <a:gd name="connsiteY11" fmla="*/ 1811421 h 1847139"/>
                <a:gd name="connsiteX12" fmla="*/ 285643 w 983177"/>
                <a:gd name="connsiteY12" fmla="*/ 1847140 h 1847139"/>
                <a:gd name="connsiteX13" fmla="*/ 875622 w 983177"/>
                <a:gd name="connsiteY13" fmla="*/ 1819898 h 1847139"/>
                <a:gd name="connsiteX14" fmla="*/ 877241 w 983177"/>
                <a:gd name="connsiteY14" fmla="*/ 1818183 h 1847139"/>
                <a:gd name="connsiteX15" fmla="*/ 916008 w 983177"/>
                <a:gd name="connsiteY15" fmla="*/ 1340029 h 18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3177" h="1847139">
                  <a:moveTo>
                    <a:pt x="916008" y="1339934"/>
                  </a:moveTo>
                  <a:cubicBezTo>
                    <a:pt x="866954" y="1278497"/>
                    <a:pt x="797898" y="1227729"/>
                    <a:pt x="777609" y="1151815"/>
                  </a:cubicBezTo>
                  <a:cubicBezTo>
                    <a:pt x="753702" y="1062184"/>
                    <a:pt x="806375" y="967887"/>
                    <a:pt x="793326" y="876066"/>
                  </a:cubicBezTo>
                  <a:cubicBezTo>
                    <a:pt x="777038" y="760432"/>
                    <a:pt x="665595" y="685471"/>
                    <a:pt x="605207" y="585648"/>
                  </a:cubicBezTo>
                  <a:cubicBezTo>
                    <a:pt x="546057" y="487827"/>
                    <a:pt x="573774" y="454965"/>
                    <a:pt x="568345" y="340665"/>
                  </a:cubicBezTo>
                  <a:cubicBezTo>
                    <a:pt x="560249" y="168549"/>
                    <a:pt x="419088" y="-48621"/>
                    <a:pt x="231065" y="9672"/>
                  </a:cubicBezTo>
                  <a:cubicBezTo>
                    <a:pt x="40089" y="68917"/>
                    <a:pt x="71331" y="246368"/>
                    <a:pt x="104859" y="379909"/>
                  </a:cubicBezTo>
                  <a:cubicBezTo>
                    <a:pt x="128862" y="474968"/>
                    <a:pt x="113145" y="488684"/>
                    <a:pt x="89904" y="583934"/>
                  </a:cubicBezTo>
                  <a:cubicBezTo>
                    <a:pt x="61806" y="698996"/>
                    <a:pt x="-28777" y="810153"/>
                    <a:pt x="9132" y="922453"/>
                  </a:cubicBezTo>
                  <a:cubicBezTo>
                    <a:pt x="32564" y="991890"/>
                    <a:pt x="100572" y="1038753"/>
                    <a:pt x="125242" y="1107714"/>
                  </a:cubicBezTo>
                  <a:cubicBezTo>
                    <a:pt x="153150" y="1185914"/>
                    <a:pt x="119337" y="1270687"/>
                    <a:pt x="106287" y="1352697"/>
                  </a:cubicBezTo>
                  <a:cubicBezTo>
                    <a:pt x="78855" y="1525290"/>
                    <a:pt x="118194" y="1668927"/>
                    <a:pt x="243638" y="1811421"/>
                  </a:cubicBezTo>
                  <a:cubicBezTo>
                    <a:pt x="257068" y="1824184"/>
                    <a:pt x="271070" y="1836090"/>
                    <a:pt x="285643" y="1847140"/>
                  </a:cubicBezTo>
                  <a:cubicBezTo>
                    <a:pt x="461284" y="1837233"/>
                    <a:pt x="659023" y="1828090"/>
                    <a:pt x="875622" y="1819898"/>
                  </a:cubicBezTo>
                  <a:lnTo>
                    <a:pt x="877241" y="1818183"/>
                  </a:lnTo>
                  <a:cubicBezTo>
                    <a:pt x="992017" y="1692930"/>
                    <a:pt x="1026212" y="1477855"/>
                    <a:pt x="916008" y="1340029"/>
                  </a:cubicBezTo>
                  <a:close/>
                </a:path>
              </a:pathLst>
            </a:custGeom>
            <a:solidFill>
              <a:srgbClr val="D2DFEE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6" name="任意多边形: 形状 145" descr="3e99142b-93f9-48a9-a811-0584e43d3714">
              <a:extLst>
                <a:ext uri="{FF2B5EF4-FFF2-40B4-BE49-F238E27FC236}">
                  <a16:creationId xmlns:a16="http://schemas.microsoft.com/office/drawing/2014/main" id="{2245117E-DBAF-223A-1EDD-A5A6BADE2F12}"/>
                </a:ext>
              </a:extLst>
            </p:cNvPr>
            <p:cNvSpPr/>
            <p:nvPr/>
          </p:nvSpPr>
          <p:spPr>
            <a:xfrm>
              <a:off x="3963981" y="4683984"/>
              <a:ext cx="341458" cy="1002109"/>
            </a:xfrm>
            <a:custGeom>
              <a:avLst/>
              <a:gdLst>
                <a:gd name="connsiteX0" fmla="*/ 179810 w 570094"/>
                <a:gd name="connsiteY0" fmla="*/ 9666 h 1673111"/>
                <a:gd name="connsiteX1" fmla="*/ 160379 w 570094"/>
                <a:gd name="connsiteY1" fmla="*/ 998 h 1673111"/>
                <a:gd name="connsiteX2" fmla="*/ 151616 w 570094"/>
                <a:gd name="connsiteY2" fmla="*/ 20429 h 1673111"/>
                <a:gd name="connsiteX3" fmla="*/ 189811 w 570094"/>
                <a:gd name="connsiteY3" fmla="*/ 142825 h 1673111"/>
                <a:gd name="connsiteX4" fmla="*/ 176381 w 570094"/>
                <a:gd name="connsiteY4" fmla="*/ 131395 h 1673111"/>
                <a:gd name="connsiteX5" fmla="*/ 106658 w 570094"/>
                <a:gd name="connsiteY5" fmla="*/ 88247 h 1673111"/>
                <a:gd name="connsiteX6" fmla="*/ 86560 w 570094"/>
                <a:gd name="connsiteY6" fmla="*/ 95391 h 1673111"/>
                <a:gd name="connsiteX7" fmla="*/ 93704 w 570094"/>
                <a:gd name="connsiteY7" fmla="*/ 115488 h 1673111"/>
                <a:gd name="connsiteX8" fmla="*/ 157522 w 570094"/>
                <a:gd name="connsiteY8" fmla="*/ 154922 h 1673111"/>
                <a:gd name="connsiteX9" fmla="*/ 203432 w 570094"/>
                <a:gd name="connsiteY9" fmla="*/ 202451 h 1673111"/>
                <a:gd name="connsiteX10" fmla="*/ 246676 w 570094"/>
                <a:gd name="connsiteY10" fmla="*/ 497917 h 1673111"/>
                <a:gd name="connsiteX11" fmla="*/ 190669 w 570094"/>
                <a:gd name="connsiteY11" fmla="*/ 424765 h 1673111"/>
                <a:gd name="connsiteX12" fmla="*/ 76273 w 570094"/>
                <a:gd name="connsiteY12" fmla="*/ 337516 h 1673111"/>
                <a:gd name="connsiteX13" fmla="*/ 56080 w 570094"/>
                <a:gd name="connsiteY13" fmla="*/ 344279 h 1673111"/>
                <a:gd name="connsiteX14" fmla="*/ 62938 w 570094"/>
                <a:gd name="connsiteY14" fmla="*/ 364472 h 1673111"/>
                <a:gd name="connsiteX15" fmla="*/ 168475 w 570094"/>
                <a:gd name="connsiteY15" fmla="*/ 445244 h 1673111"/>
                <a:gd name="connsiteX16" fmla="*/ 254486 w 570094"/>
                <a:gd name="connsiteY16" fmla="*/ 572307 h 1673111"/>
                <a:gd name="connsiteX17" fmla="*/ 257439 w 570094"/>
                <a:gd name="connsiteY17" fmla="*/ 600596 h 1673111"/>
                <a:gd name="connsiteX18" fmla="*/ 278203 w 570094"/>
                <a:gd name="connsiteY18" fmla="*/ 791858 h 1673111"/>
                <a:gd name="connsiteX19" fmla="*/ 278394 w 570094"/>
                <a:gd name="connsiteY19" fmla="*/ 793763 h 1673111"/>
                <a:gd name="connsiteX20" fmla="*/ 308017 w 570094"/>
                <a:gd name="connsiteY20" fmla="*/ 1002170 h 1673111"/>
                <a:gd name="connsiteX21" fmla="*/ 202765 w 570094"/>
                <a:gd name="connsiteY21" fmla="*/ 868630 h 1673111"/>
                <a:gd name="connsiteX22" fmla="*/ 21695 w 570094"/>
                <a:gd name="connsiteY22" fmla="*/ 736137 h 1673111"/>
                <a:gd name="connsiteX23" fmla="*/ 1502 w 570094"/>
                <a:gd name="connsiteY23" fmla="*/ 743186 h 1673111"/>
                <a:gd name="connsiteX24" fmla="*/ 8551 w 570094"/>
                <a:gd name="connsiteY24" fmla="*/ 763283 h 1673111"/>
                <a:gd name="connsiteX25" fmla="*/ 181144 w 570094"/>
                <a:gd name="connsiteY25" fmla="*/ 889585 h 1673111"/>
                <a:gd name="connsiteX26" fmla="*/ 323638 w 570094"/>
                <a:gd name="connsiteY26" fmla="*/ 1087324 h 1673111"/>
                <a:gd name="connsiteX27" fmla="*/ 397266 w 570094"/>
                <a:gd name="connsiteY27" fmla="*/ 1372979 h 1673111"/>
                <a:gd name="connsiteX28" fmla="*/ 397266 w 570094"/>
                <a:gd name="connsiteY28" fmla="*/ 1372979 h 1673111"/>
                <a:gd name="connsiteX29" fmla="*/ 397361 w 570094"/>
                <a:gd name="connsiteY29" fmla="*/ 1373360 h 1673111"/>
                <a:gd name="connsiteX30" fmla="*/ 397361 w 570094"/>
                <a:gd name="connsiteY30" fmla="*/ 1373360 h 1673111"/>
                <a:gd name="connsiteX31" fmla="*/ 449463 w 570094"/>
                <a:gd name="connsiteY31" fmla="*/ 1516044 h 1673111"/>
                <a:gd name="connsiteX32" fmla="*/ 304111 w 570094"/>
                <a:gd name="connsiteY32" fmla="*/ 1414413 h 1673111"/>
                <a:gd name="connsiteX33" fmla="*/ 73892 w 570094"/>
                <a:gd name="connsiteY33" fmla="*/ 1326211 h 1673111"/>
                <a:gd name="connsiteX34" fmla="*/ 55699 w 570094"/>
                <a:gd name="connsiteY34" fmla="*/ 1337546 h 1673111"/>
                <a:gd name="connsiteX35" fmla="*/ 67034 w 570094"/>
                <a:gd name="connsiteY35" fmla="*/ 1355643 h 1673111"/>
                <a:gd name="connsiteX36" fmla="*/ 289443 w 570094"/>
                <a:gd name="connsiteY36" fmla="*/ 1440701 h 1673111"/>
                <a:gd name="connsiteX37" fmla="*/ 478609 w 570094"/>
                <a:gd name="connsiteY37" fmla="*/ 1583862 h 1673111"/>
                <a:gd name="connsiteX38" fmla="*/ 521472 w 570094"/>
                <a:gd name="connsiteY38" fmla="*/ 1673111 h 1673111"/>
                <a:gd name="connsiteX39" fmla="*/ 554619 w 570094"/>
                <a:gd name="connsiteY39" fmla="*/ 1671682 h 1673111"/>
                <a:gd name="connsiteX40" fmla="*/ 426412 w 570094"/>
                <a:gd name="connsiteY40" fmla="*/ 1365263 h 1673111"/>
                <a:gd name="connsiteX41" fmla="*/ 452606 w 570094"/>
                <a:gd name="connsiteY41" fmla="*/ 1144569 h 1673111"/>
                <a:gd name="connsiteX42" fmla="*/ 567287 w 570094"/>
                <a:gd name="connsiteY42" fmla="*/ 920446 h 1673111"/>
                <a:gd name="connsiteX43" fmla="*/ 563763 w 570094"/>
                <a:gd name="connsiteY43" fmla="*/ 899396 h 1673111"/>
                <a:gd name="connsiteX44" fmla="*/ 542713 w 570094"/>
                <a:gd name="connsiteY44" fmla="*/ 903015 h 1673111"/>
                <a:gd name="connsiteX45" fmla="*/ 423841 w 570094"/>
                <a:gd name="connsiteY45" fmla="*/ 1135425 h 1673111"/>
                <a:gd name="connsiteX46" fmla="*/ 396980 w 570094"/>
                <a:gd name="connsiteY46" fmla="*/ 1267632 h 1673111"/>
                <a:gd name="connsiteX47" fmla="*/ 308302 w 570094"/>
                <a:gd name="connsiteY47" fmla="*/ 791954 h 1673111"/>
                <a:gd name="connsiteX48" fmla="*/ 367643 w 570094"/>
                <a:gd name="connsiteY48" fmla="*/ 627933 h 1673111"/>
                <a:gd name="connsiteX49" fmla="*/ 438414 w 570094"/>
                <a:gd name="connsiteY49" fmla="*/ 525063 h 1673111"/>
                <a:gd name="connsiteX50" fmla="*/ 438985 w 570094"/>
                <a:gd name="connsiteY50" fmla="*/ 503727 h 1673111"/>
                <a:gd name="connsiteX51" fmla="*/ 417745 w 570094"/>
                <a:gd name="connsiteY51" fmla="*/ 503156 h 1673111"/>
                <a:gd name="connsiteX52" fmla="*/ 340497 w 570094"/>
                <a:gd name="connsiteY52" fmla="*/ 614789 h 1673111"/>
                <a:gd name="connsiteX53" fmla="*/ 299635 w 570094"/>
                <a:gd name="connsiteY53" fmla="*/ 716516 h 1673111"/>
                <a:gd name="connsiteX54" fmla="*/ 287062 w 570094"/>
                <a:gd name="connsiteY54" fmla="*/ 597453 h 1673111"/>
                <a:gd name="connsiteX55" fmla="*/ 283918 w 570094"/>
                <a:gd name="connsiteY55" fmla="*/ 567068 h 1673111"/>
                <a:gd name="connsiteX56" fmla="*/ 283728 w 570094"/>
                <a:gd name="connsiteY56" fmla="*/ 565449 h 1673111"/>
                <a:gd name="connsiteX57" fmla="*/ 179334 w 570094"/>
                <a:gd name="connsiteY57" fmla="*/ 9475 h 167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70094" h="1673111">
                  <a:moveTo>
                    <a:pt x="179810" y="9666"/>
                  </a:moveTo>
                  <a:cubicBezTo>
                    <a:pt x="176857" y="1855"/>
                    <a:pt x="168094" y="-1955"/>
                    <a:pt x="160379" y="998"/>
                  </a:cubicBezTo>
                  <a:cubicBezTo>
                    <a:pt x="152569" y="3950"/>
                    <a:pt x="148663" y="12713"/>
                    <a:pt x="151616" y="20429"/>
                  </a:cubicBezTo>
                  <a:cubicBezTo>
                    <a:pt x="166570" y="59481"/>
                    <a:pt x="179048" y="100248"/>
                    <a:pt x="189811" y="142825"/>
                  </a:cubicBezTo>
                  <a:cubicBezTo>
                    <a:pt x="185525" y="138920"/>
                    <a:pt x="181048" y="135110"/>
                    <a:pt x="176381" y="131395"/>
                  </a:cubicBezTo>
                  <a:cubicBezTo>
                    <a:pt x="155902" y="114917"/>
                    <a:pt x="132661" y="100534"/>
                    <a:pt x="106658" y="88247"/>
                  </a:cubicBezTo>
                  <a:cubicBezTo>
                    <a:pt x="99133" y="84722"/>
                    <a:pt x="90085" y="87961"/>
                    <a:pt x="86560" y="95391"/>
                  </a:cubicBezTo>
                  <a:cubicBezTo>
                    <a:pt x="83036" y="102915"/>
                    <a:pt x="86275" y="111964"/>
                    <a:pt x="93704" y="115488"/>
                  </a:cubicBezTo>
                  <a:cubicBezTo>
                    <a:pt x="117612" y="126823"/>
                    <a:pt x="138853" y="139967"/>
                    <a:pt x="157522" y="154922"/>
                  </a:cubicBezTo>
                  <a:cubicBezTo>
                    <a:pt x="175143" y="169114"/>
                    <a:pt x="190383" y="184926"/>
                    <a:pt x="203432" y="202451"/>
                  </a:cubicBezTo>
                  <a:cubicBezTo>
                    <a:pt x="222673" y="294558"/>
                    <a:pt x="235341" y="393523"/>
                    <a:pt x="246676" y="497917"/>
                  </a:cubicBezTo>
                  <a:cubicBezTo>
                    <a:pt x="229245" y="470771"/>
                    <a:pt x="210576" y="446387"/>
                    <a:pt x="190669" y="424765"/>
                  </a:cubicBezTo>
                  <a:cubicBezTo>
                    <a:pt x="156188" y="387332"/>
                    <a:pt x="118088" y="358185"/>
                    <a:pt x="76273" y="337516"/>
                  </a:cubicBezTo>
                  <a:cubicBezTo>
                    <a:pt x="68844" y="333801"/>
                    <a:pt x="59795" y="336849"/>
                    <a:pt x="56080" y="344279"/>
                  </a:cubicBezTo>
                  <a:cubicBezTo>
                    <a:pt x="52366" y="351803"/>
                    <a:pt x="55509" y="360757"/>
                    <a:pt x="62938" y="364472"/>
                  </a:cubicBezTo>
                  <a:cubicBezTo>
                    <a:pt x="101229" y="383426"/>
                    <a:pt x="136471" y="410382"/>
                    <a:pt x="168475" y="445244"/>
                  </a:cubicBezTo>
                  <a:cubicBezTo>
                    <a:pt x="200289" y="479819"/>
                    <a:pt x="229054" y="522206"/>
                    <a:pt x="254486" y="572307"/>
                  </a:cubicBezTo>
                  <a:lnTo>
                    <a:pt x="257439" y="600596"/>
                  </a:lnTo>
                  <a:cubicBezTo>
                    <a:pt x="263821" y="662795"/>
                    <a:pt x="270393" y="726612"/>
                    <a:pt x="278203" y="791858"/>
                  </a:cubicBezTo>
                  <a:cubicBezTo>
                    <a:pt x="278203" y="792430"/>
                    <a:pt x="278299" y="793097"/>
                    <a:pt x="278394" y="793763"/>
                  </a:cubicBezTo>
                  <a:cubicBezTo>
                    <a:pt x="286585" y="861867"/>
                    <a:pt x="296015" y="931400"/>
                    <a:pt x="308017" y="1002170"/>
                  </a:cubicBezTo>
                  <a:cubicBezTo>
                    <a:pt x="275441" y="951879"/>
                    <a:pt x="240389" y="907301"/>
                    <a:pt x="202765" y="868630"/>
                  </a:cubicBezTo>
                  <a:cubicBezTo>
                    <a:pt x="147711" y="811956"/>
                    <a:pt x="87322" y="767856"/>
                    <a:pt x="21695" y="736137"/>
                  </a:cubicBezTo>
                  <a:cubicBezTo>
                    <a:pt x="14170" y="732518"/>
                    <a:pt x="5122" y="735661"/>
                    <a:pt x="1502" y="743186"/>
                  </a:cubicBezTo>
                  <a:cubicBezTo>
                    <a:pt x="-2117" y="750710"/>
                    <a:pt x="1026" y="759759"/>
                    <a:pt x="8551" y="763283"/>
                  </a:cubicBezTo>
                  <a:cubicBezTo>
                    <a:pt x="71035" y="793383"/>
                    <a:pt x="128566" y="835483"/>
                    <a:pt x="181144" y="889585"/>
                  </a:cubicBezTo>
                  <a:cubicBezTo>
                    <a:pt x="233531" y="943591"/>
                    <a:pt x="281061" y="1009505"/>
                    <a:pt x="323638" y="1087324"/>
                  </a:cubicBezTo>
                  <a:cubicBezTo>
                    <a:pt x="342211" y="1180955"/>
                    <a:pt x="365833" y="1276490"/>
                    <a:pt x="397266" y="1372979"/>
                  </a:cubicBezTo>
                  <a:lnTo>
                    <a:pt x="397266" y="1372979"/>
                  </a:lnTo>
                  <a:cubicBezTo>
                    <a:pt x="397266" y="1372979"/>
                    <a:pt x="397361" y="1373360"/>
                    <a:pt x="397361" y="1373360"/>
                  </a:cubicBezTo>
                  <a:lnTo>
                    <a:pt x="397361" y="1373360"/>
                  </a:lnTo>
                  <a:cubicBezTo>
                    <a:pt x="412792" y="1420699"/>
                    <a:pt x="430032" y="1468229"/>
                    <a:pt x="449463" y="1516044"/>
                  </a:cubicBezTo>
                  <a:cubicBezTo>
                    <a:pt x="403838" y="1476897"/>
                    <a:pt x="355356" y="1442988"/>
                    <a:pt x="304111" y="1414413"/>
                  </a:cubicBezTo>
                  <a:cubicBezTo>
                    <a:pt x="232674" y="1374598"/>
                    <a:pt x="155902" y="1345261"/>
                    <a:pt x="73892" y="1326211"/>
                  </a:cubicBezTo>
                  <a:cubicBezTo>
                    <a:pt x="65796" y="1324401"/>
                    <a:pt x="57700" y="1329449"/>
                    <a:pt x="55699" y="1337546"/>
                  </a:cubicBezTo>
                  <a:cubicBezTo>
                    <a:pt x="53794" y="1345642"/>
                    <a:pt x="58938" y="1353739"/>
                    <a:pt x="67034" y="1355643"/>
                  </a:cubicBezTo>
                  <a:cubicBezTo>
                    <a:pt x="146473" y="1374026"/>
                    <a:pt x="220577" y="1402411"/>
                    <a:pt x="289443" y="1440701"/>
                  </a:cubicBezTo>
                  <a:cubicBezTo>
                    <a:pt x="357547" y="1478611"/>
                    <a:pt x="420602" y="1526331"/>
                    <a:pt x="478609" y="1583862"/>
                  </a:cubicBezTo>
                  <a:cubicBezTo>
                    <a:pt x="491944" y="1613580"/>
                    <a:pt x="506232" y="1643394"/>
                    <a:pt x="521472" y="1673111"/>
                  </a:cubicBezTo>
                  <a:lnTo>
                    <a:pt x="554619" y="1671682"/>
                  </a:lnTo>
                  <a:cubicBezTo>
                    <a:pt x="501184" y="1569003"/>
                    <a:pt x="459464" y="1466610"/>
                    <a:pt x="426412" y="1365263"/>
                  </a:cubicBezTo>
                  <a:cubicBezTo>
                    <a:pt x="420793" y="1291635"/>
                    <a:pt x="429460" y="1218102"/>
                    <a:pt x="452606" y="1144569"/>
                  </a:cubicBezTo>
                  <a:cubicBezTo>
                    <a:pt x="476038" y="1069988"/>
                    <a:pt x="514328" y="995313"/>
                    <a:pt x="567287" y="920446"/>
                  </a:cubicBezTo>
                  <a:cubicBezTo>
                    <a:pt x="572145" y="913683"/>
                    <a:pt x="570526" y="904254"/>
                    <a:pt x="563763" y="899396"/>
                  </a:cubicBezTo>
                  <a:cubicBezTo>
                    <a:pt x="557000" y="894633"/>
                    <a:pt x="547570" y="896252"/>
                    <a:pt x="542713" y="903015"/>
                  </a:cubicBezTo>
                  <a:cubicBezTo>
                    <a:pt x="487849" y="980358"/>
                    <a:pt x="448320" y="1057797"/>
                    <a:pt x="423841" y="1135425"/>
                  </a:cubicBezTo>
                  <a:cubicBezTo>
                    <a:pt x="409934" y="1179526"/>
                    <a:pt x="401076" y="1223531"/>
                    <a:pt x="396980" y="1267632"/>
                  </a:cubicBezTo>
                  <a:cubicBezTo>
                    <a:pt x="351736" y="1104183"/>
                    <a:pt x="326686" y="944449"/>
                    <a:pt x="308302" y="791954"/>
                  </a:cubicBezTo>
                  <a:cubicBezTo>
                    <a:pt x="326019" y="727279"/>
                    <a:pt x="345831" y="672701"/>
                    <a:pt x="367643" y="627933"/>
                  </a:cubicBezTo>
                  <a:cubicBezTo>
                    <a:pt x="389360" y="583451"/>
                    <a:pt x="412982" y="549066"/>
                    <a:pt x="438414" y="525063"/>
                  </a:cubicBezTo>
                  <a:cubicBezTo>
                    <a:pt x="444415" y="519348"/>
                    <a:pt x="444796" y="509823"/>
                    <a:pt x="438985" y="503727"/>
                  </a:cubicBezTo>
                  <a:cubicBezTo>
                    <a:pt x="433270" y="497631"/>
                    <a:pt x="423745" y="497345"/>
                    <a:pt x="417745" y="503156"/>
                  </a:cubicBezTo>
                  <a:cubicBezTo>
                    <a:pt x="389551" y="529826"/>
                    <a:pt x="363738" y="567068"/>
                    <a:pt x="340497" y="614789"/>
                  </a:cubicBezTo>
                  <a:cubicBezTo>
                    <a:pt x="326019" y="644507"/>
                    <a:pt x="312398" y="678416"/>
                    <a:pt x="299635" y="716516"/>
                  </a:cubicBezTo>
                  <a:cubicBezTo>
                    <a:pt x="295158" y="676225"/>
                    <a:pt x="291062" y="636601"/>
                    <a:pt x="287062" y="597453"/>
                  </a:cubicBezTo>
                  <a:lnTo>
                    <a:pt x="283918" y="567068"/>
                  </a:lnTo>
                  <a:cubicBezTo>
                    <a:pt x="283918" y="566497"/>
                    <a:pt x="283918" y="565926"/>
                    <a:pt x="283728" y="565449"/>
                  </a:cubicBezTo>
                  <a:cubicBezTo>
                    <a:pt x="262297" y="358280"/>
                    <a:pt x="240580" y="169685"/>
                    <a:pt x="179334" y="947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7" name="任意多边形: 形状 146" descr="30d99c69-7075-4593-b0b2-f90748757996">
              <a:extLst>
                <a:ext uri="{FF2B5EF4-FFF2-40B4-BE49-F238E27FC236}">
                  <a16:creationId xmlns:a16="http://schemas.microsoft.com/office/drawing/2014/main" id="{2C76770B-1404-AAE1-9A0A-3861EB80FF1B}"/>
                </a:ext>
              </a:extLst>
            </p:cNvPr>
            <p:cNvSpPr/>
            <p:nvPr/>
          </p:nvSpPr>
          <p:spPr>
            <a:xfrm>
              <a:off x="3569377" y="4986364"/>
              <a:ext cx="636726" cy="723462"/>
            </a:xfrm>
            <a:custGeom>
              <a:avLst/>
              <a:gdLst>
                <a:gd name="connsiteX0" fmla="*/ 931791 w 1063071"/>
                <a:gd name="connsiteY0" fmla="*/ 760687 h 1207884"/>
                <a:gd name="connsiteX1" fmla="*/ 779677 w 1063071"/>
                <a:gd name="connsiteY1" fmla="*/ 670675 h 1207884"/>
                <a:gd name="connsiteX2" fmla="*/ 708811 w 1063071"/>
                <a:gd name="connsiteY2" fmla="*/ 473888 h 1207884"/>
                <a:gd name="connsiteX3" fmla="*/ 491736 w 1063071"/>
                <a:gd name="connsiteY3" fmla="*/ 327299 h 1207884"/>
                <a:gd name="connsiteX4" fmla="*/ 393534 w 1063071"/>
                <a:gd name="connsiteY4" fmla="*/ 167565 h 1207884"/>
                <a:gd name="connsiteX5" fmla="*/ 60444 w 1063071"/>
                <a:gd name="connsiteY5" fmla="*/ 36882 h 1207884"/>
                <a:gd name="connsiteX6" fmla="*/ 82257 w 1063071"/>
                <a:gd name="connsiteY6" fmla="*/ 332157 h 1207884"/>
                <a:gd name="connsiteX7" fmla="*/ 132263 w 1063071"/>
                <a:gd name="connsiteY7" fmla="*/ 478746 h 1207884"/>
                <a:gd name="connsiteX8" fmla="*/ 176268 w 1063071"/>
                <a:gd name="connsiteY8" fmla="*/ 738493 h 1207884"/>
                <a:gd name="connsiteX9" fmla="*/ 312000 w 1063071"/>
                <a:gd name="connsiteY9" fmla="*/ 833076 h 1207884"/>
                <a:gd name="connsiteX10" fmla="*/ 371436 w 1063071"/>
                <a:gd name="connsiteY10" fmla="*/ 1009289 h 1207884"/>
                <a:gd name="connsiteX11" fmla="*/ 482688 w 1063071"/>
                <a:gd name="connsiteY11" fmla="*/ 1207885 h 1207884"/>
                <a:gd name="connsiteX12" fmla="*/ 1009706 w 1063071"/>
                <a:gd name="connsiteY12" fmla="*/ 1176167 h 1207884"/>
                <a:gd name="connsiteX13" fmla="*/ 1046377 w 1063071"/>
                <a:gd name="connsiteY13" fmla="*/ 1105206 h 1207884"/>
                <a:gd name="connsiteX14" fmla="*/ 931696 w 1063071"/>
                <a:gd name="connsiteY14" fmla="*/ 760591 h 120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3071" h="1207884">
                  <a:moveTo>
                    <a:pt x="931791" y="760687"/>
                  </a:moveTo>
                  <a:cubicBezTo>
                    <a:pt x="879404" y="732492"/>
                    <a:pt x="816348" y="717538"/>
                    <a:pt x="779677" y="670675"/>
                  </a:cubicBezTo>
                  <a:cubicBezTo>
                    <a:pt x="736434" y="615335"/>
                    <a:pt x="745197" y="533991"/>
                    <a:pt x="708811" y="473888"/>
                  </a:cubicBezTo>
                  <a:cubicBezTo>
                    <a:pt x="663186" y="398260"/>
                    <a:pt x="563460" y="379020"/>
                    <a:pt x="491736" y="327299"/>
                  </a:cubicBezTo>
                  <a:cubicBezTo>
                    <a:pt x="421537" y="276721"/>
                    <a:pt x="431157" y="245574"/>
                    <a:pt x="393534" y="167565"/>
                  </a:cubicBezTo>
                  <a:cubicBezTo>
                    <a:pt x="336860" y="50122"/>
                    <a:pt x="174173" y="-59416"/>
                    <a:pt x="60444" y="36882"/>
                  </a:cubicBezTo>
                  <a:cubicBezTo>
                    <a:pt x="-54999" y="134703"/>
                    <a:pt x="19296" y="249099"/>
                    <a:pt x="82257" y="332157"/>
                  </a:cubicBezTo>
                  <a:cubicBezTo>
                    <a:pt x="127119" y="391307"/>
                    <a:pt x="120261" y="405499"/>
                    <a:pt x="132263" y="478746"/>
                  </a:cubicBezTo>
                  <a:cubicBezTo>
                    <a:pt x="146741" y="567234"/>
                    <a:pt x="116642" y="671532"/>
                    <a:pt x="176268" y="738493"/>
                  </a:cubicBezTo>
                  <a:cubicBezTo>
                    <a:pt x="213130" y="779927"/>
                    <a:pt x="274471" y="792404"/>
                    <a:pt x="312000" y="833076"/>
                  </a:cubicBezTo>
                  <a:cubicBezTo>
                    <a:pt x="354576" y="879272"/>
                    <a:pt x="356196" y="948329"/>
                    <a:pt x="371436" y="1009289"/>
                  </a:cubicBezTo>
                  <a:cubicBezTo>
                    <a:pt x="391629" y="1090251"/>
                    <a:pt x="426871" y="1155307"/>
                    <a:pt x="482688" y="1207885"/>
                  </a:cubicBezTo>
                  <a:cubicBezTo>
                    <a:pt x="633183" y="1196455"/>
                    <a:pt x="810062" y="1185882"/>
                    <a:pt x="1009706" y="1176167"/>
                  </a:cubicBezTo>
                  <a:cubicBezTo>
                    <a:pt x="1024946" y="1154260"/>
                    <a:pt x="1037519" y="1130447"/>
                    <a:pt x="1046377" y="1105206"/>
                  </a:cubicBezTo>
                  <a:cubicBezTo>
                    <a:pt x="1089144" y="983857"/>
                    <a:pt x="1049330" y="824028"/>
                    <a:pt x="931696" y="760591"/>
                  </a:cubicBezTo>
                  <a:close/>
                </a:path>
              </a:pathLst>
            </a:custGeom>
            <a:solidFill>
              <a:srgbClr val="C5DEF8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8" name="任意多边形: 形状 147" descr="59912f75-f3e9-4db8-aba0-6e6795cd5804">
              <a:extLst>
                <a:ext uri="{FF2B5EF4-FFF2-40B4-BE49-F238E27FC236}">
                  <a16:creationId xmlns:a16="http://schemas.microsoft.com/office/drawing/2014/main" id="{55A847E9-B615-6F6C-6EE6-1292D7BF1FE9}"/>
                </a:ext>
              </a:extLst>
            </p:cNvPr>
            <p:cNvSpPr/>
            <p:nvPr/>
          </p:nvSpPr>
          <p:spPr>
            <a:xfrm>
              <a:off x="3645679" y="5055876"/>
              <a:ext cx="485217" cy="638147"/>
            </a:xfrm>
            <a:custGeom>
              <a:avLst/>
              <a:gdLst>
                <a:gd name="connsiteX0" fmla="*/ 39541 w 810112"/>
                <a:gd name="connsiteY0" fmla="*/ 3502 h 1065444"/>
                <a:gd name="connsiteX1" fmla="*/ 23348 w 810112"/>
                <a:gd name="connsiteY1" fmla="*/ 3216 h 1065444"/>
                <a:gd name="connsiteX2" fmla="*/ 23062 w 810112"/>
                <a:gd name="connsiteY2" fmla="*/ 19409 h 1065444"/>
                <a:gd name="connsiteX3" fmla="*/ 85927 w 810112"/>
                <a:gd name="connsiteY3" fmla="*/ 93323 h 1065444"/>
                <a:gd name="connsiteX4" fmla="*/ 73259 w 810112"/>
                <a:gd name="connsiteY4" fmla="*/ 89322 h 1065444"/>
                <a:gd name="connsiteX5" fmla="*/ 11823 w 810112"/>
                <a:gd name="connsiteY5" fmla="*/ 79988 h 1065444"/>
                <a:gd name="connsiteX6" fmla="*/ 12 w 810112"/>
                <a:gd name="connsiteY6" fmla="*/ 90942 h 1065444"/>
                <a:gd name="connsiteX7" fmla="*/ 10966 w 810112"/>
                <a:gd name="connsiteY7" fmla="*/ 102752 h 1065444"/>
                <a:gd name="connsiteX8" fmla="*/ 67068 w 810112"/>
                <a:gd name="connsiteY8" fmla="*/ 111325 h 1065444"/>
                <a:gd name="connsiteX9" fmla="*/ 113169 w 810112"/>
                <a:gd name="connsiteY9" fmla="*/ 130851 h 1065444"/>
                <a:gd name="connsiteX10" fmla="*/ 230803 w 810112"/>
                <a:gd name="connsiteY10" fmla="*/ 323828 h 1065444"/>
                <a:gd name="connsiteX11" fmla="*/ 170128 w 810112"/>
                <a:gd name="connsiteY11" fmla="*/ 289442 h 1065444"/>
                <a:gd name="connsiteX12" fmla="*/ 64591 w 810112"/>
                <a:gd name="connsiteY12" fmla="*/ 262582 h 1065444"/>
                <a:gd name="connsiteX13" fmla="*/ 52590 w 810112"/>
                <a:gd name="connsiteY13" fmla="*/ 273250 h 1065444"/>
                <a:gd name="connsiteX14" fmla="*/ 63353 w 810112"/>
                <a:gd name="connsiteY14" fmla="*/ 285251 h 1065444"/>
                <a:gd name="connsiteX15" fmla="*/ 160889 w 810112"/>
                <a:gd name="connsiteY15" fmla="*/ 310207 h 1065444"/>
                <a:gd name="connsiteX16" fmla="*/ 258520 w 810112"/>
                <a:gd name="connsiteY16" fmla="*/ 373263 h 1065444"/>
                <a:gd name="connsiteX17" fmla="*/ 268903 w 810112"/>
                <a:gd name="connsiteY17" fmla="*/ 392122 h 1065444"/>
                <a:gd name="connsiteX18" fmla="*/ 340054 w 810112"/>
                <a:gd name="connsiteY18" fmla="*/ 519090 h 1065444"/>
                <a:gd name="connsiteX19" fmla="*/ 340816 w 810112"/>
                <a:gd name="connsiteY19" fmla="*/ 520328 h 1065444"/>
                <a:gd name="connsiteX20" fmla="*/ 423112 w 810112"/>
                <a:gd name="connsiteY20" fmla="*/ 656631 h 1065444"/>
                <a:gd name="connsiteX21" fmla="*/ 310241 w 810112"/>
                <a:gd name="connsiteY21" fmla="*/ 594814 h 1065444"/>
                <a:gd name="connsiteX22" fmla="*/ 144792 w 810112"/>
                <a:gd name="connsiteY22" fmla="*/ 556238 h 1065444"/>
                <a:gd name="connsiteX23" fmla="*/ 132886 w 810112"/>
                <a:gd name="connsiteY23" fmla="*/ 567192 h 1065444"/>
                <a:gd name="connsiteX24" fmla="*/ 143744 w 810112"/>
                <a:gd name="connsiteY24" fmla="*/ 579098 h 1065444"/>
                <a:gd name="connsiteX25" fmla="*/ 301383 w 810112"/>
                <a:gd name="connsiteY25" fmla="*/ 615960 h 1065444"/>
                <a:gd name="connsiteX26" fmla="*/ 459212 w 810112"/>
                <a:gd name="connsiteY26" fmla="*/ 711495 h 1065444"/>
                <a:gd name="connsiteX27" fmla="*/ 595134 w 810112"/>
                <a:gd name="connsiteY27" fmla="*/ 888565 h 1065444"/>
                <a:gd name="connsiteX28" fmla="*/ 595134 w 810112"/>
                <a:gd name="connsiteY28" fmla="*/ 888565 h 1065444"/>
                <a:gd name="connsiteX29" fmla="*/ 595324 w 810112"/>
                <a:gd name="connsiteY29" fmla="*/ 888850 h 1065444"/>
                <a:gd name="connsiteX30" fmla="*/ 595324 w 810112"/>
                <a:gd name="connsiteY30" fmla="*/ 888850 h 1065444"/>
                <a:gd name="connsiteX31" fmla="*/ 673906 w 810112"/>
                <a:gd name="connsiteY31" fmla="*/ 972766 h 1065444"/>
                <a:gd name="connsiteX32" fmla="*/ 542556 w 810112"/>
                <a:gd name="connsiteY32" fmla="*/ 945048 h 1065444"/>
                <a:gd name="connsiteX33" fmla="*/ 356056 w 810112"/>
                <a:gd name="connsiteY33" fmla="*/ 951811 h 1065444"/>
                <a:gd name="connsiteX34" fmla="*/ 346722 w 810112"/>
                <a:gd name="connsiteY34" fmla="*/ 965050 h 1065444"/>
                <a:gd name="connsiteX35" fmla="*/ 359962 w 810112"/>
                <a:gd name="connsiteY35" fmla="*/ 974385 h 1065444"/>
                <a:gd name="connsiteX36" fmla="*/ 540079 w 810112"/>
                <a:gd name="connsiteY36" fmla="*/ 967718 h 1065444"/>
                <a:gd name="connsiteX37" fmla="*/ 714292 w 810112"/>
                <a:gd name="connsiteY37" fmla="*/ 1011438 h 1065444"/>
                <a:gd name="connsiteX38" fmla="*/ 776109 w 810112"/>
                <a:gd name="connsiteY38" fmla="*/ 1065444 h 1065444"/>
                <a:gd name="connsiteX39" fmla="*/ 810113 w 810112"/>
                <a:gd name="connsiteY39" fmla="*/ 1063635 h 1065444"/>
                <a:gd name="connsiteX40" fmla="*/ 613136 w 810112"/>
                <a:gd name="connsiteY40" fmla="*/ 874563 h 1065444"/>
                <a:gd name="connsiteX41" fmla="*/ 565987 w 810112"/>
                <a:gd name="connsiteY41" fmla="*/ 713019 h 1065444"/>
                <a:gd name="connsiteX42" fmla="*/ 579513 w 810112"/>
                <a:gd name="connsiteY42" fmla="*/ 522995 h 1065444"/>
                <a:gd name="connsiteX43" fmla="*/ 570845 w 810112"/>
                <a:gd name="connsiteY43" fmla="*/ 509375 h 1065444"/>
                <a:gd name="connsiteX44" fmla="*/ 557224 w 810112"/>
                <a:gd name="connsiteY44" fmla="*/ 518042 h 1065444"/>
                <a:gd name="connsiteX45" fmla="*/ 543318 w 810112"/>
                <a:gd name="connsiteY45" fmla="*/ 715210 h 1065444"/>
                <a:gd name="connsiteX46" fmla="*/ 563797 w 810112"/>
                <a:gd name="connsiteY46" fmla="*/ 815222 h 1065444"/>
                <a:gd name="connsiteX47" fmla="*/ 361105 w 810112"/>
                <a:gd name="connsiteY47" fmla="*/ 510137 h 1065444"/>
                <a:gd name="connsiteX48" fmla="*/ 353866 w 810112"/>
                <a:gd name="connsiteY48" fmla="*/ 378311 h 1065444"/>
                <a:gd name="connsiteX49" fmla="*/ 372725 w 810112"/>
                <a:gd name="connsiteY49" fmla="*/ 285633 h 1065444"/>
                <a:gd name="connsiteX50" fmla="*/ 366820 w 810112"/>
                <a:gd name="connsiteY50" fmla="*/ 270583 h 1065444"/>
                <a:gd name="connsiteX51" fmla="*/ 351770 w 810112"/>
                <a:gd name="connsiteY51" fmla="*/ 276488 h 1065444"/>
                <a:gd name="connsiteX52" fmla="*/ 331006 w 810112"/>
                <a:gd name="connsiteY52" fmla="*/ 377168 h 1065444"/>
                <a:gd name="connsiteX53" fmla="*/ 332720 w 810112"/>
                <a:gd name="connsiteY53" fmla="*/ 460131 h 1065444"/>
                <a:gd name="connsiteX54" fmla="*/ 288715 w 810112"/>
                <a:gd name="connsiteY54" fmla="*/ 380883 h 1065444"/>
                <a:gd name="connsiteX55" fmla="*/ 277475 w 810112"/>
                <a:gd name="connsiteY55" fmla="*/ 360594 h 1065444"/>
                <a:gd name="connsiteX56" fmla="*/ 276904 w 810112"/>
                <a:gd name="connsiteY56" fmla="*/ 359547 h 1065444"/>
                <a:gd name="connsiteX57" fmla="*/ 39541 w 810112"/>
                <a:gd name="connsiteY57" fmla="*/ 3216 h 106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810112" h="1065444">
                  <a:moveTo>
                    <a:pt x="39541" y="3502"/>
                  </a:moveTo>
                  <a:cubicBezTo>
                    <a:pt x="35159" y="-1070"/>
                    <a:pt x="27920" y="-1165"/>
                    <a:pt x="23348" y="3216"/>
                  </a:cubicBezTo>
                  <a:cubicBezTo>
                    <a:pt x="18776" y="7598"/>
                    <a:pt x="18681" y="14837"/>
                    <a:pt x="23062" y="19409"/>
                  </a:cubicBezTo>
                  <a:cubicBezTo>
                    <a:pt x="44970" y="42078"/>
                    <a:pt x="65830" y="66843"/>
                    <a:pt x="85927" y="93323"/>
                  </a:cubicBezTo>
                  <a:cubicBezTo>
                    <a:pt x="81736" y="91894"/>
                    <a:pt x="77545" y="90560"/>
                    <a:pt x="73259" y="89322"/>
                  </a:cubicBezTo>
                  <a:cubicBezTo>
                    <a:pt x="54114" y="83988"/>
                    <a:pt x="33635" y="80750"/>
                    <a:pt x="11823" y="79988"/>
                  </a:cubicBezTo>
                  <a:cubicBezTo>
                    <a:pt x="5536" y="79702"/>
                    <a:pt x="298" y="84655"/>
                    <a:pt x="12" y="90942"/>
                  </a:cubicBezTo>
                  <a:cubicBezTo>
                    <a:pt x="-274" y="97228"/>
                    <a:pt x="4679" y="102562"/>
                    <a:pt x="10966" y="102752"/>
                  </a:cubicBezTo>
                  <a:cubicBezTo>
                    <a:pt x="30968" y="103514"/>
                    <a:pt x="49637" y="106467"/>
                    <a:pt x="67068" y="111325"/>
                  </a:cubicBezTo>
                  <a:cubicBezTo>
                    <a:pt x="83546" y="115992"/>
                    <a:pt x="98881" y="122469"/>
                    <a:pt x="113169" y="130851"/>
                  </a:cubicBezTo>
                  <a:cubicBezTo>
                    <a:pt x="153841" y="189240"/>
                    <a:pt x="192036" y="254486"/>
                    <a:pt x="230803" y="323828"/>
                  </a:cubicBezTo>
                  <a:cubicBezTo>
                    <a:pt x="210610" y="310112"/>
                    <a:pt x="190417" y="298682"/>
                    <a:pt x="170128" y="289442"/>
                  </a:cubicBezTo>
                  <a:cubicBezTo>
                    <a:pt x="135076" y="273536"/>
                    <a:pt x="99834" y="264582"/>
                    <a:pt x="64591" y="262582"/>
                  </a:cubicBezTo>
                  <a:cubicBezTo>
                    <a:pt x="58305" y="262201"/>
                    <a:pt x="52971" y="266963"/>
                    <a:pt x="52590" y="273250"/>
                  </a:cubicBezTo>
                  <a:cubicBezTo>
                    <a:pt x="52304" y="279536"/>
                    <a:pt x="57067" y="284966"/>
                    <a:pt x="63353" y="285251"/>
                  </a:cubicBezTo>
                  <a:cubicBezTo>
                    <a:pt x="95738" y="287156"/>
                    <a:pt x="128218" y="295443"/>
                    <a:pt x="160889" y="310207"/>
                  </a:cubicBezTo>
                  <a:cubicBezTo>
                    <a:pt x="193274" y="324876"/>
                    <a:pt x="225850" y="345925"/>
                    <a:pt x="258520" y="373263"/>
                  </a:cubicBezTo>
                  <a:lnTo>
                    <a:pt x="268903" y="392122"/>
                  </a:lnTo>
                  <a:cubicBezTo>
                    <a:pt x="291858" y="433556"/>
                    <a:pt x="315385" y="476037"/>
                    <a:pt x="340054" y="519090"/>
                  </a:cubicBezTo>
                  <a:cubicBezTo>
                    <a:pt x="340245" y="519567"/>
                    <a:pt x="340531" y="519947"/>
                    <a:pt x="340816" y="520328"/>
                  </a:cubicBezTo>
                  <a:cubicBezTo>
                    <a:pt x="366629" y="565286"/>
                    <a:pt x="393871" y="611006"/>
                    <a:pt x="423112" y="656631"/>
                  </a:cubicBezTo>
                  <a:cubicBezTo>
                    <a:pt x="385489" y="631199"/>
                    <a:pt x="347960" y="610626"/>
                    <a:pt x="310241" y="594814"/>
                  </a:cubicBezTo>
                  <a:cubicBezTo>
                    <a:pt x="255091" y="571668"/>
                    <a:pt x="199942" y="558810"/>
                    <a:pt x="144792" y="556238"/>
                  </a:cubicBezTo>
                  <a:cubicBezTo>
                    <a:pt x="138505" y="555952"/>
                    <a:pt x="133171" y="560809"/>
                    <a:pt x="132886" y="567192"/>
                  </a:cubicBezTo>
                  <a:cubicBezTo>
                    <a:pt x="132600" y="573478"/>
                    <a:pt x="137458" y="578812"/>
                    <a:pt x="143744" y="579098"/>
                  </a:cubicBezTo>
                  <a:cubicBezTo>
                    <a:pt x="196132" y="581479"/>
                    <a:pt x="248710" y="593766"/>
                    <a:pt x="301383" y="615960"/>
                  </a:cubicBezTo>
                  <a:cubicBezTo>
                    <a:pt x="353866" y="638058"/>
                    <a:pt x="406539" y="669871"/>
                    <a:pt x="459212" y="711495"/>
                  </a:cubicBezTo>
                  <a:cubicBezTo>
                    <a:pt x="499884" y="771217"/>
                    <a:pt x="544651" y="830748"/>
                    <a:pt x="595134" y="888565"/>
                  </a:cubicBezTo>
                  <a:lnTo>
                    <a:pt x="595134" y="888565"/>
                  </a:lnTo>
                  <a:cubicBezTo>
                    <a:pt x="595134" y="888565"/>
                    <a:pt x="595324" y="888850"/>
                    <a:pt x="595324" y="888850"/>
                  </a:cubicBezTo>
                  <a:lnTo>
                    <a:pt x="595324" y="888850"/>
                  </a:lnTo>
                  <a:cubicBezTo>
                    <a:pt x="620089" y="917235"/>
                    <a:pt x="646188" y="945239"/>
                    <a:pt x="673906" y="972766"/>
                  </a:cubicBezTo>
                  <a:cubicBezTo>
                    <a:pt x="630472" y="958955"/>
                    <a:pt x="586657" y="949715"/>
                    <a:pt x="542556" y="945048"/>
                  </a:cubicBezTo>
                  <a:cubicBezTo>
                    <a:pt x="481024" y="938476"/>
                    <a:pt x="418826" y="940762"/>
                    <a:pt x="356056" y="951811"/>
                  </a:cubicBezTo>
                  <a:cubicBezTo>
                    <a:pt x="349865" y="952859"/>
                    <a:pt x="345674" y="958764"/>
                    <a:pt x="346722" y="965050"/>
                  </a:cubicBezTo>
                  <a:cubicBezTo>
                    <a:pt x="347770" y="971242"/>
                    <a:pt x="353770" y="975433"/>
                    <a:pt x="359962" y="974385"/>
                  </a:cubicBezTo>
                  <a:cubicBezTo>
                    <a:pt x="420731" y="963717"/>
                    <a:pt x="480834" y="961431"/>
                    <a:pt x="540079" y="967718"/>
                  </a:cubicBezTo>
                  <a:cubicBezTo>
                    <a:pt x="598753" y="973909"/>
                    <a:pt x="656856" y="988482"/>
                    <a:pt x="714292" y="1011438"/>
                  </a:cubicBezTo>
                  <a:cubicBezTo>
                    <a:pt x="734104" y="1029726"/>
                    <a:pt x="754678" y="1047823"/>
                    <a:pt x="776109" y="1065444"/>
                  </a:cubicBezTo>
                  <a:lnTo>
                    <a:pt x="810113" y="1063635"/>
                  </a:lnTo>
                  <a:cubicBezTo>
                    <a:pt x="735437" y="1004008"/>
                    <a:pt x="670572" y="940286"/>
                    <a:pt x="613136" y="874563"/>
                  </a:cubicBezTo>
                  <a:cubicBezTo>
                    <a:pt x="587419" y="824938"/>
                    <a:pt x="571702" y="771122"/>
                    <a:pt x="565987" y="713019"/>
                  </a:cubicBezTo>
                  <a:cubicBezTo>
                    <a:pt x="560177" y="654155"/>
                    <a:pt x="564749" y="590813"/>
                    <a:pt x="579513" y="522995"/>
                  </a:cubicBezTo>
                  <a:cubicBezTo>
                    <a:pt x="580846" y="516804"/>
                    <a:pt x="576941" y="510708"/>
                    <a:pt x="570845" y="509375"/>
                  </a:cubicBezTo>
                  <a:cubicBezTo>
                    <a:pt x="564654" y="508041"/>
                    <a:pt x="558558" y="511947"/>
                    <a:pt x="557224" y="518042"/>
                  </a:cubicBezTo>
                  <a:cubicBezTo>
                    <a:pt x="541984" y="588147"/>
                    <a:pt x="537317" y="653869"/>
                    <a:pt x="543318" y="715210"/>
                  </a:cubicBezTo>
                  <a:cubicBezTo>
                    <a:pt x="546747" y="749976"/>
                    <a:pt x="553510" y="783409"/>
                    <a:pt x="563797" y="815222"/>
                  </a:cubicBezTo>
                  <a:cubicBezTo>
                    <a:pt x="483882" y="714829"/>
                    <a:pt x="419017" y="610911"/>
                    <a:pt x="361105" y="510137"/>
                  </a:cubicBezTo>
                  <a:cubicBezTo>
                    <a:pt x="354342" y="459940"/>
                    <a:pt x="351865" y="415935"/>
                    <a:pt x="353866" y="378311"/>
                  </a:cubicBezTo>
                  <a:cubicBezTo>
                    <a:pt x="355771" y="340877"/>
                    <a:pt x="362152" y="309921"/>
                    <a:pt x="372725" y="285633"/>
                  </a:cubicBezTo>
                  <a:cubicBezTo>
                    <a:pt x="375202" y="279822"/>
                    <a:pt x="372725" y="273155"/>
                    <a:pt x="366820" y="270583"/>
                  </a:cubicBezTo>
                  <a:cubicBezTo>
                    <a:pt x="361009" y="268106"/>
                    <a:pt x="354342" y="270678"/>
                    <a:pt x="351770" y="276488"/>
                  </a:cubicBezTo>
                  <a:cubicBezTo>
                    <a:pt x="340054" y="303444"/>
                    <a:pt x="333101" y="336972"/>
                    <a:pt x="331006" y="377168"/>
                  </a:cubicBezTo>
                  <a:cubicBezTo>
                    <a:pt x="329672" y="402123"/>
                    <a:pt x="330244" y="429841"/>
                    <a:pt x="332720" y="460131"/>
                  </a:cubicBezTo>
                  <a:cubicBezTo>
                    <a:pt x="317671" y="433365"/>
                    <a:pt x="303002" y="406886"/>
                    <a:pt x="288715" y="380883"/>
                  </a:cubicBezTo>
                  <a:lnTo>
                    <a:pt x="277475" y="360594"/>
                  </a:lnTo>
                  <a:cubicBezTo>
                    <a:pt x="277475" y="360594"/>
                    <a:pt x="277094" y="359832"/>
                    <a:pt x="276904" y="359547"/>
                  </a:cubicBezTo>
                  <a:cubicBezTo>
                    <a:pt x="200513" y="221529"/>
                    <a:pt x="129647" y="96656"/>
                    <a:pt x="39541" y="321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9" name="任意多边形: 形状 148" descr="f71bd541-e755-4203-82a0-8e0a95fabe40">
              <a:extLst>
                <a:ext uri="{FF2B5EF4-FFF2-40B4-BE49-F238E27FC236}">
                  <a16:creationId xmlns:a16="http://schemas.microsoft.com/office/drawing/2014/main" id="{38682643-EBA4-B59E-007A-171CF321484B}"/>
                </a:ext>
              </a:extLst>
            </p:cNvPr>
            <p:cNvSpPr/>
            <p:nvPr/>
          </p:nvSpPr>
          <p:spPr>
            <a:xfrm>
              <a:off x="7591617" y="4482766"/>
              <a:ext cx="642625" cy="1210116"/>
            </a:xfrm>
            <a:custGeom>
              <a:avLst/>
              <a:gdLst>
                <a:gd name="connsiteX0" fmla="*/ 73322 w 1072920"/>
                <a:gd name="connsiteY0" fmla="*/ 1462327 h 2020397"/>
                <a:gd name="connsiteX1" fmla="*/ 224293 w 1072920"/>
                <a:gd name="connsiteY1" fmla="*/ 1257064 h 2020397"/>
                <a:gd name="connsiteX2" fmla="*/ 207149 w 1072920"/>
                <a:gd name="connsiteY2" fmla="*/ 956074 h 2020397"/>
                <a:gd name="connsiteX3" fmla="*/ 412508 w 1072920"/>
                <a:gd name="connsiteY3" fmla="*/ 639177 h 2020397"/>
                <a:gd name="connsiteX4" fmla="*/ 452703 w 1072920"/>
                <a:gd name="connsiteY4" fmla="*/ 371810 h 2020397"/>
                <a:gd name="connsiteX5" fmla="*/ 820844 w 1072920"/>
                <a:gd name="connsiteY5" fmla="*/ 10527 h 2020397"/>
                <a:gd name="connsiteX6" fmla="*/ 958481 w 1072920"/>
                <a:gd name="connsiteY6" fmla="*/ 414577 h 2020397"/>
                <a:gd name="connsiteX7" fmla="*/ 974768 w 1072920"/>
                <a:gd name="connsiteY7" fmla="*/ 637272 h 2020397"/>
                <a:gd name="connsiteX8" fmla="*/ 1062970 w 1072920"/>
                <a:gd name="connsiteY8" fmla="*/ 1006746 h 2020397"/>
                <a:gd name="connsiteX9" fmla="*/ 936287 w 1072920"/>
                <a:gd name="connsiteY9" fmla="*/ 1208867 h 2020397"/>
                <a:gd name="connsiteX10" fmla="*/ 956862 w 1072920"/>
                <a:gd name="connsiteY10" fmla="*/ 1476234 h 2020397"/>
                <a:gd name="connsiteX11" fmla="*/ 807033 w 1072920"/>
                <a:gd name="connsiteY11" fmla="*/ 1976868 h 2020397"/>
                <a:gd name="connsiteX12" fmla="*/ 755122 w 1072920"/>
                <a:gd name="connsiteY12" fmla="*/ 2020397 h 2020397"/>
                <a:gd name="connsiteX13" fmla="*/ 124948 w 1072920"/>
                <a:gd name="connsiteY13" fmla="*/ 1994203 h 2020397"/>
                <a:gd name="connsiteX14" fmla="*/ 115613 w 1072920"/>
                <a:gd name="connsiteY14" fmla="*/ 1984298 h 2020397"/>
                <a:gd name="connsiteX15" fmla="*/ 73322 w 1072920"/>
                <a:gd name="connsiteY15" fmla="*/ 1462422 h 2020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72920" h="2020397">
                  <a:moveTo>
                    <a:pt x="73322" y="1462327"/>
                  </a:moveTo>
                  <a:cubicBezTo>
                    <a:pt x="126853" y="1395367"/>
                    <a:pt x="202195" y="1339931"/>
                    <a:pt x="224293" y="1257064"/>
                  </a:cubicBezTo>
                  <a:cubicBezTo>
                    <a:pt x="250392" y="1159242"/>
                    <a:pt x="192956" y="1056277"/>
                    <a:pt x="207149" y="956074"/>
                  </a:cubicBezTo>
                  <a:cubicBezTo>
                    <a:pt x="225056" y="829867"/>
                    <a:pt x="346499" y="748143"/>
                    <a:pt x="412508" y="639177"/>
                  </a:cubicBezTo>
                  <a:cubicBezTo>
                    <a:pt x="477087" y="532402"/>
                    <a:pt x="446797" y="496492"/>
                    <a:pt x="452703" y="371810"/>
                  </a:cubicBezTo>
                  <a:cubicBezTo>
                    <a:pt x="461562" y="184072"/>
                    <a:pt x="615581" y="-53005"/>
                    <a:pt x="820844" y="10527"/>
                  </a:cubicBezTo>
                  <a:cubicBezTo>
                    <a:pt x="1029156" y="75202"/>
                    <a:pt x="995152" y="268845"/>
                    <a:pt x="958481" y="414577"/>
                  </a:cubicBezTo>
                  <a:cubicBezTo>
                    <a:pt x="932287" y="518400"/>
                    <a:pt x="949432" y="533259"/>
                    <a:pt x="974768" y="637272"/>
                  </a:cubicBezTo>
                  <a:cubicBezTo>
                    <a:pt x="1005439" y="762907"/>
                    <a:pt x="1104308" y="884255"/>
                    <a:pt x="1062970" y="1006746"/>
                  </a:cubicBezTo>
                  <a:cubicBezTo>
                    <a:pt x="1037347" y="1082471"/>
                    <a:pt x="963148" y="1133620"/>
                    <a:pt x="936287" y="1208867"/>
                  </a:cubicBezTo>
                  <a:cubicBezTo>
                    <a:pt x="905902" y="1294211"/>
                    <a:pt x="942764" y="1386699"/>
                    <a:pt x="956862" y="1476234"/>
                  </a:cubicBezTo>
                  <a:cubicBezTo>
                    <a:pt x="986770" y="1664639"/>
                    <a:pt x="943812" y="1821324"/>
                    <a:pt x="807033" y="1976868"/>
                  </a:cubicBezTo>
                  <a:cubicBezTo>
                    <a:pt x="790460" y="1992584"/>
                    <a:pt x="773124" y="2007062"/>
                    <a:pt x="755122" y="2020397"/>
                  </a:cubicBezTo>
                  <a:cubicBezTo>
                    <a:pt x="565860" y="2010777"/>
                    <a:pt x="354595" y="2001919"/>
                    <a:pt x="124948" y="1994203"/>
                  </a:cubicBezTo>
                  <a:cubicBezTo>
                    <a:pt x="121804" y="1990965"/>
                    <a:pt x="118662" y="1987631"/>
                    <a:pt x="115613" y="1984298"/>
                  </a:cubicBezTo>
                  <a:cubicBezTo>
                    <a:pt x="-9641" y="1847614"/>
                    <a:pt x="-46978" y="1612917"/>
                    <a:pt x="73322" y="1462422"/>
                  </a:cubicBezTo>
                  <a:close/>
                </a:path>
              </a:pathLst>
            </a:custGeom>
            <a:solidFill>
              <a:srgbClr val="D2DFEE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0" name="任意多边形: 形状 149" descr="e3ae9bf9-9906-4f17-9f27-52cc299131e6">
              <a:extLst>
                <a:ext uri="{FF2B5EF4-FFF2-40B4-BE49-F238E27FC236}">
                  <a16:creationId xmlns:a16="http://schemas.microsoft.com/office/drawing/2014/main" id="{7296595F-265E-7F9C-3AAA-F842C4D68601}"/>
                </a:ext>
              </a:extLst>
            </p:cNvPr>
            <p:cNvSpPr/>
            <p:nvPr/>
          </p:nvSpPr>
          <p:spPr>
            <a:xfrm>
              <a:off x="7771266" y="4584325"/>
              <a:ext cx="372717" cy="1097775"/>
            </a:xfrm>
            <a:custGeom>
              <a:avLst/>
              <a:gdLst>
                <a:gd name="connsiteX0" fmla="*/ 426226 w 622284"/>
                <a:gd name="connsiteY0" fmla="*/ 10606 h 1832833"/>
                <a:gd name="connsiteX1" fmla="*/ 447466 w 622284"/>
                <a:gd name="connsiteY1" fmla="*/ 1081 h 1832833"/>
                <a:gd name="connsiteX2" fmla="*/ 456991 w 622284"/>
                <a:gd name="connsiteY2" fmla="*/ 22322 h 1832833"/>
                <a:gd name="connsiteX3" fmla="*/ 415272 w 622284"/>
                <a:gd name="connsiteY3" fmla="*/ 155767 h 1832833"/>
                <a:gd name="connsiteX4" fmla="*/ 429941 w 622284"/>
                <a:gd name="connsiteY4" fmla="*/ 143290 h 1832833"/>
                <a:gd name="connsiteX5" fmla="*/ 506045 w 622284"/>
                <a:gd name="connsiteY5" fmla="*/ 96236 h 1832833"/>
                <a:gd name="connsiteX6" fmla="*/ 527953 w 622284"/>
                <a:gd name="connsiteY6" fmla="*/ 104142 h 1832833"/>
                <a:gd name="connsiteX7" fmla="*/ 520047 w 622284"/>
                <a:gd name="connsiteY7" fmla="*/ 126049 h 1832833"/>
                <a:gd name="connsiteX8" fmla="*/ 450419 w 622284"/>
                <a:gd name="connsiteY8" fmla="*/ 169102 h 1832833"/>
                <a:gd name="connsiteX9" fmla="*/ 400318 w 622284"/>
                <a:gd name="connsiteY9" fmla="*/ 221014 h 1832833"/>
                <a:gd name="connsiteX10" fmla="*/ 353169 w 622284"/>
                <a:gd name="connsiteY10" fmla="*/ 543435 h 1832833"/>
                <a:gd name="connsiteX11" fmla="*/ 414224 w 622284"/>
                <a:gd name="connsiteY11" fmla="*/ 463710 h 1832833"/>
                <a:gd name="connsiteX12" fmla="*/ 539097 w 622284"/>
                <a:gd name="connsiteY12" fmla="*/ 368460 h 1832833"/>
                <a:gd name="connsiteX13" fmla="*/ 561100 w 622284"/>
                <a:gd name="connsiteY13" fmla="*/ 375890 h 1832833"/>
                <a:gd name="connsiteX14" fmla="*/ 553670 w 622284"/>
                <a:gd name="connsiteY14" fmla="*/ 397893 h 1832833"/>
                <a:gd name="connsiteX15" fmla="*/ 438418 w 622284"/>
                <a:gd name="connsiteY15" fmla="*/ 486094 h 1832833"/>
                <a:gd name="connsiteX16" fmla="*/ 344596 w 622284"/>
                <a:gd name="connsiteY16" fmla="*/ 624778 h 1832833"/>
                <a:gd name="connsiteX17" fmla="*/ 341453 w 622284"/>
                <a:gd name="connsiteY17" fmla="*/ 655735 h 1832833"/>
                <a:gd name="connsiteX18" fmla="*/ 318784 w 622284"/>
                <a:gd name="connsiteY18" fmla="*/ 864332 h 1832833"/>
                <a:gd name="connsiteX19" fmla="*/ 318498 w 622284"/>
                <a:gd name="connsiteY19" fmla="*/ 866427 h 1832833"/>
                <a:gd name="connsiteX20" fmla="*/ 286113 w 622284"/>
                <a:gd name="connsiteY20" fmla="*/ 1093885 h 1832833"/>
                <a:gd name="connsiteX21" fmla="*/ 400984 w 622284"/>
                <a:gd name="connsiteY21" fmla="*/ 948152 h 1832833"/>
                <a:gd name="connsiteX22" fmla="*/ 598628 w 622284"/>
                <a:gd name="connsiteY22" fmla="*/ 803562 h 1832833"/>
                <a:gd name="connsiteX23" fmla="*/ 620631 w 622284"/>
                <a:gd name="connsiteY23" fmla="*/ 811278 h 1832833"/>
                <a:gd name="connsiteX24" fmla="*/ 612915 w 622284"/>
                <a:gd name="connsiteY24" fmla="*/ 833281 h 1832833"/>
                <a:gd name="connsiteX25" fmla="*/ 424607 w 622284"/>
                <a:gd name="connsiteY25" fmla="*/ 971107 h 1832833"/>
                <a:gd name="connsiteX26" fmla="*/ 269063 w 622284"/>
                <a:gd name="connsiteY26" fmla="*/ 1186848 h 1832833"/>
                <a:gd name="connsiteX27" fmla="*/ 188672 w 622284"/>
                <a:gd name="connsiteY27" fmla="*/ 1498507 h 1832833"/>
                <a:gd name="connsiteX28" fmla="*/ 188672 w 622284"/>
                <a:gd name="connsiteY28" fmla="*/ 1498507 h 1832833"/>
                <a:gd name="connsiteX29" fmla="*/ 188577 w 622284"/>
                <a:gd name="connsiteY29" fmla="*/ 1498983 h 1832833"/>
                <a:gd name="connsiteX30" fmla="*/ 188577 w 622284"/>
                <a:gd name="connsiteY30" fmla="*/ 1498983 h 1832833"/>
                <a:gd name="connsiteX31" fmla="*/ 131713 w 622284"/>
                <a:gd name="connsiteY31" fmla="*/ 1654622 h 1832833"/>
                <a:gd name="connsiteX32" fmla="*/ 290304 w 622284"/>
                <a:gd name="connsiteY32" fmla="*/ 1543750 h 1832833"/>
                <a:gd name="connsiteX33" fmla="*/ 541573 w 622284"/>
                <a:gd name="connsiteY33" fmla="*/ 1447548 h 1832833"/>
                <a:gd name="connsiteX34" fmla="*/ 561385 w 622284"/>
                <a:gd name="connsiteY34" fmla="*/ 1459931 h 1832833"/>
                <a:gd name="connsiteX35" fmla="*/ 549098 w 622284"/>
                <a:gd name="connsiteY35" fmla="*/ 1479742 h 1832833"/>
                <a:gd name="connsiteX36" fmla="*/ 306401 w 622284"/>
                <a:gd name="connsiteY36" fmla="*/ 1572516 h 1832833"/>
                <a:gd name="connsiteX37" fmla="*/ 99994 w 622284"/>
                <a:gd name="connsiteY37" fmla="*/ 1728821 h 1832833"/>
                <a:gd name="connsiteX38" fmla="*/ 49703 w 622284"/>
                <a:gd name="connsiteY38" fmla="*/ 1832834 h 1832833"/>
                <a:gd name="connsiteX39" fmla="*/ 13317 w 622284"/>
                <a:gd name="connsiteY39" fmla="*/ 1831406 h 1832833"/>
                <a:gd name="connsiteX40" fmla="*/ 156764 w 622284"/>
                <a:gd name="connsiteY40" fmla="*/ 1490315 h 1832833"/>
                <a:gd name="connsiteX41" fmla="*/ 128189 w 622284"/>
                <a:gd name="connsiteY41" fmla="*/ 1249428 h 1832833"/>
                <a:gd name="connsiteX42" fmla="*/ 3030 w 622284"/>
                <a:gd name="connsiteY42" fmla="*/ 1004921 h 1832833"/>
                <a:gd name="connsiteX43" fmla="*/ 6935 w 622284"/>
                <a:gd name="connsiteY43" fmla="*/ 981966 h 1832833"/>
                <a:gd name="connsiteX44" fmla="*/ 29891 w 622284"/>
                <a:gd name="connsiteY44" fmla="*/ 985871 h 1832833"/>
                <a:gd name="connsiteX45" fmla="*/ 159621 w 622284"/>
                <a:gd name="connsiteY45" fmla="*/ 1239522 h 1832833"/>
                <a:gd name="connsiteX46" fmla="*/ 188863 w 622284"/>
                <a:gd name="connsiteY46" fmla="*/ 1383825 h 1832833"/>
                <a:gd name="connsiteX47" fmla="*/ 285637 w 622284"/>
                <a:gd name="connsiteY47" fmla="*/ 864713 h 1832833"/>
                <a:gd name="connsiteX48" fmla="*/ 220962 w 622284"/>
                <a:gd name="connsiteY48" fmla="*/ 685643 h 1832833"/>
                <a:gd name="connsiteX49" fmla="*/ 143714 w 622284"/>
                <a:gd name="connsiteY49" fmla="*/ 573343 h 1832833"/>
                <a:gd name="connsiteX50" fmla="*/ 143048 w 622284"/>
                <a:gd name="connsiteY50" fmla="*/ 550102 h 1832833"/>
                <a:gd name="connsiteX51" fmla="*/ 166289 w 622284"/>
                <a:gd name="connsiteY51" fmla="*/ 549436 h 1832833"/>
                <a:gd name="connsiteX52" fmla="*/ 250585 w 622284"/>
                <a:gd name="connsiteY52" fmla="*/ 671260 h 1832833"/>
                <a:gd name="connsiteX53" fmla="*/ 295162 w 622284"/>
                <a:gd name="connsiteY53" fmla="*/ 782322 h 1832833"/>
                <a:gd name="connsiteX54" fmla="*/ 308878 w 622284"/>
                <a:gd name="connsiteY54" fmla="*/ 652401 h 1832833"/>
                <a:gd name="connsiteX55" fmla="*/ 312306 w 622284"/>
                <a:gd name="connsiteY55" fmla="*/ 619254 h 1832833"/>
                <a:gd name="connsiteX56" fmla="*/ 312497 w 622284"/>
                <a:gd name="connsiteY56" fmla="*/ 617444 h 1832833"/>
                <a:gd name="connsiteX57" fmla="*/ 426416 w 622284"/>
                <a:gd name="connsiteY57" fmla="*/ 10797 h 183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22284" h="1832833">
                  <a:moveTo>
                    <a:pt x="426226" y="10606"/>
                  </a:moveTo>
                  <a:cubicBezTo>
                    <a:pt x="429464" y="2129"/>
                    <a:pt x="438989" y="-2157"/>
                    <a:pt x="447466" y="1081"/>
                  </a:cubicBezTo>
                  <a:cubicBezTo>
                    <a:pt x="455944" y="4320"/>
                    <a:pt x="460230" y="13845"/>
                    <a:pt x="456991" y="22322"/>
                  </a:cubicBezTo>
                  <a:cubicBezTo>
                    <a:pt x="440704" y="64899"/>
                    <a:pt x="427083" y="109476"/>
                    <a:pt x="415272" y="155767"/>
                  </a:cubicBezTo>
                  <a:cubicBezTo>
                    <a:pt x="420034" y="151481"/>
                    <a:pt x="424892" y="147385"/>
                    <a:pt x="429941" y="143290"/>
                  </a:cubicBezTo>
                  <a:cubicBezTo>
                    <a:pt x="452324" y="125383"/>
                    <a:pt x="477756" y="109571"/>
                    <a:pt x="506045" y="96236"/>
                  </a:cubicBezTo>
                  <a:cubicBezTo>
                    <a:pt x="514237" y="92331"/>
                    <a:pt x="524143" y="95950"/>
                    <a:pt x="527953" y="104142"/>
                  </a:cubicBezTo>
                  <a:cubicBezTo>
                    <a:pt x="531763" y="112333"/>
                    <a:pt x="528334" y="122144"/>
                    <a:pt x="520047" y="126049"/>
                  </a:cubicBezTo>
                  <a:cubicBezTo>
                    <a:pt x="493948" y="138432"/>
                    <a:pt x="470803" y="152719"/>
                    <a:pt x="450419" y="169102"/>
                  </a:cubicBezTo>
                  <a:cubicBezTo>
                    <a:pt x="431179" y="184533"/>
                    <a:pt x="414510" y="201868"/>
                    <a:pt x="400318" y="221014"/>
                  </a:cubicBezTo>
                  <a:cubicBezTo>
                    <a:pt x="379267" y="321502"/>
                    <a:pt x="365551" y="429516"/>
                    <a:pt x="353169" y="543435"/>
                  </a:cubicBezTo>
                  <a:cubicBezTo>
                    <a:pt x="372219" y="513812"/>
                    <a:pt x="392603" y="487237"/>
                    <a:pt x="414224" y="463710"/>
                  </a:cubicBezTo>
                  <a:cubicBezTo>
                    <a:pt x="451848" y="422848"/>
                    <a:pt x="493472" y="391035"/>
                    <a:pt x="539097" y="368460"/>
                  </a:cubicBezTo>
                  <a:cubicBezTo>
                    <a:pt x="547289" y="364460"/>
                    <a:pt x="557099" y="367794"/>
                    <a:pt x="561100" y="375890"/>
                  </a:cubicBezTo>
                  <a:cubicBezTo>
                    <a:pt x="565100" y="383986"/>
                    <a:pt x="561766" y="393892"/>
                    <a:pt x="553670" y="397893"/>
                  </a:cubicBezTo>
                  <a:cubicBezTo>
                    <a:pt x="511760" y="418657"/>
                    <a:pt x="473375" y="447994"/>
                    <a:pt x="438418" y="486094"/>
                  </a:cubicBezTo>
                  <a:cubicBezTo>
                    <a:pt x="403651" y="523909"/>
                    <a:pt x="372409" y="570105"/>
                    <a:pt x="344596" y="624778"/>
                  </a:cubicBezTo>
                  <a:lnTo>
                    <a:pt x="341453" y="655735"/>
                  </a:lnTo>
                  <a:cubicBezTo>
                    <a:pt x="334405" y="723648"/>
                    <a:pt x="327261" y="793276"/>
                    <a:pt x="318784" y="864332"/>
                  </a:cubicBezTo>
                  <a:cubicBezTo>
                    <a:pt x="318784" y="865094"/>
                    <a:pt x="318689" y="865761"/>
                    <a:pt x="318498" y="866427"/>
                  </a:cubicBezTo>
                  <a:cubicBezTo>
                    <a:pt x="309640" y="940723"/>
                    <a:pt x="299257" y="1016637"/>
                    <a:pt x="286113" y="1093885"/>
                  </a:cubicBezTo>
                  <a:cubicBezTo>
                    <a:pt x="321641" y="1038925"/>
                    <a:pt x="359931" y="990348"/>
                    <a:pt x="400984" y="948152"/>
                  </a:cubicBezTo>
                  <a:cubicBezTo>
                    <a:pt x="461087" y="886335"/>
                    <a:pt x="527000" y="838043"/>
                    <a:pt x="598628" y="803562"/>
                  </a:cubicBezTo>
                  <a:cubicBezTo>
                    <a:pt x="606820" y="799657"/>
                    <a:pt x="616630" y="803086"/>
                    <a:pt x="620631" y="811278"/>
                  </a:cubicBezTo>
                  <a:cubicBezTo>
                    <a:pt x="624632" y="819469"/>
                    <a:pt x="621107" y="829280"/>
                    <a:pt x="612915" y="833281"/>
                  </a:cubicBezTo>
                  <a:cubicBezTo>
                    <a:pt x="544717" y="866142"/>
                    <a:pt x="481947" y="912052"/>
                    <a:pt x="424607" y="971107"/>
                  </a:cubicBezTo>
                  <a:cubicBezTo>
                    <a:pt x="367361" y="1029972"/>
                    <a:pt x="315545" y="1101886"/>
                    <a:pt x="269063" y="1186848"/>
                  </a:cubicBezTo>
                  <a:cubicBezTo>
                    <a:pt x="248775" y="1289052"/>
                    <a:pt x="222962" y="1393256"/>
                    <a:pt x="188672" y="1498507"/>
                  </a:cubicBezTo>
                  <a:lnTo>
                    <a:pt x="188672" y="1498507"/>
                  </a:lnTo>
                  <a:cubicBezTo>
                    <a:pt x="188672" y="1498507"/>
                    <a:pt x="188577" y="1498983"/>
                    <a:pt x="188577" y="1498983"/>
                  </a:cubicBezTo>
                  <a:lnTo>
                    <a:pt x="188577" y="1498983"/>
                  </a:lnTo>
                  <a:cubicBezTo>
                    <a:pt x="171813" y="1550608"/>
                    <a:pt x="152953" y="1602520"/>
                    <a:pt x="131713" y="1654622"/>
                  </a:cubicBezTo>
                  <a:cubicBezTo>
                    <a:pt x="181528" y="1611854"/>
                    <a:pt x="234392" y="1574897"/>
                    <a:pt x="290304" y="1543750"/>
                  </a:cubicBezTo>
                  <a:cubicBezTo>
                    <a:pt x="368314" y="1500316"/>
                    <a:pt x="452039" y="1468313"/>
                    <a:pt x="541573" y="1447548"/>
                  </a:cubicBezTo>
                  <a:cubicBezTo>
                    <a:pt x="550431" y="1445452"/>
                    <a:pt x="559290" y="1450977"/>
                    <a:pt x="561385" y="1459931"/>
                  </a:cubicBezTo>
                  <a:cubicBezTo>
                    <a:pt x="563481" y="1468789"/>
                    <a:pt x="557861" y="1477647"/>
                    <a:pt x="549098" y="1479742"/>
                  </a:cubicBezTo>
                  <a:cubicBezTo>
                    <a:pt x="462421" y="1499840"/>
                    <a:pt x="381553" y="1530797"/>
                    <a:pt x="306401" y="1572516"/>
                  </a:cubicBezTo>
                  <a:cubicBezTo>
                    <a:pt x="232106" y="1613950"/>
                    <a:pt x="163336" y="1666051"/>
                    <a:pt x="99994" y="1728821"/>
                  </a:cubicBezTo>
                  <a:cubicBezTo>
                    <a:pt x="84373" y="1763492"/>
                    <a:pt x="67705" y="1798068"/>
                    <a:pt x="49703" y="1832834"/>
                  </a:cubicBezTo>
                  <a:lnTo>
                    <a:pt x="13317" y="1831406"/>
                  </a:lnTo>
                  <a:cubicBezTo>
                    <a:pt x="73420" y="1717106"/>
                    <a:pt x="119997" y="1603091"/>
                    <a:pt x="156764" y="1490315"/>
                  </a:cubicBezTo>
                  <a:cubicBezTo>
                    <a:pt x="162955" y="1410019"/>
                    <a:pt x="153430" y="1329723"/>
                    <a:pt x="128189" y="1249428"/>
                  </a:cubicBezTo>
                  <a:cubicBezTo>
                    <a:pt x="102662" y="1168084"/>
                    <a:pt x="60942" y="1086550"/>
                    <a:pt x="3030" y="1004921"/>
                  </a:cubicBezTo>
                  <a:cubicBezTo>
                    <a:pt x="-2209" y="997491"/>
                    <a:pt x="-494" y="987300"/>
                    <a:pt x="6935" y="981966"/>
                  </a:cubicBezTo>
                  <a:cubicBezTo>
                    <a:pt x="14269" y="976727"/>
                    <a:pt x="24652" y="978441"/>
                    <a:pt x="29891" y="985871"/>
                  </a:cubicBezTo>
                  <a:cubicBezTo>
                    <a:pt x="89803" y="1070262"/>
                    <a:pt x="132951" y="1154845"/>
                    <a:pt x="159621" y="1239522"/>
                  </a:cubicBezTo>
                  <a:cubicBezTo>
                    <a:pt x="174765" y="1287623"/>
                    <a:pt x="184481" y="1335724"/>
                    <a:pt x="188863" y="1383825"/>
                  </a:cubicBezTo>
                  <a:cubicBezTo>
                    <a:pt x="238298" y="1205518"/>
                    <a:pt x="265634" y="1031115"/>
                    <a:pt x="285637" y="864713"/>
                  </a:cubicBezTo>
                  <a:cubicBezTo>
                    <a:pt x="266301" y="794133"/>
                    <a:pt x="244775" y="734506"/>
                    <a:pt x="220962" y="685643"/>
                  </a:cubicBezTo>
                  <a:cubicBezTo>
                    <a:pt x="197245" y="637066"/>
                    <a:pt x="171527" y="599632"/>
                    <a:pt x="143714" y="573343"/>
                  </a:cubicBezTo>
                  <a:cubicBezTo>
                    <a:pt x="137047" y="567152"/>
                    <a:pt x="136761" y="556675"/>
                    <a:pt x="143048" y="550102"/>
                  </a:cubicBezTo>
                  <a:cubicBezTo>
                    <a:pt x="149238" y="543530"/>
                    <a:pt x="159716" y="543149"/>
                    <a:pt x="166289" y="549436"/>
                  </a:cubicBezTo>
                  <a:cubicBezTo>
                    <a:pt x="197054" y="578582"/>
                    <a:pt x="225248" y="619254"/>
                    <a:pt x="250585" y="671260"/>
                  </a:cubicBezTo>
                  <a:cubicBezTo>
                    <a:pt x="266396" y="703645"/>
                    <a:pt x="281255" y="740698"/>
                    <a:pt x="295162" y="782322"/>
                  </a:cubicBezTo>
                  <a:cubicBezTo>
                    <a:pt x="300019" y="738316"/>
                    <a:pt x="304496" y="695073"/>
                    <a:pt x="308878" y="652401"/>
                  </a:cubicBezTo>
                  <a:lnTo>
                    <a:pt x="312306" y="619254"/>
                  </a:lnTo>
                  <a:cubicBezTo>
                    <a:pt x="312306" y="618682"/>
                    <a:pt x="312306" y="618016"/>
                    <a:pt x="312497" y="617444"/>
                  </a:cubicBezTo>
                  <a:cubicBezTo>
                    <a:pt x="335929" y="391320"/>
                    <a:pt x="359551" y="185581"/>
                    <a:pt x="426416" y="1079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1" name="任意多边形: 形状 150" descr="8467b929-aff8-42c3-986c-aab73799f43e">
              <a:extLst>
                <a:ext uri="{FF2B5EF4-FFF2-40B4-BE49-F238E27FC236}">
                  <a16:creationId xmlns:a16="http://schemas.microsoft.com/office/drawing/2014/main" id="{A71C64DD-D0B1-F2B9-9A95-58F27D7E9EA4}"/>
                </a:ext>
              </a:extLst>
            </p:cNvPr>
            <p:cNvSpPr/>
            <p:nvPr/>
          </p:nvSpPr>
          <p:spPr>
            <a:xfrm>
              <a:off x="7879721" y="4914414"/>
              <a:ext cx="694860" cy="790962"/>
            </a:xfrm>
            <a:custGeom>
              <a:avLst/>
              <a:gdLst>
                <a:gd name="connsiteX0" fmla="*/ 143518 w 1160131"/>
                <a:gd name="connsiteY0" fmla="*/ 829950 h 1320582"/>
                <a:gd name="connsiteX1" fmla="*/ 309443 w 1160131"/>
                <a:gd name="connsiteY1" fmla="*/ 731747 h 1320582"/>
                <a:gd name="connsiteX2" fmla="*/ 386691 w 1160131"/>
                <a:gd name="connsiteY2" fmla="*/ 517054 h 1320582"/>
                <a:gd name="connsiteX3" fmla="*/ 623578 w 1160131"/>
                <a:gd name="connsiteY3" fmla="*/ 357129 h 1320582"/>
                <a:gd name="connsiteX4" fmla="*/ 730734 w 1160131"/>
                <a:gd name="connsiteY4" fmla="*/ 182822 h 1320582"/>
                <a:gd name="connsiteX5" fmla="*/ 1094208 w 1160131"/>
                <a:gd name="connsiteY5" fmla="*/ 40232 h 1320582"/>
                <a:gd name="connsiteX6" fmla="*/ 1070396 w 1160131"/>
                <a:gd name="connsiteY6" fmla="*/ 362463 h 1320582"/>
                <a:gd name="connsiteX7" fmla="*/ 1015818 w 1160131"/>
                <a:gd name="connsiteY7" fmla="*/ 522388 h 1320582"/>
                <a:gd name="connsiteX8" fmla="*/ 967811 w 1160131"/>
                <a:gd name="connsiteY8" fmla="*/ 805852 h 1320582"/>
                <a:gd name="connsiteX9" fmla="*/ 819698 w 1160131"/>
                <a:gd name="connsiteY9" fmla="*/ 909103 h 1320582"/>
                <a:gd name="connsiteX10" fmla="*/ 754832 w 1160131"/>
                <a:gd name="connsiteY10" fmla="*/ 1101413 h 1320582"/>
                <a:gd name="connsiteX11" fmla="*/ 630721 w 1160131"/>
                <a:gd name="connsiteY11" fmla="*/ 1320583 h 1320582"/>
                <a:gd name="connsiteX12" fmla="*/ 62651 w 1160131"/>
                <a:gd name="connsiteY12" fmla="*/ 1289627 h 1320582"/>
                <a:gd name="connsiteX13" fmla="*/ 18264 w 1160131"/>
                <a:gd name="connsiteY13" fmla="*/ 1206092 h 1320582"/>
                <a:gd name="connsiteX14" fmla="*/ 143327 w 1160131"/>
                <a:gd name="connsiteY14" fmla="*/ 830045 h 132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0131" h="1320582">
                  <a:moveTo>
                    <a:pt x="143518" y="829950"/>
                  </a:moveTo>
                  <a:cubicBezTo>
                    <a:pt x="200668" y="799185"/>
                    <a:pt x="269533" y="782897"/>
                    <a:pt x="309443" y="731747"/>
                  </a:cubicBezTo>
                  <a:cubicBezTo>
                    <a:pt x="356592" y="671359"/>
                    <a:pt x="347162" y="582586"/>
                    <a:pt x="386691" y="517054"/>
                  </a:cubicBezTo>
                  <a:cubicBezTo>
                    <a:pt x="436507" y="434472"/>
                    <a:pt x="545378" y="413517"/>
                    <a:pt x="623578" y="357129"/>
                  </a:cubicBezTo>
                  <a:cubicBezTo>
                    <a:pt x="700159" y="301884"/>
                    <a:pt x="689776" y="267880"/>
                    <a:pt x="730734" y="182822"/>
                  </a:cubicBezTo>
                  <a:cubicBezTo>
                    <a:pt x="792552" y="54711"/>
                    <a:pt x="970097" y="-64828"/>
                    <a:pt x="1094208" y="40232"/>
                  </a:cubicBezTo>
                  <a:cubicBezTo>
                    <a:pt x="1220128" y="147008"/>
                    <a:pt x="1139070" y="271785"/>
                    <a:pt x="1070396" y="362463"/>
                  </a:cubicBezTo>
                  <a:cubicBezTo>
                    <a:pt x="1021437" y="427043"/>
                    <a:pt x="1028867" y="442473"/>
                    <a:pt x="1015818" y="522388"/>
                  </a:cubicBezTo>
                  <a:cubicBezTo>
                    <a:pt x="1000006" y="618876"/>
                    <a:pt x="1032867" y="732795"/>
                    <a:pt x="967811" y="805852"/>
                  </a:cubicBezTo>
                  <a:cubicBezTo>
                    <a:pt x="927616" y="851096"/>
                    <a:pt x="860655" y="864621"/>
                    <a:pt x="819698" y="909103"/>
                  </a:cubicBezTo>
                  <a:cubicBezTo>
                    <a:pt x="773215" y="959491"/>
                    <a:pt x="771501" y="1034928"/>
                    <a:pt x="754832" y="1101413"/>
                  </a:cubicBezTo>
                  <a:cubicBezTo>
                    <a:pt x="732449" y="1191043"/>
                    <a:pt x="693110" y="1262766"/>
                    <a:pt x="630721" y="1320583"/>
                  </a:cubicBezTo>
                  <a:cubicBezTo>
                    <a:pt x="466320" y="1309439"/>
                    <a:pt x="275725" y="1299056"/>
                    <a:pt x="62651" y="1289627"/>
                  </a:cubicBezTo>
                  <a:cubicBezTo>
                    <a:pt x="43981" y="1264100"/>
                    <a:pt x="28742" y="1236001"/>
                    <a:pt x="18264" y="1206092"/>
                  </a:cubicBezTo>
                  <a:cubicBezTo>
                    <a:pt x="-28504" y="1073791"/>
                    <a:pt x="15026" y="899292"/>
                    <a:pt x="143327" y="830045"/>
                  </a:cubicBezTo>
                  <a:close/>
                </a:path>
              </a:pathLst>
            </a:custGeom>
            <a:solidFill>
              <a:srgbClr val="C5DEF8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2" name="任意多边形: 形状 151" descr="10cbf780-7c87-439e-b2ee-a59a2ffef326">
              <a:extLst>
                <a:ext uri="{FF2B5EF4-FFF2-40B4-BE49-F238E27FC236}">
                  <a16:creationId xmlns:a16="http://schemas.microsoft.com/office/drawing/2014/main" id="{9444E0D0-303E-6E13-BFD2-C27D26243B1E}"/>
                </a:ext>
              </a:extLst>
            </p:cNvPr>
            <p:cNvSpPr/>
            <p:nvPr/>
          </p:nvSpPr>
          <p:spPr>
            <a:xfrm>
              <a:off x="7957808" y="4990211"/>
              <a:ext cx="533537" cy="699590"/>
            </a:xfrm>
            <a:custGeom>
              <a:avLst/>
              <a:gdLst>
                <a:gd name="connsiteX0" fmla="*/ 847725 w 890788"/>
                <a:gd name="connsiteY0" fmla="*/ 3788 h 1168028"/>
                <a:gd name="connsiteX1" fmla="*/ 865346 w 890788"/>
                <a:gd name="connsiteY1" fmla="*/ 3502 h 1168028"/>
                <a:gd name="connsiteX2" fmla="*/ 865632 w 890788"/>
                <a:gd name="connsiteY2" fmla="*/ 21123 h 1168028"/>
                <a:gd name="connsiteX3" fmla="*/ 797052 w 890788"/>
                <a:gd name="connsiteY3" fmla="*/ 101800 h 1168028"/>
                <a:gd name="connsiteX4" fmla="*/ 810863 w 890788"/>
                <a:gd name="connsiteY4" fmla="*/ 97514 h 1168028"/>
                <a:gd name="connsiteX5" fmla="*/ 877824 w 890788"/>
                <a:gd name="connsiteY5" fmla="*/ 87226 h 1168028"/>
                <a:gd name="connsiteX6" fmla="*/ 890778 w 890788"/>
                <a:gd name="connsiteY6" fmla="*/ 99228 h 1168028"/>
                <a:gd name="connsiteX7" fmla="*/ 878777 w 890788"/>
                <a:gd name="connsiteY7" fmla="*/ 112182 h 1168028"/>
                <a:gd name="connsiteX8" fmla="*/ 817531 w 890788"/>
                <a:gd name="connsiteY8" fmla="*/ 121517 h 1168028"/>
                <a:gd name="connsiteX9" fmla="*/ 767239 w 890788"/>
                <a:gd name="connsiteY9" fmla="*/ 142757 h 1168028"/>
                <a:gd name="connsiteX10" fmla="*/ 638842 w 890788"/>
                <a:gd name="connsiteY10" fmla="*/ 353450 h 1168028"/>
                <a:gd name="connsiteX11" fmla="*/ 704945 w 890788"/>
                <a:gd name="connsiteY11" fmla="*/ 315922 h 1168028"/>
                <a:gd name="connsiteX12" fmla="*/ 820102 w 890788"/>
                <a:gd name="connsiteY12" fmla="*/ 286585 h 1168028"/>
                <a:gd name="connsiteX13" fmla="*/ 833247 w 890788"/>
                <a:gd name="connsiteY13" fmla="*/ 298301 h 1168028"/>
                <a:gd name="connsiteX14" fmla="*/ 821531 w 890788"/>
                <a:gd name="connsiteY14" fmla="*/ 311445 h 1168028"/>
                <a:gd name="connsiteX15" fmla="*/ 715137 w 890788"/>
                <a:gd name="connsiteY15" fmla="*/ 338687 h 1168028"/>
                <a:gd name="connsiteX16" fmla="*/ 608647 w 890788"/>
                <a:gd name="connsiteY16" fmla="*/ 407457 h 1168028"/>
                <a:gd name="connsiteX17" fmla="*/ 597218 w 890788"/>
                <a:gd name="connsiteY17" fmla="*/ 428031 h 1168028"/>
                <a:gd name="connsiteX18" fmla="*/ 519589 w 890788"/>
                <a:gd name="connsiteY18" fmla="*/ 566620 h 1168028"/>
                <a:gd name="connsiteX19" fmla="*/ 518826 w 890788"/>
                <a:gd name="connsiteY19" fmla="*/ 567954 h 1168028"/>
                <a:gd name="connsiteX20" fmla="*/ 429006 w 890788"/>
                <a:gd name="connsiteY20" fmla="*/ 716734 h 1168028"/>
                <a:gd name="connsiteX21" fmla="*/ 552164 w 890788"/>
                <a:gd name="connsiteY21" fmla="*/ 649297 h 1168028"/>
                <a:gd name="connsiteX22" fmla="*/ 732663 w 890788"/>
                <a:gd name="connsiteY22" fmla="*/ 607101 h 1168028"/>
                <a:gd name="connsiteX23" fmla="*/ 745712 w 890788"/>
                <a:gd name="connsiteY23" fmla="*/ 619007 h 1168028"/>
                <a:gd name="connsiteX24" fmla="*/ 733806 w 890788"/>
                <a:gd name="connsiteY24" fmla="*/ 632057 h 1168028"/>
                <a:gd name="connsiteX25" fmla="*/ 561784 w 890788"/>
                <a:gd name="connsiteY25" fmla="*/ 672252 h 1168028"/>
                <a:gd name="connsiteX26" fmla="*/ 389477 w 890788"/>
                <a:gd name="connsiteY26" fmla="*/ 776455 h 1168028"/>
                <a:gd name="connsiteX27" fmla="*/ 241173 w 890788"/>
                <a:gd name="connsiteY27" fmla="*/ 969718 h 1168028"/>
                <a:gd name="connsiteX28" fmla="*/ 241173 w 890788"/>
                <a:gd name="connsiteY28" fmla="*/ 969718 h 1168028"/>
                <a:gd name="connsiteX29" fmla="*/ 240982 w 890788"/>
                <a:gd name="connsiteY29" fmla="*/ 970003 h 1168028"/>
                <a:gd name="connsiteX30" fmla="*/ 240982 w 890788"/>
                <a:gd name="connsiteY30" fmla="*/ 970003 h 1168028"/>
                <a:gd name="connsiteX31" fmla="*/ 155257 w 890788"/>
                <a:gd name="connsiteY31" fmla="*/ 1061634 h 1168028"/>
                <a:gd name="connsiteX32" fmla="*/ 298609 w 890788"/>
                <a:gd name="connsiteY32" fmla="*/ 1031440 h 1168028"/>
                <a:gd name="connsiteX33" fmla="*/ 502063 w 890788"/>
                <a:gd name="connsiteY33" fmla="*/ 1038870 h 1168028"/>
                <a:gd name="connsiteX34" fmla="*/ 512254 w 890788"/>
                <a:gd name="connsiteY34" fmla="*/ 1053347 h 1168028"/>
                <a:gd name="connsiteX35" fmla="*/ 497872 w 890788"/>
                <a:gd name="connsiteY35" fmla="*/ 1063444 h 1168028"/>
                <a:gd name="connsiteX36" fmla="*/ 301371 w 890788"/>
                <a:gd name="connsiteY36" fmla="*/ 1056205 h 1168028"/>
                <a:gd name="connsiteX37" fmla="*/ 111252 w 890788"/>
                <a:gd name="connsiteY37" fmla="*/ 1103925 h 1168028"/>
                <a:gd name="connsiteX38" fmla="*/ 37624 w 890788"/>
                <a:gd name="connsiteY38" fmla="*/ 1168029 h 1168028"/>
                <a:gd name="connsiteX39" fmla="*/ 0 w 890788"/>
                <a:gd name="connsiteY39" fmla="*/ 1166219 h 1168028"/>
                <a:gd name="connsiteX40" fmla="*/ 221552 w 890788"/>
                <a:gd name="connsiteY40" fmla="*/ 954573 h 1168028"/>
                <a:gd name="connsiteX41" fmla="*/ 272986 w 890788"/>
                <a:gd name="connsiteY41" fmla="*/ 778360 h 1168028"/>
                <a:gd name="connsiteX42" fmla="*/ 258223 w 890788"/>
                <a:gd name="connsiteY42" fmla="*/ 570906 h 1168028"/>
                <a:gd name="connsiteX43" fmla="*/ 267748 w 890788"/>
                <a:gd name="connsiteY43" fmla="*/ 556047 h 1168028"/>
                <a:gd name="connsiteX44" fmla="*/ 282607 w 890788"/>
                <a:gd name="connsiteY44" fmla="*/ 565572 h 1168028"/>
                <a:gd name="connsiteX45" fmla="*/ 297847 w 890788"/>
                <a:gd name="connsiteY45" fmla="*/ 780742 h 1168028"/>
                <a:gd name="connsiteX46" fmla="*/ 275463 w 890788"/>
                <a:gd name="connsiteY46" fmla="*/ 889898 h 1168028"/>
                <a:gd name="connsiteX47" fmla="*/ 496728 w 890788"/>
                <a:gd name="connsiteY47" fmla="*/ 557000 h 1168028"/>
                <a:gd name="connsiteX48" fmla="*/ 504634 w 890788"/>
                <a:gd name="connsiteY48" fmla="*/ 413172 h 1168028"/>
                <a:gd name="connsiteX49" fmla="*/ 484061 w 890788"/>
                <a:gd name="connsiteY49" fmla="*/ 312017 h 1168028"/>
                <a:gd name="connsiteX50" fmla="*/ 490538 w 890788"/>
                <a:gd name="connsiteY50" fmla="*/ 295634 h 1168028"/>
                <a:gd name="connsiteX51" fmla="*/ 506920 w 890788"/>
                <a:gd name="connsiteY51" fmla="*/ 302015 h 1168028"/>
                <a:gd name="connsiteX52" fmla="*/ 529590 w 890788"/>
                <a:gd name="connsiteY52" fmla="*/ 411934 h 1168028"/>
                <a:gd name="connsiteX53" fmla="*/ 527685 w 890788"/>
                <a:gd name="connsiteY53" fmla="*/ 502421 h 1168028"/>
                <a:gd name="connsiteX54" fmla="*/ 575691 w 890788"/>
                <a:gd name="connsiteY54" fmla="*/ 416030 h 1168028"/>
                <a:gd name="connsiteX55" fmla="*/ 587883 w 890788"/>
                <a:gd name="connsiteY55" fmla="*/ 393932 h 1168028"/>
                <a:gd name="connsiteX56" fmla="*/ 588550 w 890788"/>
                <a:gd name="connsiteY56" fmla="*/ 392693 h 1168028"/>
                <a:gd name="connsiteX57" fmla="*/ 847630 w 890788"/>
                <a:gd name="connsiteY57" fmla="*/ 3883 h 1168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890788" h="1168028">
                  <a:moveTo>
                    <a:pt x="847725" y="3788"/>
                  </a:moveTo>
                  <a:cubicBezTo>
                    <a:pt x="852488" y="-1166"/>
                    <a:pt x="860393" y="-1261"/>
                    <a:pt x="865346" y="3502"/>
                  </a:cubicBezTo>
                  <a:cubicBezTo>
                    <a:pt x="870299" y="8264"/>
                    <a:pt x="870395" y="16170"/>
                    <a:pt x="865632" y="21123"/>
                  </a:cubicBezTo>
                  <a:cubicBezTo>
                    <a:pt x="841629" y="45983"/>
                    <a:pt x="818959" y="72939"/>
                    <a:pt x="797052" y="101800"/>
                  </a:cubicBezTo>
                  <a:cubicBezTo>
                    <a:pt x="801528" y="100181"/>
                    <a:pt x="806196" y="98847"/>
                    <a:pt x="810863" y="97514"/>
                  </a:cubicBezTo>
                  <a:cubicBezTo>
                    <a:pt x="831818" y="91608"/>
                    <a:pt x="854107" y="88179"/>
                    <a:pt x="877824" y="87226"/>
                  </a:cubicBezTo>
                  <a:cubicBezTo>
                    <a:pt x="884777" y="86941"/>
                    <a:pt x="890492" y="92370"/>
                    <a:pt x="890778" y="99228"/>
                  </a:cubicBezTo>
                  <a:cubicBezTo>
                    <a:pt x="891064" y="106086"/>
                    <a:pt x="885634" y="111896"/>
                    <a:pt x="878777" y="112182"/>
                  </a:cubicBezTo>
                  <a:cubicBezTo>
                    <a:pt x="856964" y="113039"/>
                    <a:pt x="836581" y="116183"/>
                    <a:pt x="817531" y="121517"/>
                  </a:cubicBezTo>
                  <a:cubicBezTo>
                    <a:pt x="799624" y="126565"/>
                    <a:pt x="782764" y="133709"/>
                    <a:pt x="767239" y="142757"/>
                  </a:cubicBezTo>
                  <a:cubicBezTo>
                    <a:pt x="722852" y="206480"/>
                    <a:pt x="681228" y="277726"/>
                    <a:pt x="638842" y="353450"/>
                  </a:cubicBezTo>
                  <a:cubicBezTo>
                    <a:pt x="660940" y="338401"/>
                    <a:pt x="682943" y="325923"/>
                    <a:pt x="704945" y="315922"/>
                  </a:cubicBezTo>
                  <a:cubicBezTo>
                    <a:pt x="743235" y="298586"/>
                    <a:pt x="781717" y="288871"/>
                    <a:pt x="820102" y="286585"/>
                  </a:cubicBezTo>
                  <a:cubicBezTo>
                    <a:pt x="826961" y="286204"/>
                    <a:pt x="832866" y="291442"/>
                    <a:pt x="833247" y="298301"/>
                  </a:cubicBezTo>
                  <a:cubicBezTo>
                    <a:pt x="833628" y="305159"/>
                    <a:pt x="828389" y="311064"/>
                    <a:pt x="821531" y="311445"/>
                  </a:cubicBezTo>
                  <a:cubicBezTo>
                    <a:pt x="786289" y="313445"/>
                    <a:pt x="750761" y="322589"/>
                    <a:pt x="715137" y="338687"/>
                  </a:cubicBezTo>
                  <a:cubicBezTo>
                    <a:pt x="679704" y="354689"/>
                    <a:pt x="644271" y="377644"/>
                    <a:pt x="608647" y="407457"/>
                  </a:cubicBezTo>
                  <a:lnTo>
                    <a:pt x="597218" y="428031"/>
                  </a:lnTo>
                  <a:cubicBezTo>
                    <a:pt x="572262" y="473275"/>
                    <a:pt x="546640" y="519662"/>
                    <a:pt x="519589" y="566620"/>
                  </a:cubicBezTo>
                  <a:cubicBezTo>
                    <a:pt x="519303" y="567096"/>
                    <a:pt x="519113" y="567572"/>
                    <a:pt x="518826" y="567954"/>
                  </a:cubicBezTo>
                  <a:cubicBezTo>
                    <a:pt x="490633" y="617102"/>
                    <a:pt x="460915" y="666918"/>
                    <a:pt x="429006" y="716734"/>
                  </a:cubicBezTo>
                  <a:cubicBezTo>
                    <a:pt x="470059" y="689016"/>
                    <a:pt x="511016" y="666537"/>
                    <a:pt x="552164" y="649297"/>
                  </a:cubicBezTo>
                  <a:cubicBezTo>
                    <a:pt x="612362" y="623961"/>
                    <a:pt x="672560" y="609959"/>
                    <a:pt x="732663" y="607101"/>
                  </a:cubicBezTo>
                  <a:cubicBezTo>
                    <a:pt x="739521" y="606815"/>
                    <a:pt x="745331" y="612149"/>
                    <a:pt x="745712" y="619007"/>
                  </a:cubicBezTo>
                  <a:cubicBezTo>
                    <a:pt x="745998" y="625865"/>
                    <a:pt x="740664" y="631771"/>
                    <a:pt x="733806" y="632057"/>
                  </a:cubicBezTo>
                  <a:cubicBezTo>
                    <a:pt x="676560" y="634723"/>
                    <a:pt x="619220" y="648154"/>
                    <a:pt x="561784" y="672252"/>
                  </a:cubicBezTo>
                  <a:cubicBezTo>
                    <a:pt x="504539" y="696350"/>
                    <a:pt x="447104" y="731021"/>
                    <a:pt x="389477" y="776455"/>
                  </a:cubicBezTo>
                  <a:cubicBezTo>
                    <a:pt x="345091" y="841702"/>
                    <a:pt x="296323" y="906567"/>
                    <a:pt x="241173" y="969718"/>
                  </a:cubicBezTo>
                  <a:lnTo>
                    <a:pt x="241173" y="969718"/>
                  </a:lnTo>
                  <a:lnTo>
                    <a:pt x="240982" y="970003"/>
                  </a:lnTo>
                  <a:lnTo>
                    <a:pt x="240982" y="970003"/>
                  </a:lnTo>
                  <a:cubicBezTo>
                    <a:pt x="213932" y="1000960"/>
                    <a:pt x="185451" y="1031630"/>
                    <a:pt x="155257" y="1061634"/>
                  </a:cubicBezTo>
                  <a:cubicBezTo>
                    <a:pt x="202597" y="1046585"/>
                    <a:pt x="250412" y="1036583"/>
                    <a:pt x="298609" y="1031440"/>
                  </a:cubicBezTo>
                  <a:cubicBezTo>
                    <a:pt x="365760" y="1024296"/>
                    <a:pt x="433578" y="1026773"/>
                    <a:pt x="502063" y="1038870"/>
                  </a:cubicBezTo>
                  <a:cubicBezTo>
                    <a:pt x="508825" y="1040013"/>
                    <a:pt x="513397" y="1046489"/>
                    <a:pt x="512254" y="1053347"/>
                  </a:cubicBezTo>
                  <a:cubicBezTo>
                    <a:pt x="511111" y="1060110"/>
                    <a:pt x="504634" y="1064682"/>
                    <a:pt x="497872" y="1063444"/>
                  </a:cubicBezTo>
                  <a:cubicBezTo>
                    <a:pt x="431578" y="1051728"/>
                    <a:pt x="366046" y="1049252"/>
                    <a:pt x="301371" y="1056205"/>
                  </a:cubicBezTo>
                  <a:cubicBezTo>
                    <a:pt x="237363" y="1063063"/>
                    <a:pt x="173927" y="1078969"/>
                    <a:pt x="111252" y="1103925"/>
                  </a:cubicBezTo>
                  <a:cubicBezTo>
                    <a:pt x="87725" y="1125642"/>
                    <a:pt x="63151" y="1147073"/>
                    <a:pt x="37624" y="1168029"/>
                  </a:cubicBezTo>
                  <a:lnTo>
                    <a:pt x="0" y="1166219"/>
                  </a:lnTo>
                  <a:cubicBezTo>
                    <a:pt x="84296" y="1099639"/>
                    <a:pt x="157163" y="1028296"/>
                    <a:pt x="221552" y="954573"/>
                  </a:cubicBezTo>
                  <a:cubicBezTo>
                    <a:pt x="249650" y="900471"/>
                    <a:pt x="266795" y="841702"/>
                    <a:pt x="272986" y="778360"/>
                  </a:cubicBezTo>
                  <a:cubicBezTo>
                    <a:pt x="279273" y="714067"/>
                    <a:pt x="274320" y="645010"/>
                    <a:pt x="258223" y="570906"/>
                  </a:cubicBezTo>
                  <a:cubicBezTo>
                    <a:pt x="256794" y="564239"/>
                    <a:pt x="260985" y="557476"/>
                    <a:pt x="267748" y="556047"/>
                  </a:cubicBezTo>
                  <a:cubicBezTo>
                    <a:pt x="274415" y="554618"/>
                    <a:pt x="281083" y="558809"/>
                    <a:pt x="282607" y="565572"/>
                  </a:cubicBezTo>
                  <a:cubicBezTo>
                    <a:pt x="299275" y="642058"/>
                    <a:pt x="304324" y="713877"/>
                    <a:pt x="297847" y="780742"/>
                  </a:cubicBezTo>
                  <a:cubicBezTo>
                    <a:pt x="294132" y="818652"/>
                    <a:pt x="286702" y="855132"/>
                    <a:pt x="275463" y="889898"/>
                  </a:cubicBezTo>
                  <a:cubicBezTo>
                    <a:pt x="362712" y="780361"/>
                    <a:pt x="433483" y="666918"/>
                    <a:pt x="496728" y="557000"/>
                  </a:cubicBezTo>
                  <a:cubicBezTo>
                    <a:pt x="504158" y="502135"/>
                    <a:pt x="506730" y="454130"/>
                    <a:pt x="504634" y="413172"/>
                  </a:cubicBezTo>
                  <a:cubicBezTo>
                    <a:pt x="502539" y="372310"/>
                    <a:pt x="495681" y="338591"/>
                    <a:pt x="484061" y="312017"/>
                  </a:cubicBezTo>
                  <a:cubicBezTo>
                    <a:pt x="481393" y="305730"/>
                    <a:pt x="484156" y="298396"/>
                    <a:pt x="490538" y="295634"/>
                  </a:cubicBezTo>
                  <a:cubicBezTo>
                    <a:pt x="496919" y="292871"/>
                    <a:pt x="504158" y="295729"/>
                    <a:pt x="506920" y="302015"/>
                  </a:cubicBezTo>
                  <a:cubicBezTo>
                    <a:pt x="519684" y="331448"/>
                    <a:pt x="527304" y="368023"/>
                    <a:pt x="529590" y="411934"/>
                  </a:cubicBezTo>
                  <a:cubicBezTo>
                    <a:pt x="531019" y="439175"/>
                    <a:pt x="530352" y="469369"/>
                    <a:pt x="527685" y="502421"/>
                  </a:cubicBezTo>
                  <a:cubicBezTo>
                    <a:pt x="544068" y="473275"/>
                    <a:pt x="559975" y="444414"/>
                    <a:pt x="575691" y="416030"/>
                  </a:cubicBezTo>
                  <a:lnTo>
                    <a:pt x="587883" y="393932"/>
                  </a:lnTo>
                  <a:cubicBezTo>
                    <a:pt x="587883" y="393932"/>
                    <a:pt x="588359" y="393074"/>
                    <a:pt x="588550" y="392693"/>
                  </a:cubicBezTo>
                  <a:cubicBezTo>
                    <a:pt x="671893" y="242103"/>
                    <a:pt x="749236" y="105800"/>
                    <a:pt x="847630" y="388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3" name="任意多边形: 形状 152" descr="696b28e0-d9a8-4afa-86d3-514b2bcaa724">
              <a:extLst>
                <a:ext uri="{FF2B5EF4-FFF2-40B4-BE49-F238E27FC236}">
                  <a16:creationId xmlns:a16="http://schemas.microsoft.com/office/drawing/2014/main" id="{02D7AAB1-716C-5003-EF27-CE964227841C}"/>
                </a:ext>
              </a:extLst>
            </p:cNvPr>
            <p:cNvSpPr/>
            <p:nvPr/>
          </p:nvSpPr>
          <p:spPr>
            <a:xfrm>
              <a:off x="5754025" y="2764908"/>
              <a:ext cx="718373" cy="684200"/>
            </a:xfrm>
            <a:custGeom>
              <a:avLst/>
              <a:gdLst>
                <a:gd name="connsiteX0" fmla="*/ 248031 w 1199388"/>
                <a:gd name="connsiteY0" fmla="*/ 310896 h 1142333"/>
                <a:gd name="connsiteX1" fmla="*/ 0 w 1199388"/>
                <a:gd name="connsiteY1" fmla="*/ 567595 h 1142333"/>
                <a:gd name="connsiteX2" fmla="*/ 248031 w 1199388"/>
                <a:gd name="connsiteY2" fmla="*/ 824294 h 1142333"/>
                <a:gd name="connsiteX3" fmla="*/ 496062 w 1199388"/>
                <a:gd name="connsiteY3" fmla="*/ 567595 h 1142333"/>
                <a:gd name="connsiteX4" fmla="*/ 248031 w 1199388"/>
                <a:gd name="connsiteY4" fmla="*/ 310896 h 1142333"/>
                <a:gd name="connsiteX5" fmla="*/ 248031 w 1199388"/>
                <a:gd name="connsiteY5" fmla="*/ 310896 h 1142333"/>
                <a:gd name="connsiteX6" fmla="*/ 1066990 w 1199388"/>
                <a:gd name="connsiteY6" fmla="*/ 868204 h 1142333"/>
                <a:gd name="connsiteX7" fmla="*/ 934593 w 1199388"/>
                <a:gd name="connsiteY7" fmla="*/ 1005269 h 1142333"/>
                <a:gd name="connsiteX8" fmla="*/ 1066990 w 1199388"/>
                <a:gd name="connsiteY8" fmla="*/ 1142333 h 1142333"/>
                <a:gd name="connsiteX9" fmla="*/ 1199388 w 1199388"/>
                <a:gd name="connsiteY9" fmla="*/ 1005269 h 1142333"/>
                <a:gd name="connsiteX10" fmla="*/ 1066990 w 1199388"/>
                <a:gd name="connsiteY10" fmla="*/ 868204 h 1142333"/>
                <a:gd name="connsiteX11" fmla="*/ 1066990 w 1199388"/>
                <a:gd name="connsiteY11" fmla="*/ 868204 h 1142333"/>
                <a:gd name="connsiteX12" fmla="*/ 708374 w 1199388"/>
                <a:gd name="connsiteY12" fmla="*/ 0 h 1142333"/>
                <a:gd name="connsiteX13" fmla="*/ 574262 w 1199388"/>
                <a:gd name="connsiteY13" fmla="*/ 138779 h 1142333"/>
                <a:gd name="connsiteX14" fmla="*/ 708374 w 1199388"/>
                <a:gd name="connsiteY14" fmla="*/ 277559 h 1142333"/>
                <a:gd name="connsiteX15" fmla="*/ 842486 w 1199388"/>
                <a:gd name="connsiteY15" fmla="*/ 138779 h 1142333"/>
                <a:gd name="connsiteX16" fmla="*/ 708374 w 1199388"/>
                <a:gd name="connsiteY16" fmla="*/ 0 h 114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9388" h="1142333">
                  <a:moveTo>
                    <a:pt x="248031" y="310896"/>
                  </a:moveTo>
                  <a:cubicBezTo>
                    <a:pt x="232601" y="522161"/>
                    <a:pt x="201454" y="551307"/>
                    <a:pt x="0" y="567595"/>
                  </a:cubicBezTo>
                  <a:cubicBezTo>
                    <a:pt x="201454" y="583883"/>
                    <a:pt x="232601" y="613029"/>
                    <a:pt x="248031" y="824294"/>
                  </a:cubicBezTo>
                  <a:cubicBezTo>
                    <a:pt x="263462" y="613029"/>
                    <a:pt x="294608" y="583787"/>
                    <a:pt x="496062" y="567595"/>
                  </a:cubicBezTo>
                  <a:cubicBezTo>
                    <a:pt x="294608" y="551307"/>
                    <a:pt x="263462" y="522161"/>
                    <a:pt x="248031" y="310896"/>
                  </a:cubicBezTo>
                  <a:lnTo>
                    <a:pt x="248031" y="310896"/>
                  </a:lnTo>
                  <a:close/>
                  <a:moveTo>
                    <a:pt x="1066990" y="868204"/>
                  </a:moveTo>
                  <a:cubicBezTo>
                    <a:pt x="1058704" y="980980"/>
                    <a:pt x="1042130" y="996601"/>
                    <a:pt x="934593" y="1005269"/>
                  </a:cubicBezTo>
                  <a:cubicBezTo>
                    <a:pt x="1042130" y="1013936"/>
                    <a:pt x="1058799" y="1029557"/>
                    <a:pt x="1066990" y="1142333"/>
                  </a:cubicBezTo>
                  <a:cubicBezTo>
                    <a:pt x="1075182" y="1029557"/>
                    <a:pt x="1091851" y="1013936"/>
                    <a:pt x="1199388" y="1005269"/>
                  </a:cubicBezTo>
                  <a:cubicBezTo>
                    <a:pt x="1091756" y="996601"/>
                    <a:pt x="1075182" y="980980"/>
                    <a:pt x="1066990" y="868204"/>
                  </a:cubicBezTo>
                  <a:lnTo>
                    <a:pt x="1066990" y="868204"/>
                  </a:lnTo>
                  <a:close/>
                  <a:moveTo>
                    <a:pt x="708374" y="0"/>
                  </a:moveTo>
                  <a:cubicBezTo>
                    <a:pt x="700088" y="114205"/>
                    <a:pt x="683228" y="130016"/>
                    <a:pt x="574262" y="138779"/>
                  </a:cubicBezTo>
                  <a:cubicBezTo>
                    <a:pt x="683228" y="147542"/>
                    <a:pt x="700088" y="163354"/>
                    <a:pt x="708374" y="277559"/>
                  </a:cubicBezTo>
                  <a:cubicBezTo>
                    <a:pt x="716756" y="163354"/>
                    <a:pt x="733520" y="147542"/>
                    <a:pt x="842486" y="138779"/>
                  </a:cubicBezTo>
                  <a:cubicBezTo>
                    <a:pt x="733520" y="130016"/>
                    <a:pt x="716661" y="114205"/>
                    <a:pt x="70837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4" name="任意多边形: 形状 153" descr="8e0d573a-cfd1-4e10-a838-97b303796a8f">
              <a:extLst>
                <a:ext uri="{FF2B5EF4-FFF2-40B4-BE49-F238E27FC236}">
                  <a16:creationId xmlns:a16="http://schemas.microsoft.com/office/drawing/2014/main" id="{67BBC74D-0817-CC52-CBBC-95CFE609B9D2}"/>
                </a:ext>
              </a:extLst>
            </p:cNvPr>
            <p:cNvSpPr/>
            <p:nvPr/>
          </p:nvSpPr>
          <p:spPr>
            <a:xfrm>
              <a:off x="5263053" y="4875243"/>
              <a:ext cx="582024" cy="554240"/>
            </a:xfrm>
            <a:custGeom>
              <a:avLst/>
              <a:gdLst>
                <a:gd name="connsiteX0" fmla="*/ 770763 w 971740"/>
                <a:gd name="connsiteY0" fmla="*/ 251841 h 925353"/>
                <a:gd name="connsiteX1" fmla="*/ 971740 w 971740"/>
                <a:gd name="connsiteY1" fmla="*/ 459867 h 925353"/>
                <a:gd name="connsiteX2" fmla="*/ 770763 w 971740"/>
                <a:gd name="connsiteY2" fmla="*/ 667798 h 925353"/>
                <a:gd name="connsiteX3" fmla="*/ 569786 w 971740"/>
                <a:gd name="connsiteY3" fmla="*/ 459867 h 925353"/>
                <a:gd name="connsiteX4" fmla="*/ 770763 w 971740"/>
                <a:gd name="connsiteY4" fmla="*/ 251841 h 925353"/>
                <a:gd name="connsiteX5" fmla="*/ 770763 w 971740"/>
                <a:gd name="connsiteY5" fmla="*/ 251841 h 925353"/>
                <a:gd name="connsiteX6" fmla="*/ 107252 w 971740"/>
                <a:gd name="connsiteY6" fmla="*/ 703326 h 925353"/>
                <a:gd name="connsiteX7" fmla="*/ 214503 w 971740"/>
                <a:gd name="connsiteY7" fmla="*/ 814388 h 925353"/>
                <a:gd name="connsiteX8" fmla="*/ 107252 w 971740"/>
                <a:gd name="connsiteY8" fmla="*/ 925354 h 925353"/>
                <a:gd name="connsiteX9" fmla="*/ 0 w 971740"/>
                <a:gd name="connsiteY9" fmla="*/ 814388 h 925353"/>
                <a:gd name="connsiteX10" fmla="*/ 107252 w 971740"/>
                <a:gd name="connsiteY10" fmla="*/ 703326 h 925353"/>
                <a:gd name="connsiteX11" fmla="*/ 107252 w 971740"/>
                <a:gd name="connsiteY11" fmla="*/ 703326 h 925353"/>
                <a:gd name="connsiteX12" fmla="*/ 397859 w 971740"/>
                <a:gd name="connsiteY12" fmla="*/ 0 h 925353"/>
                <a:gd name="connsiteX13" fmla="*/ 506539 w 971740"/>
                <a:gd name="connsiteY13" fmla="*/ 112490 h 925353"/>
                <a:gd name="connsiteX14" fmla="*/ 397859 w 971740"/>
                <a:gd name="connsiteY14" fmla="*/ 224980 h 925353"/>
                <a:gd name="connsiteX15" fmla="*/ 289179 w 971740"/>
                <a:gd name="connsiteY15" fmla="*/ 112490 h 925353"/>
                <a:gd name="connsiteX16" fmla="*/ 397859 w 971740"/>
                <a:gd name="connsiteY16" fmla="*/ 0 h 92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71740" h="925353">
                  <a:moveTo>
                    <a:pt x="770763" y="251841"/>
                  </a:moveTo>
                  <a:cubicBezTo>
                    <a:pt x="783241" y="423006"/>
                    <a:pt x="808482" y="446627"/>
                    <a:pt x="971740" y="459867"/>
                  </a:cubicBezTo>
                  <a:cubicBezTo>
                    <a:pt x="808482" y="473012"/>
                    <a:pt x="783241" y="496634"/>
                    <a:pt x="770763" y="667798"/>
                  </a:cubicBezTo>
                  <a:cubicBezTo>
                    <a:pt x="758285" y="496634"/>
                    <a:pt x="733044" y="473012"/>
                    <a:pt x="569786" y="459867"/>
                  </a:cubicBezTo>
                  <a:cubicBezTo>
                    <a:pt x="733044" y="446723"/>
                    <a:pt x="758285" y="423006"/>
                    <a:pt x="770763" y="251841"/>
                  </a:cubicBezTo>
                  <a:lnTo>
                    <a:pt x="770763" y="251841"/>
                  </a:lnTo>
                  <a:close/>
                  <a:moveTo>
                    <a:pt x="107252" y="703326"/>
                  </a:moveTo>
                  <a:cubicBezTo>
                    <a:pt x="113919" y="794766"/>
                    <a:pt x="127349" y="807339"/>
                    <a:pt x="214503" y="814388"/>
                  </a:cubicBezTo>
                  <a:cubicBezTo>
                    <a:pt x="127349" y="821436"/>
                    <a:pt x="113919" y="834009"/>
                    <a:pt x="107252" y="925354"/>
                  </a:cubicBezTo>
                  <a:cubicBezTo>
                    <a:pt x="100584" y="834009"/>
                    <a:pt x="87154" y="821436"/>
                    <a:pt x="0" y="814388"/>
                  </a:cubicBezTo>
                  <a:cubicBezTo>
                    <a:pt x="87154" y="807339"/>
                    <a:pt x="100679" y="794671"/>
                    <a:pt x="107252" y="703326"/>
                  </a:cubicBezTo>
                  <a:lnTo>
                    <a:pt x="107252" y="703326"/>
                  </a:lnTo>
                  <a:close/>
                  <a:moveTo>
                    <a:pt x="397859" y="0"/>
                  </a:moveTo>
                  <a:cubicBezTo>
                    <a:pt x="404527" y="92583"/>
                    <a:pt x="418243" y="105346"/>
                    <a:pt x="506539" y="112490"/>
                  </a:cubicBezTo>
                  <a:cubicBezTo>
                    <a:pt x="418243" y="119634"/>
                    <a:pt x="404622" y="132397"/>
                    <a:pt x="397859" y="224980"/>
                  </a:cubicBezTo>
                  <a:cubicBezTo>
                    <a:pt x="391096" y="132397"/>
                    <a:pt x="377476" y="119634"/>
                    <a:pt x="289179" y="112490"/>
                  </a:cubicBezTo>
                  <a:cubicBezTo>
                    <a:pt x="377476" y="105346"/>
                    <a:pt x="391096" y="92583"/>
                    <a:pt x="39785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55" name="任意多边形: 形状 154" descr="e43e7d1f-925e-4074-a820-16be4721b3ac">
              <a:extLst>
                <a:ext uri="{FF2B5EF4-FFF2-40B4-BE49-F238E27FC236}">
                  <a16:creationId xmlns:a16="http://schemas.microsoft.com/office/drawing/2014/main" id="{72507FE8-E453-A16C-5F47-5FA521C62B6B}"/>
                </a:ext>
              </a:extLst>
            </p:cNvPr>
            <p:cNvSpPr/>
            <p:nvPr/>
          </p:nvSpPr>
          <p:spPr>
            <a:xfrm>
              <a:off x="7194195" y="4657826"/>
              <a:ext cx="445560" cy="424337"/>
            </a:xfrm>
            <a:custGeom>
              <a:avLst/>
              <a:gdLst>
                <a:gd name="connsiteX0" fmla="*/ 153829 w 743902"/>
                <a:gd name="connsiteY0" fmla="*/ 192881 h 708469"/>
                <a:gd name="connsiteX1" fmla="*/ 0 w 743902"/>
                <a:gd name="connsiteY1" fmla="*/ 352139 h 708469"/>
                <a:gd name="connsiteX2" fmla="*/ 153829 w 743902"/>
                <a:gd name="connsiteY2" fmla="*/ 511397 h 708469"/>
                <a:gd name="connsiteX3" fmla="*/ 307658 w 743902"/>
                <a:gd name="connsiteY3" fmla="*/ 352139 h 708469"/>
                <a:gd name="connsiteX4" fmla="*/ 153829 w 743902"/>
                <a:gd name="connsiteY4" fmla="*/ 192881 h 708469"/>
                <a:gd name="connsiteX5" fmla="*/ 153829 w 743902"/>
                <a:gd name="connsiteY5" fmla="*/ 192881 h 708469"/>
                <a:gd name="connsiteX6" fmla="*/ 661797 w 743902"/>
                <a:gd name="connsiteY6" fmla="*/ 538543 h 708469"/>
                <a:gd name="connsiteX7" fmla="*/ 579692 w 743902"/>
                <a:gd name="connsiteY7" fmla="*/ 623506 h 708469"/>
                <a:gd name="connsiteX8" fmla="*/ 661797 w 743902"/>
                <a:gd name="connsiteY8" fmla="*/ 708470 h 708469"/>
                <a:gd name="connsiteX9" fmla="*/ 743903 w 743902"/>
                <a:gd name="connsiteY9" fmla="*/ 623506 h 708469"/>
                <a:gd name="connsiteX10" fmla="*/ 661797 w 743902"/>
                <a:gd name="connsiteY10" fmla="*/ 538543 h 708469"/>
                <a:gd name="connsiteX11" fmla="*/ 661797 w 743902"/>
                <a:gd name="connsiteY11" fmla="*/ 538543 h 708469"/>
                <a:gd name="connsiteX12" fmla="*/ 439388 w 743902"/>
                <a:gd name="connsiteY12" fmla="*/ 0 h 708469"/>
                <a:gd name="connsiteX13" fmla="*/ 356235 w 743902"/>
                <a:gd name="connsiteY13" fmla="*/ 86106 h 708469"/>
                <a:gd name="connsiteX14" fmla="*/ 439388 w 743902"/>
                <a:gd name="connsiteY14" fmla="*/ 172212 h 708469"/>
                <a:gd name="connsiteX15" fmla="*/ 522542 w 743902"/>
                <a:gd name="connsiteY15" fmla="*/ 86106 h 708469"/>
                <a:gd name="connsiteX16" fmla="*/ 439388 w 743902"/>
                <a:gd name="connsiteY16" fmla="*/ 0 h 70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3902" h="708469">
                  <a:moveTo>
                    <a:pt x="153829" y="192881"/>
                  </a:moveTo>
                  <a:cubicBezTo>
                    <a:pt x="144304" y="323945"/>
                    <a:pt x="124969" y="342043"/>
                    <a:pt x="0" y="352139"/>
                  </a:cubicBezTo>
                  <a:cubicBezTo>
                    <a:pt x="124969" y="362236"/>
                    <a:pt x="144304" y="380333"/>
                    <a:pt x="153829" y="511397"/>
                  </a:cubicBezTo>
                  <a:cubicBezTo>
                    <a:pt x="163449" y="380333"/>
                    <a:pt x="182785" y="362236"/>
                    <a:pt x="307658" y="352139"/>
                  </a:cubicBezTo>
                  <a:cubicBezTo>
                    <a:pt x="182785" y="342043"/>
                    <a:pt x="163354" y="323945"/>
                    <a:pt x="153829" y="192881"/>
                  </a:cubicBezTo>
                  <a:lnTo>
                    <a:pt x="153829" y="192881"/>
                  </a:lnTo>
                  <a:close/>
                  <a:moveTo>
                    <a:pt x="661797" y="538543"/>
                  </a:moveTo>
                  <a:cubicBezTo>
                    <a:pt x="656749" y="608552"/>
                    <a:pt x="646367" y="618172"/>
                    <a:pt x="579692" y="623506"/>
                  </a:cubicBezTo>
                  <a:cubicBezTo>
                    <a:pt x="646367" y="628840"/>
                    <a:pt x="656654" y="638556"/>
                    <a:pt x="661797" y="708470"/>
                  </a:cubicBezTo>
                  <a:cubicBezTo>
                    <a:pt x="666941" y="638461"/>
                    <a:pt x="677228" y="628840"/>
                    <a:pt x="743903" y="623506"/>
                  </a:cubicBezTo>
                  <a:cubicBezTo>
                    <a:pt x="677228" y="618172"/>
                    <a:pt x="666941" y="608457"/>
                    <a:pt x="661797" y="538543"/>
                  </a:cubicBezTo>
                  <a:lnTo>
                    <a:pt x="661797" y="538543"/>
                  </a:lnTo>
                  <a:close/>
                  <a:moveTo>
                    <a:pt x="439388" y="0"/>
                  </a:moveTo>
                  <a:cubicBezTo>
                    <a:pt x="434245" y="70866"/>
                    <a:pt x="423768" y="80677"/>
                    <a:pt x="356235" y="86106"/>
                  </a:cubicBezTo>
                  <a:cubicBezTo>
                    <a:pt x="423863" y="91535"/>
                    <a:pt x="434245" y="101346"/>
                    <a:pt x="439388" y="172212"/>
                  </a:cubicBezTo>
                  <a:cubicBezTo>
                    <a:pt x="444532" y="101346"/>
                    <a:pt x="455009" y="91535"/>
                    <a:pt x="522542" y="86106"/>
                  </a:cubicBezTo>
                  <a:cubicBezTo>
                    <a:pt x="454914" y="80677"/>
                    <a:pt x="444532" y="70866"/>
                    <a:pt x="43938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2" name="任意多边形: 形状 121" descr="a6071a49-b9b7-4a69-b60e-47b35f5ad6b4">
              <a:extLst>
                <a:ext uri="{FF2B5EF4-FFF2-40B4-BE49-F238E27FC236}">
                  <a16:creationId xmlns:a16="http://schemas.microsoft.com/office/drawing/2014/main" id="{15D5F4DB-A6AD-0CEF-F53C-91C0C2066408}"/>
                </a:ext>
              </a:extLst>
            </p:cNvPr>
            <p:cNvSpPr/>
            <p:nvPr/>
          </p:nvSpPr>
          <p:spPr>
            <a:xfrm>
              <a:off x="6711552" y="2306056"/>
              <a:ext cx="161964" cy="2599652"/>
            </a:xfrm>
            <a:custGeom>
              <a:avLst/>
              <a:gdLst>
                <a:gd name="connsiteX0" fmla="*/ 257461 w 270414"/>
                <a:gd name="connsiteY0" fmla="*/ 95 h 4340351"/>
                <a:gd name="connsiteX1" fmla="*/ 952 w 270414"/>
                <a:gd name="connsiteY1" fmla="*/ 444151 h 4340351"/>
                <a:gd name="connsiteX2" fmla="*/ 0 w 270414"/>
                <a:gd name="connsiteY2" fmla="*/ 447580 h 4340351"/>
                <a:gd name="connsiteX3" fmla="*/ 0 w 270414"/>
                <a:gd name="connsiteY3" fmla="*/ 4340352 h 4340351"/>
                <a:gd name="connsiteX4" fmla="*/ 270415 w 270414"/>
                <a:gd name="connsiteY4" fmla="*/ 4340352 h 4340351"/>
                <a:gd name="connsiteX5" fmla="*/ 270415 w 270414"/>
                <a:gd name="connsiteY5" fmla="*/ 3524 h 4340351"/>
                <a:gd name="connsiteX6" fmla="*/ 257461 w 270414"/>
                <a:gd name="connsiteY6" fmla="*/ 0 h 4340351"/>
                <a:gd name="connsiteX7" fmla="*/ 257461 w 270414"/>
                <a:gd name="connsiteY7" fmla="*/ 0 h 4340351"/>
                <a:gd name="connsiteX8" fmla="*/ 13907 w 270414"/>
                <a:gd name="connsiteY8" fmla="*/ 449389 h 4340351"/>
                <a:gd name="connsiteX9" fmla="*/ 256604 w 270414"/>
                <a:gd name="connsiteY9" fmla="*/ 29432 h 4340351"/>
                <a:gd name="connsiteX10" fmla="*/ 256604 w 270414"/>
                <a:gd name="connsiteY10" fmla="*/ 4326446 h 4340351"/>
                <a:gd name="connsiteX11" fmla="*/ 13907 w 270414"/>
                <a:gd name="connsiteY11" fmla="*/ 4326446 h 4340351"/>
                <a:gd name="connsiteX12" fmla="*/ 13907 w 270414"/>
                <a:gd name="connsiteY12" fmla="*/ 449294 h 4340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414" h="4340351">
                  <a:moveTo>
                    <a:pt x="257461" y="95"/>
                  </a:moveTo>
                  <a:lnTo>
                    <a:pt x="952" y="444151"/>
                  </a:lnTo>
                  <a:lnTo>
                    <a:pt x="0" y="447580"/>
                  </a:lnTo>
                  <a:lnTo>
                    <a:pt x="0" y="4340352"/>
                  </a:lnTo>
                  <a:lnTo>
                    <a:pt x="270415" y="4340352"/>
                  </a:lnTo>
                  <a:lnTo>
                    <a:pt x="270415" y="3524"/>
                  </a:lnTo>
                  <a:lnTo>
                    <a:pt x="257461" y="0"/>
                  </a:lnTo>
                  <a:lnTo>
                    <a:pt x="257461" y="0"/>
                  </a:lnTo>
                  <a:close/>
                  <a:moveTo>
                    <a:pt x="13907" y="449389"/>
                  </a:moveTo>
                  <a:lnTo>
                    <a:pt x="256604" y="29432"/>
                  </a:lnTo>
                  <a:lnTo>
                    <a:pt x="256604" y="4326446"/>
                  </a:lnTo>
                  <a:lnTo>
                    <a:pt x="13907" y="4326446"/>
                  </a:lnTo>
                  <a:lnTo>
                    <a:pt x="13907" y="449294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3" name="任意多边形: 形状 122" descr="ce97e057-115b-4c82-8929-c69bfab0c287">
              <a:extLst>
                <a:ext uri="{FF2B5EF4-FFF2-40B4-BE49-F238E27FC236}">
                  <a16:creationId xmlns:a16="http://schemas.microsoft.com/office/drawing/2014/main" id="{EBEE99E8-03A3-E2C8-2844-B581A4556DB7}"/>
                </a:ext>
              </a:extLst>
            </p:cNvPr>
            <p:cNvSpPr/>
            <p:nvPr/>
          </p:nvSpPr>
          <p:spPr>
            <a:xfrm>
              <a:off x="5759559" y="2741347"/>
              <a:ext cx="1556038" cy="8329"/>
            </a:xfrm>
            <a:custGeom>
              <a:avLst/>
              <a:gdLst>
                <a:gd name="connsiteX0" fmla="*/ 0 w 2597943"/>
                <a:gd name="connsiteY0" fmla="*/ 0 h 13906"/>
                <a:gd name="connsiteX1" fmla="*/ 2597944 w 2597943"/>
                <a:gd name="connsiteY1" fmla="*/ 0 h 13906"/>
                <a:gd name="connsiteX2" fmla="*/ 2597944 w 2597943"/>
                <a:gd name="connsiteY2" fmla="*/ 13906 h 13906"/>
                <a:gd name="connsiteX3" fmla="*/ 0 w 2597943"/>
                <a:gd name="connsiteY3" fmla="*/ 13906 h 1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7943" h="13906">
                  <a:moveTo>
                    <a:pt x="0" y="0"/>
                  </a:moveTo>
                  <a:lnTo>
                    <a:pt x="2597944" y="0"/>
                  </a:lnTo>
                  <a:lnTo>
                    <a:pt x="2597944" y="13906"/>
                  </a:lnTo>
                  <a:lnTo>
                    <a:pt x="0" y="13906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4" name="任意多边形: 形状 123" descr="dff30831-a2bc-4a92-a798-1aea0a7d8370">
              <a:extLst>
                <a:ext uri="{FF2B5EF4-FFF2-40B4-BE49-F238E27FC236}">
                  <a16:creationId xmlns:a16="http://schemas.microsoft.com/office/drawing/2014/main" id="{E1B43FCF-FA79-13C4-0812-E65D79BDFBF3}"/>
                </a:ext>
              </a:extLst>
            </p:cNvPr>
            <p:cNvSpPr/>
            <p:nvPr/>
          </p:nvSpPr>
          <p:spPr>
            <a:xfrm>
              <a:off x="6887665" y="2634264"/>
              <a:ext cx="427817" cy="114898"/>
            </a:xfrm>
            <a:custGeom>
              <a:avLst/>
              <a:gdLst>
                <a:gd name="connsiteX0" fmla="*/ 708089 w 714279"/>
                <a:gd name="connsiteY0" fmla="*/ 0 h 191833"/>
                <a:gd name="connsiteX1" fmla="*/ 0 w 714279"/>
                <a:gd name="connsiteY1" fmla="*/ 0 h 191833"/>
                <a:gd name="connsiteX2" fmla="*/ 0 w 714279"/>
                <a:gd name="connsiteY2" fmla="*/ 191834 h 191833"/>
                <a:gd name="connsiteX3" fmla="*/ 714280 w 714279"/>
                <a:gd name="connsiteY3" fmla="*/ 191834 h 191833"/>
                <a:gd name="connsiteX4" fmla="*/ 714280 w 714279"/>
                <a:gd name="connsiteY4" fmla="*/ 0 h 191833"/>
                <a:gd name="connsiteX5" fmla="*/ 708184 w 714279"/>
                <a:gd name="connsiteY5" fmla="*/ 0 h 191833"/>
                <a:gd name="connsiteX6" fmla="*/ 12192 w 714279"/>
                <a:gd name="connsiteY6" fmla="*/ 12287 h 191833"/>
                <a:gd name="connsiteX7" fmla="*/ 702088 w 714279"/>
                <a:gd name="connsiteY7" fmla="*/ 12287 h 191833"/>
                <a:gd name="connsiteX8" fmla="*/ 702088 w 714279"/>
                <a:gd name="connsiteY8" fmla="*/ 179642 h 191833"/>
                <a:gd name="connsiteX9" fmla="*/ 12192 w 714279"/>
                <a:gd name="connsiteY9" fmla="*/ 179642 h 191833"/>
                <a:gd name="connsiteX10" fmla="*/ 12192 w 714279"/>
                <a:gd name="connsiteY10" fmla="*/ 12287 h 19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279" h="191833">
                  <a:moveTo>
                    <a:pt x="708089" y="0"/>
                  </a:moveTo>
                  <a:lnTo>
                    <a:pt x="0" y="0"/>
                  </a:lnTo>
                  <a:lnTo>
                    <a:pt x="0" y="191834"/>
                  </a:lnTo>
                  <a:lnTo>
                    <a:pt x="714280" y="191834"/>
                  </a:lnTo>
                  <a:lnTo>
                    <a:pt x="714280" y="0"/>
                  </a:lnTo>
                  <a:lnTo>
                    <a:pt x="708184" y="0"/>
                  </a:lnTo>
                  <a:close/>
                  <a:moveTo>
                    <a:pt x="12192" y="12287"/>
                  </a:moveTo>
                  <a:lnTo>
                    <a:pt x="702088" y="12287"/>
                  </a:lnTo>
                  <a:lnTo>
                    <a:pt x="702088" y="179642"/>
                  </a:lnTo>
                  <a:lnTo>
                    <a:pt x="12192" y="179642"/>
                  </a:lnTo>
                  <a:lnTo>
                    <a:pt x="12192" y="12287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5" name="任意多边形: 形状 124" descr="29f055aa-2cc5-4ca0-9035-329b9d33412c">
              <a:extLst>
                <a:ext uri="{FF2B5EF4-FFF2-40B4-BE49-F238E27FC236}">
                  <a16:creationId xmlns:a16="http://schemas.microsoft.com/office/drawing/2014/main" id="{F5085BE5-13CE-9C81-DDE6-86E98F99E11E}"/>
                </a:ext>
              </a:extLst>
            </p:cNvPr>
            <p:cNvSpPr/>
            <p:nvPr/>
          </p:nvSpPr>
          <p:spPr>
            <a:xfrm>
              <a:off x="6621470" y="2741861"/>
              <a:ext cx="273554" cy="392732"/>
            </a:xfrm>
            <a:custGeom>
              <a:avLst/>
              <a:gdLst>
                <a:gd name="connsiteX0" fmla="*/ 450628 w 456723"/>
                <a:gd name="connsiteY0" fmla="*/ 0 h 655701"/>
                <a:gd name="connsiteX1" fmla="*/ 0 w 456723"/>
                <a:gd name="connsiteY1" fmla="*/ 0 h 655701"/>
                <a:gd name="connsiteX2" fmla="*/ 0 w 456723"/>
                <a:gd name="connsiteY2" fmla="*/ 655701 h 655701"/>
                <a:gd name="connsiteX3" fmla="*/ 456724 w 456723"/>
                <a:gd name="connsiteY3" fmla="*/ 655701 h 655701"/>
                <a:gd name="connsiteX4" fmla="*/ 456724 w 456723"/>
                <a:gd name="connsiteY4" fmla="*/ 0 h 655701"/>
                <a:gd name="connsiteX5" fmla="*/ 450628 w 456723"/>
                <a:gd name="connsiteY5" fmla="*/ 0 h 655701"/>
                <a:gd name="connsiteX6" fmla="*/ 12192 w 456723"/>
                <a:gd name="connsiteY6" fmla="*/ 12192 h 655701"/>
                <a:gd name="connsiteX7" fmla="*/ 444436 w 456723"/>
                <a:gd name="connsiteY7" fmla="*/ 12192 h 655701"/>
                <a:gd name="connsiteX8" fmla="*/ 444436 w 456723"/>
                <a:gd name="connsiteY8" fmla="*/ 643414 h 655701"/>
                <a:gd name="connsiteX9" fmla="*/ 12192 w 456723"/>
                <a:gd name="connsiteY9" fmla="*/ 643414 h 655701"/>
                <a:gd name="connsiteX10" fmla="*/ 12192 w 456723"/>
                <a:gd name="connsiteY10" fmla="*/ 12192 h 655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723" h="655701">
                  <a:moveTo>
                    <a:pt x="450628" y="0"/>
                  </a:moveTo>
                  <a:lnTo>
                    <a:pt x="0" y="0"/>
                  </a:lnTo>
                  <a:lnTo>
                    <a:pt x="0" y="655701"/>
                  </a:lnTo>
                  <a:lnTo>
                    <a:pt x="456724" y="655701"/>
                  </a:lnTo>
                  <a:lnTo>
                    <a:pt x="456724" y="0"/>
                  </a:lnTo>
                  <a:lnTo>
                    <a:pt x="450628" y="0"/>
                  </a:lnTo>
                  <a:close/>
                  <a:moveTo>
                    <a:pt x="12192" y="12192"/>
                  </a:moveTo>
                  <a:lnTo>
                    <a:pt x="444436" y="12192"/>
                  </a:lnTo>
                  <a:lnTo>
                    <a:pt x="444436" y="643414"/>
                  </a:lnTo>
                  <a:lnTo>
                    <a:pt x="12192" y="643414"/>
                  </a:lnTo>
                  <a:lnTo>
                    <a:pt x="12192" y="12192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6" name="任意多边形: 形状 125" descr="085a01c1-591e-48df-99ba-94c47f2fb4c0">
              <a:extLst>
                <a:ext uri="{FF2B5EF4-FFF2-40B4-BE49-F238E27FC236}">
                  <a16:creationId xmlns:a16="http://schemas.microsoft.com/office/drawing/2014/main" id="{A0397C3E-77B5-476E-48B4-81299D343F68}"/>
                </a:ext>
              </a:extLst>
            </p:cNvPr>
            <p:cNvSpPr/>
            <p:nvPr/>
          </p:nvSpPr>
          <p:spPr>
            <a:xfrm>
              <a:off x="6621470" y="2800052"/>
              <a:ext cx="193912" cy="252161"/>
            </a:xfrm>
            <a:custGeom>
              <a:avLst/>
              <a:gdLst>
                <a:gd name="connsiteX0" fmla="*/ 12192 w 323754"/>
                <a:gd name="connsiteY0" fmla="*/ 12287 h 421005"/>
                <a:gd name="connsiteX1" fmla="*/ 311562 w 323754"/>
                <a:gd name="connsiteY1" fmla="*/ 12287 h 421005"/>
                <a:gd name="connsiteX2" fmla="*/ 311562 w 323754"/>
                <a:gd name="connsiteY2" fmla="*/ 408813 h 421005"/>
                <a:gd name="connsiteX3" fmla="*/ 12192 w 323754"/>
                <a:gd name="connsiteY3" fmla="*/ 408813 h 421005"/>
                <a:gd name="connsiteX4" fmla="*/ 12192 w 323754"/>
                <a:gd name="connsiteY4" fmla="*/ 12287 h 421005"/>
                <a:gd name="connsiteX5" fmla="*/ 12192 w 323754"/>
                <a:gd name="connsiteY5" fmla="*/ 12287 h 421005"/>
                <a:gd name="connsiteX6" fmla="*/ 317754 w 323754"/>
                <a:gd name="connsiteY6" fmla="*/ 0 h 421005"/>
                <a:gd name="connsiteX7" fmla="*/ 0 w 323754"/>
                <a:gd name="connsiteY7" fmla="*/ 0 h 421005"/>
                <a:gd name="connsiteX8" fmla="*/ 0 w 323754"/>
                <a:gd name="connsiteY8" fmla="*/ 421005 h 421005"/>
                <a:gd name="connsiteX9" fmla="*/ 323755 w 323754"/>
                <a:gd name="connsiteY9" fmla="*/ 421005 h 421005"/>
                <a:gd name="connsiteX10" fmla="*/ 323755 w 323754"/>
                <a:gd name="connsiteY10" fmla="*/ 0 h 421005"/>
                <a:gd name="connsiteX11" fmla="*/ 317659 w 323754"/>
                <a:gd name="connsiteY11" fmla="*/ 0 h 42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754" h="421005">
                  <a:moveTo>
                    <a:pt x="12192" y="12287"/>
                  </a:moveTo>
                  <a:lnTo>
                    <a:pt x="311562" y="12287"/>
                  </a:lnTo>
                  <a:lnTo>
                    <a:pt x="311562" y="408813"/>
                  </a:lnTo>
                  <a:lnTo>
                    <a:pt x="12192" y="408813"/>
                  </a:lnTo>
                  <a:lnTo>
                    <a:pt x="12192" y="12287"/>
                  </a:lnTo>
                  <a:lnTo>
                    <a:pt x="12192" y="12287"/>
                  </a:lnTo>
                  <a:close/>
                  <a:moveTo>
                    <a:pt x="317754" y="0"/>
                  </a:moveTo>
                  <a:lnTo>
                    <a:pt x="0" y="0"/>
                  </a:lnTo>
                  <a:lnTo>
                    <a:pt x="0" y="421005"/>
                  </a:lnTo>
                  <a:lnTo>
                    <a:pt x="323755" y="421005"/>
                  </a:lnTo>
                  <a:lnTo>
                    <a:pt x="323755" y="0"/>
                  </a:lnTo>
                  <a:lnTo>
                    <a:pt x="317659" y="0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7" name="任意多边形: 形状 126" descr="b2b833a7-7c93-4832-8c98-0a137295dc58">
              <a:extLst>
                <a:ext uri="{FF2B5EF4-FFF2-40B4-BE49-F238E27FC236}">
                  <a16:creationId xmlns:a16="http://schemas.microsoft.com/office/drawing/2014/main" id="{2EC914B6-EBE7-B408-1D39-EDAC34EF1B4D}"/>
                </a:ext>
              </a:extLst>
            </p:cNvPr>
            <p:cNvSpPr/>
            <p:nvPr/>
          </p:nvSpPr>
          <p:spPr>
            <a:xfrm>
              <a:off x="5757391" y="2621142"/>
              <a:ext cx="879140" cy="128077"/>
            </a:xfrm>
            <a:custGeom>
              <a:avLst/>
              <a:gdLst>
                <a:gd name="connsiteX0" fmla="*/ 1461516 w 1467802"/>
                <a:gd name="connsiteY0" fmla="*/ 0 h 213836"/>
                <a:gd name="connsiteX1" fmla="*/ 262795 w 1467802"/>
                <a:gd name="connsiteY1" fmla="*/ 0 h 213836"/>
                <a:gd name="connsiteX2" fmla="*/ 259080 w 1467802"/>
                <a:gd name="connsiteY2" fmla="*/ 1333 h 213836"/>
                <a:gd name="connsiteX3" fmla="*/ 0 w 1467802"/>
                <a:gd name="connsiteY3" fmla="*/ 202883 h 213836"/>
                <a:gd name="connsiteX4" fmla="*/ 3715 w 1467802"/>
                <a:gd name="connsiteY4" fmla="*/ 213836 h 213836"/>
                <a:gd name="connsiteX5" fmla="*/ 1467802 w 1467802"/>
                <a:gd name="connsiteY5" fmla="*/ 213836 h 213836"/>
                <a:gd name="connsiteX6" fmla="*/ 1467802 w 1467802"/>
                <a:gd name="connsiteY6" fmla="*/ 95 h 213836"/>
                <a:gd name="connsiteX7" fmla="*/ 1461707 w 1467802"/>
                <a:gd name="connsiteY7" fmla="*/ 95 h 213836"/>
                <a:gd name="connsiteX8" fmla="*/ 264890 w 1467802"/>
                <a:gd name="connsiteY8" fmla="*/ 12192 h 213836"/>
                <a:gd name="connsiteX9" fmla="*/ 1455515 w 1467802"/>
                <a:gd name="connsiteY9" fmla="*/ 12192 h 213836"/>
                <a:gd name="connsiteX10" fmla="*/ 1455515 w 1467802"/>
                <a:gd name="connsiteY10" fmla="*/ 201549 h 213836"/>
                <a:gd name="connsiteX11" fmla="*/ 21431 w 1467802"/>
                <a:gd name="connsiteY11" fmla="*/ 201549 h 213836"/>
                <a:gd name="connsiteX12" fmla="*/ 264890 w 1467802"/>
                <a:gd name="connsiteY12" fmla="*/ 12192 h 2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67802" h="213836">
                  <a:moveTo>
                    <a:pt x="1461516" y="0"/>
                  </a:moveTo>
                  <a:lnTo>
                    <a:pt x="262795" y="0"/>
                  </a:lnTo>
                  <a:lnTo>
                    <a:pt x="259080" y="1333"/>
                  </a:lnTo>
                  <a:lnTo>
                    <a:pt x="0" y="202883"/>
                  </a:lnTo>
                  <a:lnTo>
                    <a:pt x="3715" y="213836"/>
                  </a:lnTo>
                  <a:lnTo>
                    <a:pt x="1467802" y="213836"/>
                  </a:lnTo>
                  <a:lnTo>
                    <a:pt x="1467802" y="95"/>
                  </a:lnTo>
                  <a:lnTo>
                    <a:pt x="1461707" y="95"/>
                  </a:lnTo>
                  <a:close/>
                  <a:moveTo>
                    <a:pt x="264890" y="12192"/>
                  </a:moveTo>
                  <a:lnTo>
                    <a:pt x="1455515" y="12192"/>
                  </a:lnTo>
                  <a:lnTo>
                    <a:pt x="1455515" y="201549"/>
                  </a:lnTo>
                  <a:lnTo>
                    <a:pt x="21431" y="201549"/>
                  </a:lnTo>
                  <a:lnTo>
                    <a:pt x="264890" y="12192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8" name="任意多边形: 形状 127" descr="7e6a616d-a6a5-41b0-a468-68bc75f79a88">
              <a:extLst>
                <a:ext uri="{FF2B5EF4-FFF2-40B4-BE49-F238E27FC236}">
                  <a16:creationId xmlns:a16="http://schemas.microsoft.com/office/drawing/2014/main" id="{63CC173A-6FEA-216B-3C16-F67D1611934D}"/>
                </a:ext>
              </a:extLst>
            </p:cNvPr>
            <p:cNvSpPr/>
            <p:nvPr/>
          </p:nvSpPr>
          <p:spPr>
            <a:xfrm>
              <a:off x="6892857" y="2635234"/>
              <a:ext cx="421656" cy="115526"/>
            </a:xfrm>
            <a:custGeom>
              <a:avLst/>
              <a:gdLst>
                <a:gd name="connsiteX0" fmla="*/ 0 w 703992"/>
                <a:gd name="connsiteY0" fmla="*/ 14478 h 192881"/>
                <a:gd name="connsiteX1" fmla="*/ 185642 w 703992"/>
                <a:gd name="connsiteY1" fmla="*/ 188500 h 192881"/>
                <a:gd name="connsiteX2" fmla="*/ 189929 w 703992"/>
                <a:gd name="connsiteY2" fmla="*/ 192691 h 192881"/>
                <a:gd name="connsiteX3" fmla="*/ 194120 w 703992"/>
                <a:gd name="connsiteY3" fmla="*/ 188404 h 192881"/>
                <a:gd name="connsiteX4" fmla="*/ 359664 w 703992"/>
                <a:gd name="connsiteY4" fmla="*/ 17335 h 192881"/>
                <a:gd name="connsiteX5" fmla="*/ 533305 w 703992"/>
                <a:gd name="connsiteY5" fmla="*/ 188404 h 192881"/>
                <a:gd name="connsiteX6" fmla="*/ 537781 w 703992"/>
                <a:gd name="connsiteY6" fmla="*/ 192881 h 192881"/>
                <a:gd name="connsiteX7" fmla="*/ 542068 w 703992"/>
                <a:gd name="connsiteY7" fmla="*/ 188214 h 192881"/>
                <a:gd name="connsiteX8" fmla="*/ 703993 w 703992"/>
                <a:gd name="connsiteY8" fmla="*/ 10477 h 192881"/>
                <a:gd name="connsiteX9" fmla="*/ 694944 w 703992"/>
                <a:gd name="connsiteY9" fmla="*/ 2286 h 192881"/>
                <a:gd name="connsiteX10" fmla="*/ 537305 w 703992"/>
                <a:gd name="connsiteY10" fmla="*/ 175355 h 192881"/>
                <a:gd name="connsiteX11" fmla="*/ 363855 w 703992"/>
                <a:gd name="connsiteY11" fmla="*/ 4381 h 192881"/>
                <a:gd name="connsiteX12" fmla="*/ 359473 w 703992"/>
                <a:gd name="connsiteY12" fmla="*/ 0 h 192881"/>
                <a:gd name="connsiteX13" fmla="*/ 355187 w 703992"/>
                <a:gd name="connsiteY13" fmla="*/ 4477 h 192881"/>
                <a:gd name="connsiteX14" fmla="*/ 189547 w 703992"/>
                <a:gd name="connsiteY14" fmla="*/ 175546 h 192881"/>
                <a:gd name="connsiteX15" fmla="*/ 8382 w 703992"/>
                <a:gd name="connsiteY15" fmla="*/ 5620 h 192881"/>
                <a:gd name="connsiteX16" fmla="*/ 0 w 703992"/>
                <a:gd name="connsiteY16" fmla="*/ 14478 h 192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03992" h="192881">
                  <a:moveTo>
                    <a:pt x="0" y="14478"/>
                  </a:moveTo>
                  <a:lnTo>
                    <a:pt x="185642" y="188500"/>
                  </a:lnTo>
                  <a:lnTo>
                    <a:pt x="189929" y="192691"/>
                  </a:lnTo>
                  <a:lnTo>
                    <a:pt x="194120" y="188404"/>
                  </a:lnTo>
                  <a:lnTo>
                    <a:pt x="359664" y="17335"/>
                  </a:lnTo>
                  <a:lnTo>
                    <a:pt x="533305" y="188404"/>
                  </a:lnTo>
                  <a:lnTo>
                    <a:pt x="537781" y="192881"/>
                  </a:lnTo>
                  <a:lnTo>
                    <a:pt x="542068" y="188214"/>
                  </a:lnTo>
                  <a:lnTo>
                    <a:pt x="703993" y="10477"/>
                  </a:lnTo>
                  <a:lnTo>
                    <a:pt x="694944" y="2286"/>
                  </a:lnTo>
                  <a:lnTo>
                    <a:pt x="537305" y="175355"/>
                  </a:lnTo>
                  <a:lnTo>
                    <a:pt x="363855" y="4381"/>
                  </a:lnTo>
                  <a:lnTo>
                    <a:pt x="359473" y="0"/>
                  </a:lnTo>
                  <a:lnTo>
                    <a:pt x="355187" y="4477"/>
                  </a:lnTo>
                  <a:lnTo>
                    <a:pt x="189547" y="175546"/>
                  </a:lnTo>
                  <a:lnTo>
                    <a:pt x="8382" y="5620"/>
                  </a:lnTo>
                  <a:lnTo>
                    <a:pt x="0" y="14478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9" name="任意多边形: 形状 128" descr="27c90768-c986-4886-97f1-f83bffe0aba0">
              <a:extLst>
                <a:ext uri="{FF2B5EF4-FFF2-40B4-BE49-F238E27FC236}">
                  <a16:creationId xmlns:a16="http://schemas.microsoft.com/office/drawing/2014/main" id="{B4A98F99-E0E4-0560-CEE8-DD940FC10FFD}"/>
                </a:ext>
              </a:extLst>
            </p:cNvPr>
            <p:cNvSpPr/>
            <p:nvPr/>
          </p:nvSpPr>
          <p:spPr>
            <a:xfrm>
              <a:off x="5912224" y="2621086"/>
              <a:ext cx="721283" cy="129503"/>
            </a:xfrm>
            <a:custGeom>
              <a:avLst/>
              <a:gdLst>
                <a:gd name="connsiteX0" fmla="*/ 1195292 w 1204245"/>
                <a:gd name="connsiteY0" fmla="*/ 1905 h 216217"/>
                <a:gd name="connsiteX1" fmla="*/ 1016318 w 1204245"/>
                <a:gd name="connsiteY1" fmla="*/ 198311 h 216217"/>
                <a:gd name="connsiteX2" fmla="*/ 819436 w 1204245"/>
                <a:gd name="connsiteY2" fmla="*/ 4286 h 216217"/>
                <a:gd name="connsiteX3" fmla="*/ 815149 w 1204245"/>
                <a:gd name="connsiteY3" fmla="*/ 0 h 216217"/>
                <a:gd name="connsiteX4" fmla="*/ 810863 w 1204245"/>
                <a:gd name="connsiteY4" fmla="*/ 4381 h 216217"/>
                <a:gd name="connsiteX5" fmla="*/ 622840 w 1204245"/>
                <a:gd name="connsiteY5" fmla="*/ 198501 h 216217"/>
                <a:gd name="connsiteX6" fmla="*/ 417290 w 1204245"/>
                <a:gd name="connsiteY6" fmla="*/ 5715 h 216217"/>
                <a:gd name="connsiteX7" fmla="*/ 413099 w 1204245"/>
                <a:gd name="connsiteY7" fmla="*/ 1810 h 216217"/>
                <a:gd name="connsiteX8" fmla="*/ 408813 w 1204245"/>
                <a:gd name="connsiteY8" fmla="*/ 5810 h 216217"/>
                <a:gd name="connsiteX9" fmla="*/ 209645 w 1204245"/>
                <a:gd name="connsiteY9" fmla="*/ 199168 h 216217"/>
                <a:gd name="connsiteX10" fmla="*/ 8572 w 1204245"/>
                <a:gd name="connsiteY10" fmla="*/ 1905 h 216217"/>
                <a:gd name="connsiteX11" fmla="*/ 0 w 1204245"/>
                <a:gd name="connsiteY11" fmla="*/ 10478 h 216217"/>
                <a:gd name="connsiteX12" fmla="*/ 205359 w 1204245"/>
                <a:gd name="connsiteY12" fmla="*/ 212027 h 216217"/>
                <a:gd name="connsiteX13" fmla="*/ 209645 w 1204245"/>
                <a:gd name="connsiteY13" fmla="*/ 216218 h 216217"/>
                <a:gd name="connsiteX14" fmla="*/ 213931 w 1204245"/>
                <a:gd name="connsiteY14" fmla="*/ 212122 h 216217"/>
                <a:gd name="connsiteX15" fmla="*/ 413195 w 1204245"/>
                <a:gd name="connsiteY15" fmla="*/ 18574 h 216217"/>
                <a:gd name="connsiteX16" fmla="*/ 618934 w 1204245"/>
                <a:gd name="connsiteY16" fmla="*/ 211550 h 216217"/>
                <a:gd name="connsiteX17" fmla="*/ 623221 w 1204245"/>
                <a:gd name="connsiteY17" fmla="*/ 215646 h 216217"/>
                <a:gd name="connsiteX18" fmla="*/ 627507 w 1204245"/>
                <a:gd name="connsiteY18" fmla="*/ 211360 h 216217"/>
                <a:gd name="connsiteX19" fmla="*/ 815340 w 1204245"/>
                <a:gd name="connsiteY19" fmla="*/ 17240 h 216217"/>
                <a:gd name="connsiteX20" fmla="*/ 1012317 w 1204245"/>
                <a:gd name="connsiteY20" fmla="*/ 211455 h 216217"/>
                <a:gd name="connsiteX21" fmla="*/ 1016794 w 1204245"/>
                <a:gd name="connsiteY21" fmla="*/ 215837 h 216217"/>
                <a:gd name="connsiteX22" fmla="*/ 1021080 w 1204245"/>
                <a:gd name="connsiteY22" fmla="*/ 211169 h 216217"/>
                <a:gd name="connsiteX23" fmla="*/ 1204246 w 1204245"/>
                <a:gd name="connsiteY23" fmla="*/ 10192 h 216217"/>
                <a:gd name="connsiteX24" fmla="*/ 1195292 w 1204245"/>
                <a:gd name="connsiteY24" fmla="*/ 1905 h 21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4245" h="216217">
                  <a:moveTo>
                    <a:pt x="1195292" y="1905"/>
                  </a:moveTo>
                  <a:lnTo>
                    <a:pt x="1016318" y="198311"/>
                  </a:lnTo>
                  <a:lnTo>
                    <a:pt x="819436" y="4286"/>
                  </a:lnTo>
                  <a:lnTo>
                    <a:pt x="815149" y="0"/>
                  </a:lnTo>
                  <a:lnTo>
                    <a:pt x="810863" y="4381"/>
                  </a:lnTo>
                  <a:lnTo>
                    <a:pt x="622840" y="198501"/>
                  </a:lnTo>
                  <a:lnTo>
                    <a:pt x="417290" y="5715"/>
                  </a:lnTo>
                  <a:lnTo>
                    <a:pt x="413099" y="1810"/>
                  </a:lnTo>
                  <a:lnTo>
                    <a:pt x="408813" y="5810"/>
                  </a:lnTo>
                  <a:lnTo>
                    <a:pt x="209645" y="199168"/>
                  </a:lnTo>
                  <a:lnTo>
                    <a:pt x="8572" y="1905"/>
                  </a:lnTo>
                  <a:lnTo>
                    <a:pt x="0" y="10478"/>
                  </a:lnTo>
                  <a:lnTo>
                    <a:pt x="205359" y="212027"/>
                  </a:lnTo>
                  <a:lnTo>
                    <a:pt x="209645" y="216218"/>
                  </a:lnTo>
                  <a:lnTo>
                    <a:pt x="213931" y="212122"/>
                  </a:lnTo>
                  <a:lnTo>
                    <a:pt x="413195" y="18574"/>
                  </a:lnTo>
                  <a:lnTo>
                    <a:pt x="618934" y="211550"/>
                  </a:lnTo>
                  <a:lnTo>
                    <a:pt x="623221" y="215646"/>
                  </a:lnTo>
                  <a:lnTo>
                    <a:pt x="627507" y="211360"/>
                  </a:lnTo>
                  <a:lnTo>
                    <a:pt x="815340" y="17240"/>
                  </a:lnTo>
                  <a:lnTo>
                    <a:pt x="1012317" y="211455"/>
                  </a:lnTo>
                  <a:lnTo>
                    <a:pt x="1016794" y="215837"/>
                  </a:lnTo>
                  <a:lnTo>
                    <a:pt x="1021080" y="211169"/>
                  </a:lnTo>
                  <a:lnTo>
                    <a:pt x="1204246" y="10192"/>
                  </a:lnTo>
                  <a:lnTo>
                    <a:pt x="1195292" y="1905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0" name="任意多边形: 形状 129" descr="a81864fe-9a6f-448b-af7d-27304c2f8809">
              <a:extLst>
                <a:ext uri="{FF2B5EF4-FFF2-40B4-BE49-F238E27FC236}">
                  <a16:creationId xmlns:a16="http://schemas.microsoft.com/office/drawing/2014/main" id="{939B9A6D-9490-BC2B-0AAF-404CF5FAE0F8}"/>
                </a:ext>
              </a:extLst>
            </p:cNvPr>
            <p:cNvSpPr/>
            <p:nvPr/>
          </p:nvSpPr>
          <p:spPr>
            <a:xfrm>
              <a:off x="6713606" y="3128089"/>
              <a:ext cx="157971" cy="892090"/>
            </a:xfrm>
            <a:custGeom>
              <a:avLst/>
              <a:gdLst>
                <a:gd name="connsiteX0" fmla="*/ 262414 w 263747"/>
                <a:gd name="connsiteY0" fmla="*/ 1480376 h 1489424"/>
                <a:gd name="connsiteX1" fmla="*/ 18098 w 263747"/>
                <a:gd name="connsiteY1" fmla="*/ 1257776 h 1489424"/>
                <a:gd name="connsiteX2" fmla="*/ 259461 w 263747"/>
                <a:gd name="connsiteY2" fmla="*/ 1012888 h 1489424"/>
                <a:gd name="connsiteX3" fmla="*/ 263747 w 263747"/>
                <a:gd name="connsiteY3" fmla="*/ 1008507 h 1489424"/>
                <a:gd name="connsiteX4" fmla="*/ 259366 w 263747"/>
                <a:gd name="connsiteY4" fmla="*/ 1004316 h 1489424"/>
                <a:gd name="connsiteX5" fmla="*/ 17907 w 263747"/>
                <a:gd name="connsiteY5" fmla="*/ 770477 h 1489424"/>
                <a:gd name="connsiteX6" fmla="*/ 257556 w 263747"/>
                <a:gd name="connsiteY6" fmla="*/ 514826 h 1489424"/>
                <a:gd name="connsiteX7" fmla="*/ 261557 w 263747"/>
                <a:gd name="connsiteY7" fmla="*/ 510635 h 1489424"/>
                <a:gd name="connsiteX8" fmla="*/ 257556 w 263747"/>
                <a:gd name="connsiteY8" fmla="*/ 506444 h 1489424"/>
                <a:gd name="connsiteX9" fmla="*/ 17050 w 263747"/>
                <a:gd name="connsiteY9" fmla="*/ 258699 h 1489424"/>
                <a:gd name="connsiteX10" fmla="*/ 262509 w 263747"/>
                <a:gd name="connsiteY10" fmla="*/ 8573 h 1489424"/>
                <a:gd name="connsiteX11" fmla="*/ 253746 w 263747"/>
                <a:gd name="connsiteY11" fmla="*/ 0 h 1489424"/>
                <a:gd name="connsiteX12" fmla="*/ 4191 w 263747"/>
                <a:gd name="connsiteY12" fmla="*/ 254318 h 1489424"/>
                <a:gd name="connsiteX13" fmla="*/ 0 w 263747"/>
                <a:gd name="connsiteY13" fmla="*/ 258604 h 1489424"/>
                <a:gd name="connsiteX14" fmla="*/ 4096 w 263747"/>
                <a:gd name="connsiteY14" fmla="*/ 262890 h 1489424"/>
                <a:gd name="connsiteX15" fmla="*/ 244697 w 263747"/>
                <a:gd name="connsiteY15" fmla="*/ 510731 h 1489424"/>
                <a:gd name="connsiteX16" fmla="*/ 4858 w 263747"/>
                <a:gd name="connsiteY16" fmla="*/ 766572 h 1489424"/>
                <a:gd name="connsiteX17" fmla="*/ 762 w 263747"/>
                <a:gd name="connsiteY17" fmla="*/ 770858 h 1489424"/>
                <a:gd name="connsiteX18" fmla="*/ 5049 w 263747"/>
                <a:gd name="connsiteY18" fmla="*/ 775049 h 1489424"/>
                <a:gd name="connsiteX19" fmla="*/ 246507 w 263747"/>
                <a:gd name="connsiteY19" fmla="*/ 1008697 h 1489424"/>
                <a:gd name="connsiteX20" fmla="*/ 4953 w 263747"/>
                <a:gd name="connsiteY20" fmla="*/ 1253776 h 1489424"/>
                <a:gd name="connsiteX21" fmla="*/ 571 w 263747"/>
                <a:gd name="connsiteY21" fmla="*/ 1258253 h 1489424"/>
                <a:gd name="connsiteX22" fmla="*/ 5239 w 263747"/>
                <a:gd name="connsiteY22" fmla="*/ 1262539 h 1489424"/>
                <a:gd name="connsiteX23" fmla="*/ 254222 w 263747"/>
                <a:gd name="connsiteY23" fmla="*/ 1489424 h 1489424"/>
                <a:gd name="connsiteX24" fmla="*/ 262414 w 263747"/>
                <a:gd name="connsiteY24" fmla="*/ 1480376 h 148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3747" h="1489424">
                  <a:moveTo>
                    <a:pt x="262414" y="1480376"/>
                  </a:moveTo>
                  <a:lnTo>
                    <a:pt x="18098" y="1257776"/>
                  </a:lnTo>
                  <a:lnTo>
                    <a:pt x="259461" y="1012888"/>
                  </a:lnTo>
                  <a:lnTo>
                    <a:pt x="263747" y="1008507"/>
                  </a:lnTo>
                  <a:lnTo>
                    <a:pt x="259366" y="1004316"/>
                  </a:lnTo>
                  <a:lnTo>
                    <a:pt x="17907" y="770477"/>
                  </a:lnTo>
                  <a:lnTo>
                    <a:pt x="257556" y="514826"/>
                  </a:lnTo>
                  <a:lnTo>
                    <a:pt x="261557" y="510635"/>
                  </a:lnTo>
                  <a:lnTo>
                    <a:pt x="257556" y="506444"/>
                  </a:lnTo>
                  <a:lnTo>
                    <a:pt x="17050" y="258699"/>
                  </a:lnTo>
                  <a:lnTo>
                    <a:pt x="262509" y="8573"/>
                  </a:lnTo>
                  <a:lnTo>
                    <a:pt x="253746" y="0"/>
                  </a:lnTo>
                  <a:lnTo>
                    <a:pt x="4191" y="254318"/>
                  </a:lnTo>
                  <a:lnTo>
                    <a:pt x="0" y="258604"/>
                  </a:lnTo>
                  <a:lnTo>
                    <a:pt x="4096" y="262890"/>
                  </a:lnTo>
                  <a:lnTo>
                    <a:pt x="244697" y="510731"/>
                  </a:lnTo>
                  <a:lnTo>
                    <a:pt x="4858" y="766572"/>
                  </a:lnTo>
                  <a:lnTo>
                    <a:pt x="762" y="770858"/>
                  </a:lnTo>
                  <a:lnTo>
                    <a:pt x="5049" y="775049"/>
                  </a:lnTo>
                  <a:lnTo>
                    <a:pt x="246507" y="1008697"/>
                  </a:lnTo>
                  <a:lnTo>
                    <a:pt x="4953" y="1253776"/>
                  </a:lnTo>
                  <a:lnTo>
                    <a:pt x="571" y="1258253"/>
                  </a:lnTo>
                  <a:lnTo>
                    <a:pt x="5239" y="1262539"/>
                  </a:lnTo>
                  <a:lnTo>
                    <a:pt x="254222" y="1489424"/>
                  </a:lnTo>
                  <a:lnTo>
                    <a:pt x="262414" y="1480376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1" name="任意多边形: 形状 130" descr="2de35c54-8939-4e82-aecc-406da3c50c1b">
              <a:extLst>
                <a:ext uri="{FF2B5EF4-FFF2-40B4-BE49-F238E27FC236}">
                  <a16:creationId xmlns:a16="http://schemas.microsoft.com/office/drawing/2014/main" id="{C9A03E2A-02F6-43BD-7BF8-729C61DB8A09}"/>
                </a:ext>
              </a:extLst>
            </p:cNvPr>
            <p:cNvSpPr/>
            <p:nvPr/>
          </p:nvSpPr>
          <p:spPr>
            <a:xfrm>
              <a:off x="6713606" y="4014759"/>
              <a:ext cx="157971" cy="892033"/>
            </a:xfrm>
            <a:custGeom>
              <a:avLst/>
              <a:gdLst>
                <a:gd name="connsiteX0" fmla="*/ 254222 w 263747"/>
                <a:gd name="connsiteY0" fmla="*/ 0 h 1489328"/>
                <a:gd name="connsiteX1" fmla="*/ 5239 w 263747"/>
                <a:gd name="connsiteY1" fmla="*/ 226886 h 1489328"/>
                <a:gd name="connsiteX2" fmla="*/ 571 w 263747"/>
                <a:gd name="connsiteY2" fmla="*/ 231076 h 1489328"/>
                <a:gd name="connsiteX3" fmla="*/ 4953 w 263747"/>
                <a:gd name="connsiteY3" fmla="*/ 235648 h 1489328"/>
                <a:gd name="connsiteX4" fmla="*/ 246507 w 263747"/>
                <a:gd name="connsiteY4" fmla="*/ 480631 h 1489328"/>
                <a:gd name="connsiteX5" fmla="*/ 5049 w 263747"/>
                <a:gd name="connsiteY5" fmla="*/ 714375 h 1489328"/>
                <a:gd name="connsiteX6" fmla="*/ 762 w 263747"/>
                <a:gd name="connsiteY6" fmla="*/ 718471 h 1489328"/>
                <a:gd name="connsiteX7" fmla="*/ 4858 w 263747"/>
                <a:gd name="connsiteY7" fmla="*/ 722852 h 1489328"/>
                <a:gd name="connsiteX8" fmla="*/ 244697 w 263747"/>
                <a:gd name="connsiteY8" fmla="*/ 978694 h 1489328"/>
                <a:gd name="connsiteX9" fmla="*/ 4096 w 263747"/>
                <a:gd name="connsiteY9" fmla="*/ 1226439 h 1489328"/>
                <a:gd name="connsiteX10" fmla="*/ 0 w 263747"/>
                <a:gd name="connsiteY10" fmla="*/ 1230725 h 1489328"/>
                <a:gd name="connsiteX11" fmla="*/ 4191 w 263747"/>
                <a:gd name="connsiteY11" fmla="*/ 1235012 h 1489328"/>
                <a:gd name="connsiteX12" fmla="*/ 253746 w 263747"/>
                <a:gd name="connsiteY12" fmla="*/ 1489329 h 1489328"/>
                <a:gd name="connsiteX13" fmla="*/ 262509 w 263747"/>
                <a:gd name="connsiteY13" fmla="*/ 1480852 h 1489328"/>
                <a:gd name="connsiteX14" fmla="*/ 17050 w 263747"/>
                <a:gd name="connsiteY14" fmla="*/ 1230725 h 1489328"/>
                <a:gd name="connsiteX15" fmla="*/ 257556 w 263747"/>
                <a:gd name="connsiteY15" fmla="*/ 982980 h 1489328"/>
                <a:gd name="connsiteX16" fmla="*/ 261557 w 263747"/>
                <a:gd name="connsiteY16" fmla="*/ 978789 h 1489328"/>
                <a:gd name="connsiteX17" fmla="*/ 257556 w 263747"/>
                <a:gd name="connsiteY17" fmla="*/ 974503 h 1489328"/>
                <a:gd name="connsiteX18" fmla="*/ 17907 w 263747"/>
                <a:gd name="connsiteY18" fmla="*/ 718947 h 1489328"/>
                <a:gd name="connsiteX19" fmla="*/ 259366 w 263747"/>
                <a:gd name="connsiteY19" fmla="*/ 485108 h 1489328"/>
                <a:gd name="connsiteX20" fmla="*/ 263747 w 263747"/>
                <a:gd name="connsiteY20" fmla="*/ 480822 h 1489328"/>
                <a:gd name="connsiteX21" fmla="*/ 259461 w 263747"/>
                <a:gd name="connsiteY21" fmla="*/ 476536 h 1489328"/>
                <a:gd name="connsiteX22" fmla="*/ 18098 w 263747"/>
                <a:gd name="connsiteY22" fmla="*/ 231648 h 1489328"/>
                <a:gd name="connsiteX23" fmla="*/ 262414 w 263747"/>
                <a:gd name="connsiteY23" fmla="*/ 9049 h 1489328"/>
                <a:gd name="connsiteX24" fmla="*/ 254222 w 263747"/>
                <a:gd name="connsiteY24" fmla="*/ 0 h 148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3747" h="1489328">
                  <a:moveTo>
                    <a:pt x="254222" y="0"/>
                  </a:moveTo>
                  <a:lnTo>
                    <a:pt x="5239" y="226886"/>
                  </a:lnTo>
                  <a:lnTo>
                    <a:pt x="571" y="231076"/>
                  </a:lnTo>
                  <a:lnTo>
                    <a:pt x="4953" y="235648"/>
                  </a:lnTo>
                  <a:lnTo>
                    <a:pt x="246507" y="480631"/>
                  </a:lnTo>
                  <a:lnTo>
                    <a:pt x="5049" y="714375"/>
                  </a:lnTo>
                  <a:lnTo>
                    <a:pt x="762" y="718471"/>
                  </a:lnTo>
                  <a:lnTo>
                    <a:pt x="4858" y="722852"/>
                  </a:lnTo>
                  <a:lnTo>
                    <a:pt x="244697" y="978694"/>
                  </a:lnTo>
                  <a:lnTo>
                    <a:pt x="4096" y="1226439"/>
                  </a:lnTo>
                  <a:lnTo>
                    <a:pt x="0" y="1230725"/>
                  </a:lnTo>
                  <a:lnTo>
                    <a:pt x="4191" y="1235012"/>
                  </a:lnTo>
                  <a:lnTo>
                    <a:pt x="253746" y="1489329"/>
                  </a:lnTo>
                  <a:lnTo>
                    <a:pt x="262509" y="1480852"/>
                  </a:lnTo>
                  <a:lnTo>
                    <a:pt x="17050" y="1230725"/>
                  </a:lnTo>
                  <a:lnTo>
                    <a:pt x="257556" y="982980"/>
                  </a:lnTo>
                  <a:lnTo>
                    <a:pt x="261557" y="978789"/>
                  </a:lnTo>
                  <a:lnTo>
                    <a:pt x="257556" y="974503"/>
                  </a:lnTo>
                  <a:lnTo>
                    <a:pt x="17907" y="718947"/>
                  </a:lnTo>
                  <a:lnTo>
                    <a:pt x="259366" y="485108"/>
                  </a:lnTo>
                  <a:lnTo>
                    <a:pt x="263747" y="480822"/>
                  </a:lnTo>
                  <a:lnTo>
                    <a:pt x="259461" y="476536"/>
                  </a:lnTo>
                  <a:lnTo>
                    <a:pt x="18098" y="231648"/>
                  </a:lnTo>
                  <a:lnTo>
                    <a:pt x="262414" y="9049"/>
                  </a:lnTo>
                  <a:lnTo>
                    <a:pt x="254222" y="0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2" name="任意多边形: 形状 131" descr="fc124d20-32c0-4c2c-9e15-d896e68c7a22">
              <a:extLst>
                <a:ext uri="{FF2B5EF4-FFF2-40B4-BE49-F238E27FC236}">
                  <a16:creationId xmlns:a16="http://schemas.microsoft.com/office/drawing/2014/main" id="{597B4B76-ABEA-FF57-FD69-89A244DC0F7F}"/>
                </a:ext>
              </a:extLst>
            </p:cNvPr>
            <p:cNvSpPr/>
            <p:nvPr/>
          </p:nvSpPr>
          <p:spPr>
            <a:xfrm>
              <a:off x="6712065" y="2572707"/>
              <a:ext cx="160937" cy="176455"/>
            </a:xfrm>
            <a:custGeom>
              <a:avLst/>
              <a:gdLst>
                <a:gd name="connsiteX0" fmla="*/ 262604 w 268699"/>
                <a:gd name="connsiteY0" fmla="*/ 0 h 294608"/>
                <a:gd name="connsiteX1" fmla="*/ 0 w 268699"/>
                <a:gd name="connsiteY1" fmla="*/ 0 h 294608"/>
                <a:gd name="connsiteX2" fmla="*/ 0 w 268699"/>
                <a:gd name="connsiteY2" fmla="*/ 294608 h 294608"/>
                <a:gd name="connsiteX3" fmla="*/ 268700 w 268699"/>
                <a:gd name="connsiteY3" fmla="*/ 294608 h 294608"/>
                <a:gd name="connsiteX4" fmla="*/ 268700 w 268699"/>
                <a:gd name="connsiteY4" fmla="*/ 0 h 294608"/>
                <a:gd name="connsiteX5" fmla="*/ 262604 w 268699"/>
                <a:gd name="connsiteY5" fmla="*/ 0 h 294608"/>
                <a:gd name="connsiteX6" fmla="*/ 12192 w 268699"/>
                <a:gd name="connsiteY6" fmla="*/ 12287 h 294608"/>
                <a:gd name="connsiteX7" fmla="*/ 256508 w 268699"/>
                <a:gd name="connsiteY7" fmla="*/ 12287 h 294608"/>
                <a:gd name="connsiteX8" fmla="*/ 256508 w 268699"/>
                <a:gd name="connsiteY8" fmla="*/ 282416 h 294608"/>
                <a:gd name="connsiteX9" fmla="*/ 12192 w 268699"/>
                <a:gd name="connsiteY9" fmla="*/ 282416 h 294608"/>
                <a:gd name="connsiteX10" fmla="*/ 12192 w 268699"/>
                <a:gd name="connsiteY10" fmla="*/ 12287 h 294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8699" h="294608">
                  <a:moveTo>
                    <a:pt x="262604" y="0"/>
                  </a:moveTo>
                  <a:lnTo>
                    <a:pt x="0" y="0"/>
                  </a:lnTo>
                  <a:lnTo>
                    <a:pt x="0" y="294608"/>
                  </a:lnTo>
                  <a:lnTo>
                    <a:pt x="268700" y="294608"/>
                  </a:lnTo>
                  <a:lnTo>
                    <a:pt x="268700" y="0"/>
                  </a:lnTo>
                  <a:lnTo>
                    <a:pt x="262604" y="0"/>
                  </a:lnTo>
                  <a:close/>
                  <a:moveTo>
                    <a:pt x="12192" y="12287"/>
                  </a:moveTo>
                  <a:lnTo>
                    <a:pt x="256508" y="12287"/>
                  </a:lnTo>
                  <a:lnTo>
                    <a:pt x="256508" y="282416"/>
                  </a:lnTo>
                  <a:lnTo>
                    <a:pt x="12192" y="282416"/>
                  </a:lnTo>
                  <a:lnTo>
                    <a:pt x="12192" y="12287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3" name="任意多边形: 形状 132" descr="687da11a-5004-4812-a277-defa6e7ff656">
              <a:extLst>
                <a:ext uri="{FF2B5EF4-FFF2-40B4-BE49-F238E27FC236}">
                  <a16:creationId xmlns:a16="http://schemas.microsoft.com/office/drawing/2014/main" id="{0E1A2C5C-01F3-373A-9D58-E9A8714FE688}"/>
                </a:ext>
              </a:extLst>
            </p:cNvPr>
            <p:cNvSpPr/>
            <p:nvPr/>
          </p:nvSpPr>
          <p:spPr>
            <a:xfrm>
              <a:off x="6625064" y="2745512"/>
              <a:ext cx="266252" cy="385372"/>
            </a:xfrm>
            <a:custGeom>
              <a:avLst/>
              <a:gdLst>
                <a:gd name="connsiteX0" fmla="*/ 0 w 444531"/>
                <a:gd name="connsiteY0" fmla="*/ 0 h 643413"/>
                <a:gd name="connsiteX1" fmla="*/ 444532 w 444531"/>
                <a:gd name="connsiteY1" fmla="*/ 0 h 643413"/>
                <a:gd name="connsiteX2" fmla="*/ 444532 w 444531"/>
                <a:gd name="connsiteY2" fmla="*/ 643414 h 643413"/>
                <a:gd name="connsiteX3" fmla="*/ 0 w 444531"/>
                <a:gd name="connsiteY3" fmla="*/ 643414 h 64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31" h="643413">
                  <a:moveTo>
                    <a:pt x="0" y="0"/>
                  </a:moveTo>
                  <a:lnTo>
                    <a:pt x="444532" y="0"/>
                  </a:lnTo>
                  <a:lnTo>
                    <a:pt x="444532" y="643414"/>
                  </a:lnTo>
                  <a:lnTo>
                    <a:pt x="0" y="643414"/>
                  </a:lnTo>
                  <a:close/>
                </a:path>
              </a:pathLst>
            </a:custGeom>
            <a:solidFill>
              <a:srgbClr val="61A0E0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0" name="任意多边形: 形状 139" descr="c7ca6985-67d2-464a-8469-a990d6a27380">
              <a:extLst>
                <a:ext uri="{FF2B5EF4-FFF2-40B4-BE49-F238E27FC236}">
                  <a16:creationId xmlns:a16="http://schemas.microsoft.com/office/drawing/2014/main" id="{5F0E8D4B-EE23-27E2-0286-071B45C38E21}"/>
                </a:ext>
              </a:extLst>
            </p:cNvPr>
            <p:cNvSpPr/>
            <p:nvPr/>
          </p:nvSpPr>
          <p:spPr>
            <a:xfrm>
              <a:off x="6267361" y="2747794"/>
              <a:ext cx="22421" cy="128248"/>
            </a:xfrm>
            <a:custGeom>
              <a:avLst/>
              <a:gdLst>
                <a:gd name="connsiteX0" fmla="*/ 0 w 37433"/>
                <a:gd name="connsiteY0" fmla="*/ 0 h 214122"/>
                <a:gd name="connsiteX1" fmla="*/ 37433 w 37433"/>
                <a:gd name="connsiteY1" fmla="*/ 0 h 214122"/>
                <a:gd name="connsiteX2" fmla="*/ 37433 w 37433"/>
                <a:gd name="connsiteY2" fmla="*/ 214122 h 214122"/>
                <a:gd name="connsiteX3" fmla="*/ 0 w 37433"/>
                <a:gd name="connsiteY3" fmla="*/ 214122 h 21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33" h="214122">
                  <a:moveTo>
                    <a:pt x="0" y="0"/>
                  </a:moveTo>
                  <a:lnTo>
                    <a:pt x="37433" y="0"/>
                  </a:lnTo>
                  <a:lnTo>
                    <a:pt x="37433" y="214122"/>
                  </a:lnTo>
                  <a:lnTo>
                    <a:pt x="0" y="214122"/>
                  </a:lnTo>
                  <a:close/>
                </a:path>
              </a:pathLst>
            </a:custGeom>
            <a:solidFill>
              <a:srgbClr val="8BBAE9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41" name="任意多边形: 形状 140" descr="556964cb-cc60-4bc6-a067-92b1cd93a652">
              <a:extLst>
                <a:ext uri="{FF2B5EF4-FFF2-40B4-BE49-F238E27FC236}">
                  <a16:creationId xmlns:a16="http://schemas.microsoft.com/office/drawing/2014/main" id="{D5217884-E801-8C1C-6301-87472963FAD1}"/>
                </a:ext>
              </a:extLst>
            </p:cNvPr>
            <p:cNvSpPr/>
            <p:nvPr/>
          </p:nvSpPr>
          <p:spPr>
            <a:xfrm>
              <a:off x="6125478" y="2747794"/>
              <a:ext cx="22421" cy="128248"/>
            </a:xfrm>
            <a:custGeom>
              <a:avLst/>
              <a:gdLst>
                <a:gd name="connsiteX0" fmla="*/ 0 w 37433"/>
                <a:gd name="connsiteY0" fmla="*/ 0 h 214122"/>
                <a:gd name="connsiteX1" fmla="*/ 37433 w 37433"/>
                <a:gd name="connsiteY1" fmla="*/ 0 h 214122"/>
                <a:gd name="connsiteX2" fmla="*/ 37433 w 37433"/>
                <a:gd name="connsiteY2" fmla="*/ 214122 h 214122"/>
                <a:gd name="connsiteX3" fmla="*/ 0 w 37433"/>
                <a:gd name="connsiteY3" fmla="*/ 214122 h 21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33" h="214122">
                  <a:moveTo>
                    <a:pt x="0" y="0"/>
                  </a:moveTo>
                  <a:lnTo>
                    <a:pt x="37433" y="0"/>
                  </a:lnTo>
                  <a:lnTo>
                    <a:pt x="37433" y="214122"/>
                  </a:lnTo>
                  <a:lnTo>
                    <a:pt x="0" y="214122"/>
                  </a:lnTo>
                  <a:close/>
                </a:path>
              </a:pathLst>
            </a:custGeom>
            <a:solidFill>
              <a:srgbClr val="8BBAE9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5" name="任意多边形: 形状 134" descr="d1a4aa49-ed83-497f-a8ff-6d8af2d68754">
              <a:extLst>
                <a:ext uri="{FF2B5EF4-FFF2-40B4-BE49-F238E27FC236}">
                  <a16:creationId xmlns:a16="http://schemas.microsoft.com/office/drawing/2014/main" id="{8A0FA09B-1246-3493-C90C-261A6FB8F6B0}"/>
                </a:ext>
              </a:extLst>
            </p:cNvPr>
            <p:cNvSpPr/>
            <p:nvPr/>
          </p:nvSpPr>
          <p:spPr>
            <a:xfrm>
              <a:off x="6742359" y="2438697"/>
              <a:ext cx="135208" cy="141084"/>
            </a:xfrm>
            <a:custGeom>
              <a:avLst/>
              <a:gdLst>
                <a:gd name="connsiteX0" fmla="*/ 79153 w 225742"/>
                <a:gd name="connsiteY0" fmla="*/ 8096 h 235553"/>
                <a:gd name="connsiteX1" fmla="*/ 198215 w 225742"/>
                <a:gd name="connsiteY1" fmla="*/ 141161 h 235553"/>
                <a:gd name="connsiteX2" fmla="*/ 2286 w 225742"/>
                <a:gd name="connsiteY2" fmla="*/ 139065 h 235553"/>
                <a:gd name="connsiteX3" fmla="*/ 0 w 225742"/>
                <a:gd name="connsiteY3" fmla="*/ 150781 h 235553"/>
                <a:gd name="connsiteX4" fmla="*/ 209740 w 225742"/>
                <a:gd name="connsiteY4" fmla="*/ 235553 h 235553"/>
                <a:gd name="connsiteX5" fmla="*/ 214217 w 225742"/>
                <a:gd name="connsiteY5" fmla="*/ 224218 h 235553"/>
                <a:gd name="connsiteX6" fmla="*/ 34385 w 225742"/>
                <a:gd name="connsiteY6" fmla="*/ 151543 h 235553"/>
                <a:gd name="connsiteX7" fmla="*/ 211931 w 225742"/>
                <a:gd name="connsiteY7" fmla="*/ 153543 h 235553"/>
                <a:gd name="connsiteX8" fmla="*/ 225742 w 225742"/>
                <a:gd name="connsiteY8" fmla="*/ 153638 h 235553"/>
                <a:gd name="connsiteX9" fmla="*/ 216503 w 225742"/>
                <a:gd name="connsiteY9" fmla="*/ 143351 h 235553"/>
                <a:gd name="connsiteX10" fmla="*/ 88296 w 225742"/>
                <a:gd name="connsiteY10" fmla="*/ 0 h 235553"/>
                <a:gd name="connsiteX11" fmla="*/ 79153 w 225742"/>
                <a:gd name="connsiteY11" fmla="*/ 8096 h 23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742" h="235553">
                  <a:moveTo>
                    <a:pt x="79153" y="8096"/>
                  </a:moveTo>
                  <a:lnTo>
                    <a:pt x="198215" y="141161"/>
                  </a:lnTo>
                  <a:lnTo>
                    <a:pt x="2286" y="139065"/>
                  </a:lnTo>
                  <a:lnTo>
                    <a:pt x="0" y="150781"/>
                  </a:lnTo>
                  <a:lnTo>
                    <a:pt x="209740" y="235553"/>
                  </a:lnTo>
                  <a:lnTo>
                    <a:pt x="214217" y="224218"/>
                  </a:lnTo>
                  <a:lnTo>
                    <a:pt x="34385" y="151543"/>
                  </a:lnTo>
                  <a:lnTo>
                    <a:pt x="211931" y="153543"/>
                  </a:lnTo>
                  <a:lnTo>
                    <a:pt x="225742" y="153638"/>
                  </a:lnTo>
                  <a:lnTo>
                    <a:pt x="216503" y="143351"/>
                  </a:lnTo>
                  <a:lnTo>
                    <a:pt x="88296" y="0"/>
                  </a:lnTo>
                  <a:lnTo>
                    <a:pt x="79153" y="8096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6" name="任意多边形: 形状 135" descr="6746edca-0459-451e-9df2-cfff8fd3802b">
              <a:extLst>
                <a:ext uri="{FF2B5EF4-FFF2-40B4-BE49-F238E27FC236}">
                  <a16:creationId xmlns:a16="http://schemas.microsoft.com/office/drawing/2014/main" id="{2EE1AF83-6E81-9776-2049-85F7983C3263}"/>
                </a:ext>
              </a:extLst>
            </p:cNvPr>
            <p:cNvSpPr/>
            <p:nvPr/>
          </p:nvSpPr>
          <p:spPr>
            <a:xfrm>
              <a:off x="7307325" y="2604541"/>
              <a:ext cx="191688" cy="230767"/>
            </a:xfrm>
            <a:custGeom>
              <a:avLst/>
              <a:gdLst>
                <a:gd name="connsiteX0" fmla="*/ 314040 w 320040"/>
                <a:gd name="connsiteY0" fmla="*/ 0 h 385286"/>
                <a:gd name="connsiteX1" fmla="*/ 0 w 320040"/>
                <a:gd name="connsiteY1" fmla="*/ 0 h 385286"/>
                <a:gd name="connsiteX2" fmla="*/ 0 w 320040"/>
                <a:gd name="connsiteY2" fmla="*/ 279844 h 385286"/>
                <a:gd name="connsiteX3" fmla="*/ 76962 w 320040"/>
                <a:gd name="connsiteY3" fmla="*/ 279844 h 385286"/>
                <a:gd name="connsiteX4" fmla="*/ 76962 w 320040"/>
                <a:gd name="connsiteY4" fmla="*/ 385286 h 385286"/>
                <a:gd name="connsiteX5" fmla="*/ 243078 w 320040"/>
                <a:gd name="connsiteY5" fmla="*/ 385286 h 385286"/>
                <a:gd name="connsiteX6" fmla="*/ 243078 w 320040"/>
                <a:gd name="connsiteY6" fmla="*/ 279844 h 385286"/>
                <a:gd name="connsiteX7" fmla="*/ 320040 w 320040"/>
                <a:gd name="connsiteY7" fmla="*/ 279844 h 385286"/>
                <a:gd name="connsiteX8" fmla="*/ 320040 w 320040"/>
                <a:gd name="connsiteY8" fmla="*/ 0 h 385286"/>
                <a:gd name="connsiteX9" fmla="*/ 313944 w 320040"/>
                <a:gd name="connsiteY9" fmla="*/ 0 h 385286"/>
                <a:gd name="connsiteX10" fmla="*/ 12192 w 320040"/>
                <a:gd name="connsiteY10" fmla="*/ 12287 h 385286"/>
                <a:gd name="connsiteX11" fmla="*/ 307848 w 320040"/>
                <a:gd name="connsiteY11" fmla="*/ 12287 h 385286"/>
                <a:gd name="connsiteX12" fmla="*/ 307848 w 320040"/>
                <a:gd name="connsiteY12" fmla="*/ 267653 h 385286"/>
                <a:gd name="connsiteX13" fmla="*/ 230886 w 320040"/>
                <a:gd name="connsiteY13" fmla="*/ 267653 h 385286"/>
                <a:gd name="connsiteX14" fmla="*/ 230886 w 320040"/>
                <a:gd name="connsiteY14" fmla="*/ 372999 h 385286"/>
                <a:gd name="connsiteX15" fmla="*/ 89154 w 320040"/>
                <a:gd name="connsiteY15" fmla="*/ 372999 h 385286"/>
                <a:gd name="connsiteX16" fmla="*/ 89154 w 320040"/>
                <a:gd name="connsiteY16" fmla="*/ 267653 h 385286"/>
                <a:gd name="connsiteX17" fmla="*/ 12192 w 320040"/>
                <a:gd name="connsiteY17" fmla="*/ 267653 h 385286"/>
                <a:gd name="connsiteX18" fmla="*/ 12192 w 320040"/>
                <a:gd name="connsiteY18" fmla="*/ 12287 h 38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040" h="385286">
                  <a:moveTo>
                    <a:pt x="314040" y="0"/>
                  </a:moveTo>
                  <a:lnTo>
                    <a:pt x="0" y="0"/>
                  </a:lnTo>
                  <a:lnTo>
                    <a:pt x="0" y="279844"/>
                  </a:lnTo>
                  <a:lnTo>
                    <a:pt x="76962" y="279844"/>
                  </a:lnTo>
                  <a:lnTo>
                    <a:pt x="76962" y="385286"/>
                  </a:lnTo>
                  <a:lnTo>
                    <a:pt x="243078" y="385286"/>
                  </a:lnTo>
                  <a:lnTo>
                    <a:pt x="243078" y="279844"/>
                  </a:lnTo>
                  <a:lnTo>
                    <a:pt x="320040" y="279844"/>
                  </a:lnTo>
                  <a:lnTo>
                    <a:pt x="320040" y="0"/>
                  </a:lnTo>
                  <a:lnTo>
                    <a:pt x="313944" y="0"/>
                  </a:lnTo>
                  <a:close/>
                  <a:moveTo>
                    <a:pt x="12192" y="12287"/>
                  </a:moveTo>
                  <a:lnTo>
                    <a:pt x="307848" y="12287"/>
                  </a:lnTo>
                  <a:lnTo>
                    <a:pt x="307848" y="267653"/>
                  </a:lnTo>
                  <a:lnTo>
                    <a:pt x="230886" y="267653"/>
                  </a:lnTo>
                  <a:lnTo>
                    <a:pt x="230886" y="372999"/>
                  </a:lnTo>
                  <a:lnTo>
                    <a:pt x="89154" y="372999"/>
                  </a:lnTo>
                  <a:lnTo>
                    <a:pt x="89154" y="267653"/>
                  </a:lnTo>
                  <a:lnTo>
                    <a:pt x="12192" y="267653"/>
                  </a:lnTo>
                  <a:lnTo>
                    <a:pt x="12192" y="12287"/>
                  </a:ln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7" name="任意多边形: 形状 136" descr="676d2fd8-d3d9-4430-a68a-c13bcac6f28f">
              <a:extLst>
                <a:ext uri="{FF2B5EF4-FFF2-40B4-BE49-F238E27FC236}">
                  <a16:creationId xmlns:a16="http://schemas.microsoft.com/office/drawing/2014/main" id="{A51E9DB2-8040-A34D-78DB-029D3D46DA49}"/>
                </a:ext>
              </a:extLst>
            </p:cNvPr>
            <p:cNvSpPr/>
            <p:nvPr/>
          </p:nvSpPr>
          <p:spPr>
            <a:xfrm>
              <a:off x="6086854" y="2715845"/>
              <a:ext cx="241549" cy="223978"/>
            </a:xfrm>
            <a:custGeom>
              <a:avLst/>
              <a:gdLst>
                <a:gd name="connsiteX0" fmla="*/ 403288 w 403288"/>
                <a:gd name="connsiteY0" fmla="*/ 194310 h 373951"/>
                <a:gd name="connsiteX1" fmla="*/ 0 w 403288"/>
                <a:gd name="connsiteY1" fmla="*/ 194310 h 373951"/>
                <a:gd name="connsiteX2" fmla="*/ 0 w 403288"/>
                <a:gd name="connsiteY2" fmla="*/ 307943 h 373951"/>
                <a:gd name="connsiteX3" fmla="*/ 54959 w 403288"/>
                <a:gd name="connsiteY3" fmla="*/ 307943 h 373951"/>
                <a:gd name="connsiteX4" fmla="*/ 201644 w 403288"/>
                <a:gd name="connsiteY4" fmla="*/ 373951 h 373951"/>
                <a:gd name="connsiteX5" fmla="*/ 324421 w 403288"/>
                <a:gd name="connsiteY5" fmla="*/ 307943 h 373951"/>
                <a:gd name="connsiteX6" fmla="*/ 403288 w 403288"/>
                <a:gd name="connsiteY6" fmla="*/ 307943 h 373951"/>
                <a:gd name="connsiteX7" fmla="*/ 403288 w 403288"/>
                <a:gd name="connsiteY7" fmla="*/ 194310 h 373951"/>
                <a:gd name="connsiteX8" fmla="*/ 403288 w 403288"/>
                <a:gd name="connsiteY8" fmla="*/ 194310 h 373951"/>
                <a:gd name="connsiteX9" fmla="*/ 401384 w 403288"/>
                <a:gd name="connsiteY9" fmla="*/ 0 h 373951"/>
                <a:gd name="connsiteX10" fmla="*/ 0 w 403288"/>
                <a:gd name="connsiteY10" fmla="*/ 0 h 373951"/>
                <a:gd name="connsiteX11" fmla="*/ 0 w 403288"/>
                <a:gd name="connsiteY11" fmla="*/ 89821 h 373951"/>
                <a:gd name="connsiteX12" fmla="*/ 401384 w 403288"/>
                <a:gd name="connsiteY12" fmla="*/ 89821 h 373951"/>
                <a:gd name="connsiteX13" fmla="*/ 401384 w 403288"/>
                <a:gd name="connsiteY13" fmla="*/ 0 h 37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288" h="373951">
                  <a:moveTo>
                    <a:pt x="403288" y="194310"/>
                  </a:moveTo>
                  <a:lnTo>
                    <a:pt x="0" y="194310"/>
                  </a:lnTo>
                  <a:lnTo>
                    <a:pt x="0" y="307943"/>
                  </a:lnTo>
                  <a:lnTo>
                    <a:pt x="54959" y="307943"/>
                  </a:lnTo>
                  <a:lnTo>
                    <a:pt x="201644" y="373951"/>
                  </a:lnTo>
                  <a:lnTo>
                    <a:pt x="324421" y="307943"/>
                  </a:lnTo>
                  <a:lnTo>
                    <a:pt x="403288" y="307943"/>
                  </a:lnTo>
                  <a:lnTo>
                    <a:pt x="403288" y="194310"/>
                  </a:lnTo>
                  <a:lnTo>
                    <a:pt x="403288" y="194310"/>
                  </a:lnTo>
                  <a:close/>
                  <a:moveTo>
                    <a:pt x="401384" y="0"/>
                  </a:moveTo>
                  <a:lnTo>
                    <a:pt x="0" y="0"/>
                  </a:lnTo>
                  <a:lnTo>
                    <a:pt x="0" y="89821"/>
                  </a:lnTo>
                  <a:lnTo>
                    <a:pt x="401384" y="89821"/>
                  </a:lnTo>
                  <a:lnTo>
                    <a:pt x="401384" y="0"/>
                  </a:lnTo>
                  <a:close/>
                </a:path>
              </a:pathLst>
            </a:custGeom>
            <a:solidFill>
              <a:srgbClr val="61A0E0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8" name="任意多边形: 形状 137" descr="2ecab90d-7273-4c5f-a35e-faee5a367b83">
              <a:extLst>
                <a:ext uri="{FF2B5EF4-FFF2-40B4-BE49-F238E27FC236}">
                  <a16:creationId xmlns:a16="http://schemas.microsoft.com/office/drawing/2014/main" id="{9D00E1C5-50CB-8474-D21B-CC0C7E0C427F}"/>
                </a:ext>
              </a:extLst>
            </p:cNvPr>
            <p:cNvSpPr/>
            <p:nvPr/>
          </p:nvSpPr>
          <p:spPr>
            <a:xfrm>
              <a:off x="6136317" y="2929439"/>
              <a:ext cx="134866" cy="235333"/>
            </a:xfrm>
            <a:custGeom>
              <a:avLst/>
              <a:gdLst>
                <a:gd name="connsiteX0" fmla="*/ 34671 w 225170"/>
                <a:gd name="connsiteY0" fmla="*/ 280324 h 392909"/>
                <a:gd name="connsiteX1" fmla="*/ 17335 w 225170"/>
                <a:gd name="connsiteY1" fmla="*/ 262988 h 392909"/>
                <a:gd name="connsiteX2" fmla="*/ 0 w 225170"/>
                <a:gd name="connsiteY2" fmla="*/ 280324 h 392909"/>
                <a:gd name="connsiteX3" fmla="*/ 32956 w 225170"/>
                <a:gd name="connsiteY3" fmla="*/ 359953 h 392909"/>
                <a:gd name="connsiteX4" fmla="*/ 112585 w 225170"/>
                <a:gd name="connsiteY4" fmla="*/ 392909 h 392909"/>
                <a:gd name="connsiteX5" fmla="*/ 192214 w 225170"/>
                <a:gd name="connsiteY5" fmla="*/ 359858 h 392909"/>
                <a:gd name="connsiteX6" fmla="*/ 192214 w 225170"/>
                <a:gd name="connsiteY6" fmla="*/ 359858 h 392909"/>
                <a:gd name="connsiteX7" fmla="*/ 225171 w 225170"/>
                <a:gd name="connsiteY7" fmla="*/ 280229 h 392909"/>
                <a:gd name="connsiteX8" fmla="*/ 137922 w 225170"/>
                <a:gd name="connsiteY8" fmla="*/ 170500 h 392909"/>
                <a:gd name="connsiteX9" fmla="*/ 136207 w 225170"/>
                <a:gd name="connsiteY9" fmla="*/ 19624 h 392909"/>
                <a:gd name="connsiteX10" fmla="*/ 118777 w 225170"/>
                <a:gd name="connsiteY10" fmla="*/ 3 h 392909"/>
                <a:gd name="connsiteX11" fmla="*/ 101727 w 225170"/>
                <a:gd name="connsiteY11" fmla="*/ 20101 h 392909"/>
                <a:gd name="connsiteX12" fmla="*/ 103441 w 225170"/>
                <a:gd name="connsiteY12" fmla="*/ 170215 h 392909"/>
                <a:gd name="connsiteX13" fmla="*/ 112585 w 225170"/>
                <a:gd name="connsiteY13" fmla="*/ 202219 h 392909"/>
                <a:gd name="connsiteX14" fmla="*/ 167735 w 225170"/>
                <a:gd name="connsiteY14" fmla="*/ 224983 h 392909"/>
                <a:gd name="connsiteX15" fmla="*/ 167735 w 225170"/>
                <a:gd name="connsiteY15" fmla="*/ 224983 h 392909"/>
                <a:gd name="connsiteX16" fmla="*/ 190500 w 225170"/>
                <a:gd name="connsiteY16" fmla="*/ 280133 h 392909"/>
                <a:gd name="connsiteX17" fmla="*/ 167640 w 225170"/>
                <a:gd name="connsiteY17" fmla="*/ 335283 h 392909"/>
                <a:gd name="connsiteX18" fmla="*/ 167640 w 225170"/>
                <a:gd name="connsiteY18" fmla="*/ 335283 h 392909"/>
                <a:gd name="connsiteX19" fmla="*/ 167640 w 225170"/>
                <a:gd name="connsiteY19" fmla="*/ 335283 h 392909"/>
                <a:gd name="connsiteX20" fmla="*/ 112490 w 225170"/>
                <a:gd name="connsiteY20" fmla="*/ 358048 h 392909"/>
                <a:gd name="connsiteX21" fmla="*/ 57340 w 225170"/>
                <a:gd name="connsiteY21" fmla="*/ 335188 h 392909"/>
                <a:gd name="connsiteX22" fmla="*/ 34480 w 225170"/>
                <a:gd name="connsiteY22" fmla="*/ 280038 h 39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5170" h="392909">
                  <a:moveTo>
                    <a:pt x="34671" y="280324"/>
                  </a:moveTo>
                  <a:cubicBezTo>
                    <a:pt x="34671" y="270799"/>
                    <a:pt x="26956" y="262988"/>
                    <a:pt x="17335" y="262988"/>
                  </a:cubicBezTo>
                  <a:cubicBezTo>
                    <a:pt x="7715" y="262988"/>
                    <a:pt x="0" y="270704"/>
                    <a:pt x="0" y="280324"/>
                  </a:cubicBezTo>
                  <a:cubicBezTo>
                    <a:pt x="0" y="311471"/>
                    <a:pt x="12573" y="339665"/>
                    <a:pt x="32956" y="359953"/>
                  </a:cubicBezTo>
                  <a:cubicBezTo>
                    <a:pt x="53340" y="380336"/>
                    <a:pt x="81439" y="392909"/>
                    <a:pt x="112585" y="392909"/>
                  </a:cubicBezTo>
                  <a:cubicBezTo>
                    <a:pt x="143732" y="392909"/>
                    <a:pt x="171736" y="380241"/>
                    <a:pt x="192214" y="359858"/>
                  </a:cubicBezTo>
                  <a:lnTo>
                    <a:pt x="192214" y="359858"/>
                  </a:lnTo>
                  <a:cubicBezTo>
                    <a:pt x="212598" y="339569"/>
                    <a:pt x="225171" y="311375"/>
                    <a:pt x="225171" y="280229"/>
                  </a:cubicBezTo>
                  <a:cubicBezTo>
                    <a:pt x="225171" y="227650"/>
                    <a:pt x="188595" y="182216"/>
                    <a:pt x="137922" y="170500"/>
                  </a:cubicBezTo>
                  <a:lnTo>
                    <a:pt x="136207" y="19624"/>
                  </a:lnTo>
                  <a:cubicBezTo>
                    <a:pt x="136017" y="8671"/>
                    <a:pt x="128302" y="-188"/>
                    <a:pt x="118777" y="3"/>
                  </a:cubicBezTo>
                  <a:cubicBezTo>
                    <a:pt x="109252" y="98"/>
                    <a:pt x="101632" y="9147"/>
                    <a:pt x="101727" y="20101"/>
                  </a:cubicBezTo>
                  <a:lnTo>
                    <a:pt x="103441" y="170215"/>
                  </a:lnTo>
                  <a:cubicBezTo>
                    <a:pt x="103441" y="184026"/>
                    <a:pt x="100679" y="205457"/>
                    <a:pt x="112585" y="202219"/>
                  </a:cubicBezTo>
                  <a:cubicBezTo>
                    <a:pt x="134207" y="202219"/>
                    <a:pt x="153638" y="210982"/>
                    <a:pt x="167735" y="224983"/>
                  </a:cubicBezTo>
                  <a:lnTo>
                    <a:pt x="167735" y="224983"/>
                  </a:lnTo>
                  <a:cubicBezTo>
                    <a:pt x="181832" y="239081"/>
                    <a:pt x="190500" y="258607"/>
                    <a:pt x="190500" y="280133"/>
                  </a:cubicBezTo>
                  <a:cubicBezTo>
                    <a:pt x="190500" y="301660"/>
                    <a:pt x="181737" y="321186"/>
                    <a:pt x="167640" y="335283"/>
                  </a:cubicBezTo>
                  <a:lnTo>
                    <a:pt x="167640" y="335283"/>
                  </a:lnTo>
                  <a:cubicBezTo>
                    <a:pt x="167640" y="335283"/>
                    <a:pt x="167640" y="335283"/>
                    <a:pt x="167640" y="335283"/>
                  </a:cubicBezTo>
                  <a:cubicBezTo>
                    <a:pt x="153543" y="349380"/>
                    <a:pt x="134112" y="358048"/>
                    <a:pt x="112490" y="358048"/>
                  </a:cubicBezTo>
                  <a:cubicBezTo>
                    <a:pt x="90868" y="358048"/>
                    <a:pt x="71438" y="349285"/>
                    <a:pt x="57340" y="335188"/>
                  </a:cubicBezTo>
                  <a:cubicBezTo>
                    <a:pt x="43148" y="321091"/>
                    <a:pt x="34480" y="301565"/>
                    <a:pt x="34480" y="280038"/>
                  </a:cubicBez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39" name="任意多边形: 形状 138" descr="7ca468a8-fb1d-4a9e-acb0-1e34aa5f3b45">
              <a:extLst>
                <a:ext uri="{FF2B5EF4-FFF2-40B4-BE49-F238E27FC236}">
                  <a16:creationId xmlns:a16="http://schemas.microsoft.com/office/drawing/2014/main" id="{FA3BA552-555C-2E68-FDBA-97B2A6A78350}"/>
                </a:ext>
              </a:extLst>
            </p:cNvPr>
            <p:cNvSpPr/>
            <p:nvPr/>
          </p:nvSpPr>
          <p:spPr>
            <a:xfrm>
              <a:off x="6628772" y="2807411"/>
              <a:ext cx="179308" cy="237499"/>
            </a:xfrm>
            <a:custGeom>
              <a:avLst/>
              <a:gdLst>
                <a:gd name="connsiteX0" fmla="*/ 138208 w 299370"/>
                <a:gd name="connsiteY0" fmla="*/ 396526 h 396525"/>
                <a:gd name="connsiteX1" fmla="*/ 0 w 299370"/>
                <a:gd name="connsiteY1" fmla="*/ 396526 h 396525"/>
                <a:gd name="connsiteX2" fmla="*/ 0 w 299370"/>
                <a:gd name="connsiteY2" fmla="*/ 0 h 396525"/>
                <a:gd name="connsiteX3" fmla="*/ 138208 w 299370"/>
                <a:gd name="connsiteY3" fmla="*/ 0 h 396525"/>
                <a:gd name="connsiteX4" fmla="*/ 152019 w 299370"/>
                <a:gd name="connsiteY4" fmla="*/ 0 h 396525"/>
                <a:gd name="connsiteX5" fmla="*/ 299371 w 299370"/>
                <a:gd name="connsiteY5" fmla="*/ 0 h 396525"/>
                <a:gd name="connsiteX6" fmla="*/ 299371 w 299370"/>
                <a:gd name="connsiteY6" fmla="*/ 396526 h 396525"/>
                <a:gd name="connsiteX7" fmla="*/ 152019 w 299370"/>
                <a:gd name="connsiteY7" fmla="*/ 396526 h 396525"/>
                <a:gd name="connsiteX8" fmla="*/ 138208 w 299370"/>
                <a:gd name="connsiteY8" fmla="*/ 396526 h 396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370" h="396525">
                  <a:moveTo>
                    <a:pt x="138208" y="396526"/>
                  </a:moveTo>
                  <a:lnTo>
                    <a:pt x="0" y="396526"/>
                  </a:lnTo>
                  <a:lnTo>
                    <a:pt x="0" y="0"/>
                  </a:lnTo>
                  <a:lnTo>
                    <a:pt x="138208" y="0"/>
                  </a:lnTo>
                  <a:lnTo>
                    <a:pt x="152019" y="0"/>
                  </a:lnTo>
                  <a:lnTo>
                    <a:pt x="299371" y="0"/>
                  </a:lnTo>
                  <a:lnTo>
                    <a:pt x="299371" y="396526"/>
                  </a:lnTo>
                  <a:lnTo>
                    <a:pt x="152019" y="396526"/>
                  </a:lnTo>
                  <a:lnTo>
                    <a:pt x="138208" y="396526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1" name="任意多边形: 形状 60" descr="1618407e-6da7-4ad6-ad33-e6fd3b12629b">
              <a:extLst>
                <a:ext uri="{FF2B5EF4-FFF2-40B4-BE49-F238E27FC236}">
                  <a16:creationId xmlns:a16="http://schemas.microsoft.com/office/drawing/2014/main" id="{C14C0150-69F8-1FE2-7A2C-D29FF41A0731}"/>
                </a:ext>
              </a:extLst>
            </p:cNvPr>
            <p:cNvSpPr/>
            <p:nvPr/>
          </p:nvSpPr>
          <p:spPr>
            <a:xfrm>
              <a:off x="5065755" y="3417960"/>
              <a:ext cx="1726617" cy="2264598"/>
            </a:xfrm>
            <a:custGeom>
              <a:avLst/>
              <a:gdLst>
                <a:gd name="connsiteX0" fmla="*/ 0 w 2882741"/>
                <a:gd name="connsiteY0" fmla="*/ 0 h 3780948"/>
                <a:gd name="connsiteX1" fmla="*/ 2882741 w 2882741"/>
                <a:gd name="connsiteY1" fmla="*/ 0 h 3780948"/>
                <a:gd name="connsiteX2" fmla="*/ 2882741 w 2882741"/>
                <a:gd name="connsiteY2" fmla="*/ 3780949 h 3780948"/>
                <a:gd name="connsiteX3" fmla="*/ 0 w 2882741"/>
                <a:gd name="connsiteY3" fmla="*/ 3780949 h 3780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741" h="3780948">
                  <a:moveTo>
                    <a:pt x="0" y="0"/>
                  </a:moveTo>
                  <a:lnTo>
                    <a:pt x="2882741" y="0"/>
                  </a:lnTo>
                  <a:lnTo>
                    <a:pt x="2882741" y="3780949"/>
                  </a:lnTo>
                  <a:lnTo>
                    <a:pt x="0" y="3780949"/>
                  </a:lnTo>
                  <a:close/>
                </a:path>
              </a:pathLst>
            </a:custGeom>
            <a:solidFill>
              <a:srgbClr val="A4D0FC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2" name="任意多边形: 形状 61" descr="4c5e1bf2-fedb-4c0f-8d3d-61b09b3c1128">
              <a:extLst>
                <a:ext uri="{FF2B5EF4-FFF2-40B4-BE49-F238E27FC236}">
                  <a16:creationId xmlns:a16="http://schemas.microsoft.com/office/drawing/2014/main" id="{11FF4AF4-3985-95E8-D8B6-CB31A0D2F9C2}"/>
                </a:ext>
              </a:extLst>
            </p:cNvPr>
            <p:cNvSpPr/>
            <p:nvPr/>
          </p:nvSpPr>
          <p:spPr>
            <a:xfrm>
              <a:off x="5065755" y="3417960"/>
              <a:ext cx="1726617" cy="42502"/>
            </a:xfrm>
            <a:custGeom>
              <a:avLst/>
              <a:gdLst>
                <a:gd name="connsiteX0" fmla="*/ 0 w 2882741"/>
                <a:gd name="connsiteY0" fmla="*/ 0 h 70961"/>
                <a:gd name="connsiteX1" fmla="*/ 2882741 w 2882741"/>
                <a:gd name="connsiteY1" fmla="*/ 0 h 70961"/>
                <a:gd name="connsiteX2" fmla="*/ 2882741 w 2882741"/>
                <a:gd name="connsiteY2" fmla="*/ 70961 h 70961"/>
                <a:gd name="connsiteX3" fmla="*/ 0 w 2882741"/>
                <a:gd name="connsiteY3" fmla="*/ 70961 h 7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2741" h="70961">
                  <a:moveTo>
                    <a:pt x="0" y="0"/>
                  </a:moveTo>
                  <a:lnTo>
                    <a:pt x="2882741" y="0"/>
                  </a:lnTo>
                  <a:lnTo>
                    <a:pt x="2882741" y="70961"/>
                  </a:lnTo>
                  <a:lnTo>
                    <a:pt x="0" y="70961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3" name="任意多边形: 形状 62" descr="f02fcb44-d267-46c8-85a4-2fac49e0eb1d">
              <a:extLst>
                <a:ext uri="{FF2B5EF4-FFF2-40B4-BE49-F238E27FC236}">
                  <a16:creationId xmlns:a16="http://schemas.microsoft.com/office/drawing/2014/main" id="{BC7C3899-98DD-3388-32BC-D5629FEA322A}"/>
                </a:ext>
              </a:extLst>
            </p:cNvPr>
            <p:cNvSpPr/>
            <p:nvPr/>
          </p:nvSpPr>
          <p:spPr>
            <a:xfrm>
              <a:off x="6195915" y="3438726"/>
              <a:ext cx="46438" cy="2243832"/>
            </a:xfrm>
            <a:custGeom>
              <a:avLst/>
              <a:gdLst>
                <a:gd name="connsiteX0" fmla="*/ 0 w 77533"/>
                <a:gd name="connsiteY0" fmla="*/ 0 h 3746277"/>
                <a:gd name="connsiteX1" fmla="*/ 77534 w 77533"/>
                <a:gd name="connsiteY1" fmla="*/ 0 h 3746277"/>
                <a:gd name="connsiteX2" fmla="*/ 77534 w 77533"/>
                <a:gd name="connsiteY2" fmla="*/ 3746278 h 3746277"/>
                <a:gd name="connsiteX3" fmla="*/ 0 w 77533"/>
                <a:gd name="connsiteY3" fmla="*/ 3746278 h 374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33" h="3746277">
                  <a:moveTo>
                    <a:pt x="0" y="0"/>
                  </a:moveTo>
                  <a:lnTo>
                    <a:pt x="77534" y="0"/>
                  </a:lnTo>
                  <a:lnTo>
                    <a:pt x="77534" y="3746278"/>
                  </a:lnTo>
                  <a:lnTo>
                    <a:pt x="0" y="3746278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4" name="任意多边形: 形状 63" descr="9e02e5c5-a80e-48e3-bd19-af8a747d8a93">
              <a:extLst>
                <a:ext uri="{FF2B5EF4-FFF2-40B4-BE49-F238E27FC236}">
                  <a16:creationId xmlns:a16="http://schemas.microsoft.com/office/drawing/2014/main" id="{A2582AAA-AF88-8579-5038-A63928BC008A}"/>
                </a:ext>
              </a:extLst>
            </p:cNvPr>
            <p:cNvSpPr/>
            <p:nvPr/>
          </p:nvSpPr>
          <p:spPr>
            <a:xfrm>
              <a:off x="5616059" y="3436672"/>
              <a:ext cx="46438" cy="2245829"/>
            </a:xfrm>
            <a:custGeom>
              <a:avLst/>
              <a:gdLst>
                <a:gd name="connsiteX0" fmla="*/ 0 w 77533"/>
                <a:gd name="connsiteY0" fmla="*/ 0 h 3749611"/>
                <a:gd name="connsiteX1" fmla="*/ 77534 w 77533"/>
                <a:gd name="connsiteY1" fmla="*/ 0 h 3749611"/>
                <a:gd name="connsiteX2" fmla="*/ 77534 w 77533"/>
                <a:gd name="connsiteY2" fmla="*/ 3749612 h 3749611"/>
                <a:gd name="connsiteX3" fmla="*/ 0 w 77533"/>
                <a:gd name="connsiteY3" fmla="*/ 3749612 h 3749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33" h="3749611">
                  <a:moveTo>
                    <a:pt x="0" y="0"/>
                  </a:moveTo>
                  <a:lnTo>
                    <a:pt x="77534" y="0"/>
                  </a:lnTo>
                  <a:lnTo>
                    <a:pt x="77534" y="3749612"/>
                  </a:lnTo>
                  <a:lnTo>
                    <a:pt x="0" y="3749612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5" name="任意多边形: 形状 64" descr="24d89947-634a-44ab-adfc-8bcf3f267a3a">
              <a:extLst>
                <a:ext uri="{FF2B5EF4-FFF2-40B4-BE49-F238E27FC236}">
                  <a16:creationId xmlns:a16="http://schemas.microsoft.com/office/drawing/2014/main" id="{E0CA9A4A-7C47-9867-A55B-4E11DAE827B4}"/>
                </a:ext>
              </a:extLst>
            </p:cNvPr>
            <p:cNvSpPr/>
            <p:nvPr/>
          </p:nvSpPr>
          <p:spPr>
            <a:xfrm>
              <a:off x="5017320" y="2973141"/>
              <a:ext cx="1826113" cy="457198"/>
            </a:xfrm>
            <a:custGeom>
              <a:avLst/>
              <a:gdLst>
                <a:gd name="connsiteX0" fmla="*/ 3048857 w 3048857"/>
                <a:gd name="connsiteY0" fmla="*/ 763334 h 763333"/>
                <a:gd name="connsiteX1" fmla="*/ 3048857 w 3048857"/>
                <a:gd name="connsiteY1" fmla="*/ 672846 h 763333"/>
                <a:gd name="connsiteX2" fmla="*/ 1524476 w 3048857"/>
                <a:gd name="connsiteY2" fmla="*/ 0 h 763333"/>
                <a:gd name="connsiteX3" fmla="*/ 0 w 3048857"/>
                <a:gd name="connsiteY3" fmla="*/ 672846 h 763333"/>
                <a:gd name="connsiteX4" fmla="*/ 0 w 3048857"/>
                <a:gd name="connsiteY4" fmla="*/ 763334 h 763333"/>
                <a:gd name="connsiteX5" fmla="*/ 3048857 w 3048857"/>
                <a:gd name="connsiteY5" fmla="*/ 763334 h 76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857" h="763333">
                  <a:moveTo>
                    <a:pt x="3048857" y="763334"/>
                  </a:moveTo>
                  <a:lnTo>
                    <a:pt x="3048857" y="672846"/>
                  </a:lnTo>
                  <a:lnTo>
                    <a:pt x="1524476" y="0"/>
                  </a:lnTo>
                  <a:lnTo>
                    <a:pt x="0" y="672846"/>
                  </a:lnTo>
                  <a:lnTo>
                    <a:pt x="0" y="763334"/>
                  </a:lnTo>
                  <a:lnTo>
                    <a:pt x="3048857" y="763334"/>
                  </a:lnTo>
                  <a:close/>
                </a:path>
              </a:pathLst>
            </a:custGeom>
            <a:solidFill>
              <a:srgbClr val="A4D0FC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6" name="任意多边形: 形状 65" descr="a031ac37-eaad-4287-a6ce-d1010fbc031a">
              <a:extLst>
                <a:ext uri="{FF2B5EF4-FFF2-40B4-BE49-F238E27FC236}">
                  <a16:creationId xmlns:a16="http://schemas.microsoft.com/office/drawing/2014/main" id="{1AC45186-4F33-7C60-1895-BBE12F5F51A9}"/>
                </a:ext>
              </a:extLst>
            </p:cNvPr>
            <p:cNvSpPr/>
            <p:nvPr/>
          </p:nvSpPr>
          <p:spPr>
            <a:xfrm>
              <a:off x="5017320" y="3376143"/>
              <a:ext cx="1826170" cy="54197"/>
            </a:xfrm>
            <a:custGeom>
              <a:avLst/>
              <a:gdLst>
                <a:gd name="connsiteX0" fmla="*/ 0 w 3048952"/>
                <a:gd name="connsiteY0" fmla="*/ 0 h 90487"/>
                <a:gd name="connsiteX1" fmla="*/ 3048953 w 3048952"/>
                <a:gd name="connsiteY1" fmla="*/ 0 h 90487"/>
                <a:gd name="connsiteX2" fmla="*/ 3048953 w 3048952"/>
                <a:gd name="connsiteY2" fmla="*/ 90487 h 90487"/>
                <a:gd name="connsiteX3" fmla="*/ 0 w 3048952"/>
                <a:gd name="connsiteY3" fmla="*/ 90487 h 9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952" h="90487">
                  <a:moveTo>
                    <a:pt x="0" y="0"/>
                  </a:moveTo>
                  <a:lnTo>
                    <a:pt x="3048953" y="0"/>
                  </a:lnTo>
                  <a:lnTo>
                    <a:pt x="3048953" y="90487"/>
                  </a:lnTo>
                  <a:lnTo>
                    <a:pt x="0" y="90487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7" name="任意多边形: 形状 66" descr="d2a33dba-1936-4f3e-a29e-29e9edafbd8e">
              <a:extLst>
                <a:ext uri="{FF2B5EF4-FFF2-40B4-BE49-F238E27FC236}">
                  <a16:creationId xmlns:a16="http://schemas.microsoft.com/office/drawing/2014/main" id="{36DFC0F0-5E2E-3E5A-7E07-DCC621F54397}"/>
                </a:ext>
              </a:extLst>
            </p:cNvPr>
            <p:cNvSpPr/>
            <p:nvPr/>
          </p:nvSpPr>
          <p:spPr>
            <a:xfrm>
              <a:off x="5553133" y="2973141"/>
              <a:ext cx="751919" cy="463245"/>
            </a:xfrm>
            <a:custGeom>
              <a:avLst/>
              <a:gdLst>
                <a:gd name="connsiteX0" fmla="*/ 1255395 w 1255395"/>
                <a:gd name="connsiteY0" fmla="*/ 773430 h 773429"/>
                <a:gd name="connsiteX1" fmla="*/ 1255395 w 1255395"/>
                <a:gd name="connsiteY1" fmla="*/ 610553 h 773429"/>
                <a:gd name="connsiteX2" fmla="*/ 630174 w 1255395"/>
                <a:gd name="connsiteY2" fmla="*/ 0 h 773429"/>
                <a:gd name="connsiteX3" fmla="*/ 0 w 1255395"/>
                <a:gd name="connsiteY3" fmla="*/ 610076 h 773429"/>
                <a:gd name="connsiteX4" fmla="*/ 0 w 1255395"/>
                <a:gd name="connsiteY4" fmla="*/ 773430 h 773429"/>
                <a:gd name="connsiteX5" fmla="*/ 1255395 w 1255395"/>
                <a:gd name="connsiteY5" fmla="*/ 773430 h 77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5395" h="773429">
                  <a:moveTo>
                    <a:pt x="1255395" y="773430"/>
                  </a:moveTo>
                  <a:lnTo>
                    <a:pt x="1255395" y="610553"/>
                  </a:lnTo>
                  <a:lnTo>
                    <a:pt x="630174" y="0"/>
                  </a:lnTo>
                  <a:lnTo>
                    <a:pt x="0" y="610076"/>
                  </a:lnTo>
                  <a:lnTo>
                    <a:pt x="0" y="773430"/>
                  </a:lnTo>
                  <a:lnTo>
                    <a:pt x="1255395" y="773430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8" name="任意多边形: 形状 67" descr="18a0ccbf-534a-42ff-9af0-7b704a783e18">
              <a:extLst>
                <a:ext uri="{FF2B5EF4-FFF2-40B4-BE49-F238E27FC236}">
                  <a16:creationId xmlns:a16="http://schemas.microsoft.com/office/drawing/2014/main" id="{84C76FC9-8103-2849-74EF-9E10B5B06F28}"/>
                </a:ext>
              </a:extLst>
            </p:cNvPr>
            <p:cNvSpPr/>
            <p:nvPr/>
          </p:nvSpPr>
          <p:spPr>
            <a:xfrm>
              <a:off x="5627355" y="3092946"/>
              <a:ext cx="603417" cy="2589555"/>
            </a:xfrm>
            <a:custGeom>
              <a:avLst/>
              <a:gdLst>
                <a:gd name="connsiteX0" fmla="*/ 1007459 w 1007459"/>
                <a:gd name="connsiteY0" fmla="*/ 4323493 h 4323492"/>
                <a:gd name="connsiteX1" fmla="*/ 0 w 1007459"/>
                <a:gd name="connsiteY1" fmla="*/ 4323493 h 4323492"/>
                <a:gd name="connsiteX2" fmla="*/ 0 w 1007459"/>
                <a:gd name="connsiteY2" fmla="*/ 518350 h 4323492"/>
                <a:gd name="connsiteX3" fmla="*/ 505968 w 1007459"/>
                <a:gd name="connsiteY3" fmla="*/ 0 h 4323492"/>
                <a:gd name="connsiteX4" fmla="*/ 1007459 w 1007459"/>
                <a:gd name="connsiteY4" fmla="*/ 518350 h 4323492"/>
                <a:gd name="connsiteX5" fmla="*/ 1007459 w 1007459"/>
                <a:gd name="connsiteY5" fmla="*/ 4323493 h 4323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7459" h="4323492">
                  <a:moveTo>
                    <a:pt x="1007459" y="4323493"/>
                  </a:moveTo>
                  <a:lnTo>
                    <a:pt x="0" y="4323493"/>
                  </a:lnTo>
                  <a:lnTo>
                    <a:pt x="0" y="518350"/>
                  </a:lnTo>
                  <a:lnTo>
                    <a:pt x="505968" y="0"/>
                  </a:lnTo>
                  <a:lnTo>
                    <a:pt x="1007459" y="518350"/>
                  </a:lnTo>
                  <a:lnTo>
                    <a:pt x="1007459" y="4323493"/>
                  </a:lnTo>
                  <a:close/>
                </a:path>
              </a:pathLst>
            </a:custGeom>
            <a:solidFill>
              <a:srgbClr val="A4D0FC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9" name="任意多边形: 形状 68" descr="5374e8dc-82e5-4362-ae47-c2f4cdfbb7f4">
              <a:extLst>
                <a:ext uri="{FF2B5EF4-FFF2-40B4-BE49-F238E27FC236}">
                  <a16:creationId xmlns:a16="http://schemas.microsoft.com/office/drawing/2014/main" id="{75ED9BAD-4495-7F7F-E118-740C419A656A}"/>
                </a:ext>
              </a:extLst>
            </p:cNvPr>
            <p:cNvSpPr/>
            <p:nvPr/>
          </p:nvSpPr>
          <p:spPr>
            <a:xfrm>
              <a:off x="6365354" y="3500397"/>
              <a:ext cx="321647" cy="410987"/>
            </a:xfrm>
            <a:custGeom>
              <a:avLst/>
              <a:gdLst>
                <a:gd name="connsiteX0" fmla="*/ 0 w 537019"/>
                <a:gd name="connsiteY0" fmla="*/ 0 h 686180"/>
                <a:gd name="connsiteX1" fmla="*/ 537020 w 537019"/>
                <a:gd name="connsiteY1" fmla="*/ 0 h 686180"/>
                <a:gd name="connsiteX2" fmla="*/ 537020 w 537019"/>
                <a:gd name="connsiteY2" fmla="*/ 686181 h 686180"/>
                <a:gd name="connsiteX3" fmla="*/ 0 w 537019"/>
                <a:gd name="connsiteY3" fmla="*/ 686181 h 68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0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0" name="任意多边形: 形状 69" descr="57b2ee56-a307-4abc-b294-c5bdeaff19eb">
              <a:extLst>
                <a:ext uri="{FF2B5EF4-FFF2-40B4-BE49-F238E27FC236}">
                  <a16:creationId xmlns:a16="http://schemas.microsoft.com/office/drawing/2014/main" id="{8AE3BA48-592A-1362-1706-1013FA895A62}"/>
                </a:ext>
              </a:extLst>
            </p:cNvPr>
            <p:cNvSpPr/>
            <p:nvPr/>
          </p:nvSpPr>
          <p:spPr>
            <a:xfrm>
              <a:off x="6378247" y="3515801"/>
              <a:ext cx="295975" cy="378869"/>
            </a:xfrm>
            <a:custGeom>
              <a:avLst/>
              <a:gdLst>
                <a:gd name="connsiteX0" fmla="*/ 0 w 494156"/>
                <a:gd name="connsiteY0" fmla="*/ 0 h 632555"/>
                <a:gd name="connsiteX1" fmla="*/ 494157 w 494156"/>
                <a:gd name="connsiteY1" fmla="*/ 0 h 632555"/>
                <a:gd name="connsiteX2" fmla="*/ 494157 w 494156"/>
                <a:gd name="connsiteY2" fmla="*/ 632555 h 632555"/>
                <a:gd name="connsiteX3" fmla="*/ 0 w 494156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555">
                  <a:moveTo>
                    <a:pt x="0" y="0"/>
                  </a:moveTo>
                  <a:lnTo>
                    <a:pt x="494157" y="0"/>
                  </a:lnTo>
                  <a:lnTo>
                    <a:pt x="494157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1" name="任意多边形: 形状 70" descr="8329f6cd-71ab-4d93-872b-768d8bd3661e">
              <a:extLst>
                <a:ext uri="{FF2B5EF4-FFF2-40B4-BE49-F238E27FC236}">
                  <a16:creationId xmlns:a16="http://schemas.microsoft.com/office/drawing/2014/main" id="{AFE6D80D-FC71-2566-F1D3-98C819F4E784}"/>
                </a:ext>
              </a:extLst>
            </p:cNvPr>
            <p:cNvSpPr/>
            <p:nvPr/>
          </p:nvSpPr>
          <p:spPr>
            <a:xfrm>
              <a:off x="6378247" y="3515800"/>
              <a:ext cx="295918" cy="378926"/>
            </a:xfrm>
            <a:custGeom>
              <a:avLst/>
              <a:gdLst>
                <a:gd name="connsiteX0" fmla="*/ 21431 w 494061"/>
                <a:gd name="connsiteY0" fmla="*/ 32766 h 632650"/>
                <a:gd name="connsiteX1" fmla="*/ 494062 w 494061"/>
                <a:gd name="connsiteY1" fmla="*/ 32766 h 632650"/>
                <a:gd name="connsiteX2" fmla="*/ 494062 w 494061"/>
                <a:gd name="connsiteY2" fmla="*/ 0 h 632650"/>
                <a:gd name="connsiteX3" fmla="*/ 0 w 494061"/>
                <a:gd name="connsiteY3" fmla="*/ 0 h 632650"/>
                <a:gd name="connsiteX4" fmla="*/ 0 w 494061"/>
                <a:gd name="connsiteY4" fmla="*/ 632651 h 632650"/>
                <a:gd name="connsiteX5" fmla="*/ 21431 w 494061"/>
                <a:gd name="connsiteY5" fmla="*/ 632651 h 632650"/>
                <a:gd name="connsiteX6" fmla="*/ 21431 w 494061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632650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632651"/>
                  </a:lnTo>
                  <a:lnTo>
                    <a:pt x="21431" y="632651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2" name="任意多边形: 形状 71" descr="f039e470-4103-4de0-906b-a41a0656491e">
              <a:extLst>
                <a:ext uri="{FF2B5EF4-FFF2-40B4-BE49-F238E27FC236}">
                  <a16:creationId xmlns:a16="http://schemas.microsoft.com/office/drawing/2014/main" id="{27A03302-E512-4FB1-E6BE-AA021B05D72C}"/>
                </a:ext>
              </a:extLst>
            </p:cNvPr>
            <p:cNvSpPr/>
            <p:nvPr/>
          </p:nvSpPr>
          <p:spPr>
            <a:xfrm>
              <a:off x="6518533" y="3507471"/>
              <a:ext cx="13806" cy="395071"/>
            </a:xfrm>
            <a:custGeom>
              <a:avLst/>
              <a:gdLst>
                <a:gd name="connsiteX0" fmla="*/ 0 w 23050"/>
                <a:gd name="connsiteY0" fmla="*/ 0 h 659606"/>
                <a:gd name="connsiteX1" fmla="*/ 23051 w 23050"/>
                <a:gd name="connsiteY1" fmla="*/ 0 h 659606"/>
                <a:gd name="connsiteX2" fmla="*/ 23051 w 23050"/>
                <a:gd name="connsiteY2" fmla="*/ 659606 h 659606"/>
                <a:gd name="connsiteX3" fmla="*/ 0 w 23050"/>
                <a:gd name="connsiteY3" fmla="*/ 659606 h 65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659606">
                  <a:moveTo>
                    <a:pt x="0" y="0"/>
                  </a:moveTo>
                  <a:lnTo>
                    <a:pt x="23051" y="0"/>
                  </a:lnTo>
                  <a:lnTo>
                    <a:pt x="23051" y="659606"/>
                  </a:lnTo>
                  <a:lnTo>
                    <a:pt x="0" y="65960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3" name="任意多边形: 形状 72" descr="fbca7829-b12a-4823-8f54-4805237cbc5f">
              <a:extLst>
                <a:ext uri="{FF2B5EF4-FFF2-40B4-BE49-F238E27FC236}">
                  <a16:creationId xmlns:a16="http://schemas.microsoft.com/office/drawing/2014/main" id="{AECCFCA3-5B0A-FE32-A64E-3E556C3FF173}"/>
                </a:ext>
              </a:extLst>
            </p:cNvPr>
            <p:cNvSpPr/>
            <p:nvPr/>
          </p:nvSpPr>
          <p:spPr>
            <a:xfrm>
              <a:off x="6370888" y="360411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4" name="任意多边形: 形状 73" descr="c24d2b71-afa6-488b-a92e-dc66d5b0719d">
              <a:extLst>
                <a:ext uri="{FF2B5EF4-FFF2-40B4-BE49-F238E27FC236}">
                  <a16:creationId xmlns:a16="http://schemas.microsoft.com/office/drawing/2014/main" id="{E345041A-E5FE-4C26-6A9F-033631DD7D12}"/>
                </a:ext>
              </a:extLst>
            </p:cNvPr>
            <p:cNvSpPr/>
            <p:nvPr/>
          </p:nvSpPr>
          <p:spPr>
            <a:xfrm>
              <a:off x="5768212" y="3500397"/>
              <a:ext cx="321647" cy="410987"/>
            </a:xfrm>
            <a:custGeom>
              <a:avLst/>
              <a:gdLst>
                <a:gd name="connsiteX0" fmla="*/ 0 w 537019"/>
                <a:gd name="connsiteY0" fmla="*/ 0 h 686180"/>
                <a:gd name="connsiteX1" fmla="*/ 537020 w 537019"/>
                <a:gd name="connsiteY1" fmla="*/ 0 h 686180"/>
                <a:gd name="connsiteX2" fmla="*/ 537020 w 537019"/>
                <a:gd name="connsiteY2" fmla="*/ 686181 h 686180"/>
                <a:gd name="connsiteX3" fmla="*/ 0 w 537019"/>
                <a:gd name="connsiteY3" fmla="*/ 686181 h 68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0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5" name="任意多边形: 形状 74" descr="9edd1606-d200-4541-af48-6fba849c97df">
              <a:extLst>
                <a:ext uri="{FF2B5EF4-FFF2-40B4-BE49-F238E27FC236}">
                  <a16:creationId xmlns:a16="http://schemas.microsoft.com/office/drawing/2014/main" id="{C3162694-4F8F-1B92-66F9-B2A62DCAE45C}"/>
                </a:ext>
              </a:extLst>
            </p:cNvPr>
            <p:cNvSpPr/>
            <p:nvPr/>
          </p:nvSpPr>
          <p:spPr>
            <a:xfrm>
              <a:off x="5781105" y="3515801"/>
              <a:ext cx="295975" cy="378869"/>
            </a:xfrm>
            <a:custGeom>
              <a:avLst/>
              <a:gdLst>
                <a:gd name="connsiteX0" fmla="*/ 0 w 494156"/>
                <a:gd name="connsiteY0" fmla="*/ 0 h 632555"/>
                <a:gd name="connsiteX1" fmla="*/ 494157 w 494156"/>
                <a:gd name="connsiteY1" fmla="*/ 0 h 632555"/>
                <a:gd name="connsiteX2" fmla="*/ 494157 w 494156"/>
                <a:gd name="connsiteY2" fmla="*/ 632555 h 632555"/>
                <a:gd name="connsiteX3" fmla="*/ 0 w 494156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555">
                  <a:moveTo>
                    <a:pt x="0" y="0"/>
                  </a:moveTo>
                  <a:lnTo>
                    <a:pt x="494157" y="0"/>
                  </a:lnTo>
                  <a:lnTo>
                    <a:pt x="494157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6" name="任意多边形: 形状 75" descr="f30a33df-c058-4d26-9a90-98eea8768c8f">
              <a:extLst>
                <a:ext uri="{FF2B5EF4-FFF2-40B4-BE49-F238E27FC236}">
                  <a16:creationId xmlns:a16="http://schemas.microsoft.com/office/drawing/2014/main" id="{94E2B870-3729-7D78-CB8B-E97EBC6F7D63}"/>
                </a:ext>
              </a:extLst>
            </p:cNvPr>
            <p:cNvSpPr/>
            <p:nvPr/>
          </p:nvSpPr>
          <p:spPr>
            <a:xfrm>
              <a:off x="5781105" y="3515800"/>
              <a:ext cx="295918" cy="378926"/>
            </a:xfrm>
            <a:custGeom>
              <a:avLst/>
              <a:gdLst>
                <a:gd name="connsiteX0" fmla="*/ 21431 w 494061"/>
                <a:gd name="connsiteY0" fmla="*/ 32766 h 632650"/>
                <a:gd name="connsiteX1" fmla="*/ 494062 w 494061"/>
                <a:gd name="connsiteY1" fmla="*/ 32766 h 632650"/>
                <a:gd name="connsiteX2" fmla="*/ 494062 w 494061"/>
                <a:gd name="connsiteY2" fmla="*/ 0 h 632650"/>
                <a:gd name="connsiteX3" fmla="*/ 0 w 494061"/>
                <a:gd name="connsiteY3" fmla="*/ 0 h 632650"/>
                <a:gd name="connsiteX4" fmla="*/ 0 w 494061"/>
                <a:gd name="connsiteY4" fmla="*/ 632651 h 632650"/>
                <a:gd name="connsiteX5" fmla="*/ 21431 w 494061"/>
                <a:gd name="connsiteY5" fmla="*/ 632651 h 632650"/>
                <a:gd name="connsiteX6" fmla="*/ 21431 w 494061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632650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632651"/>
                  </a:lnTo>
                  <a:lnTo>
                    <a:pt x="21431" y="632651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7" name="任意多边形: 形状 76" descr="f23c6ce0-c8a5-4bff-800b-8ec01ff52795">
              <a:extLst>
                <a:ext uri="{FF2B5EF4-FFF2-40B4-BE49-F238E27FC236}">
                  <a16:creationId xmlns:a16="http://schemas.microsoft.com/office/drawing/2014/main" id="{537079E9-F3A5-CA0B-C19A-B930AF63A151}"/>
                </a:ext>
              </a:extLst>
            </p:cNvPr>
            <p:cNvSpPr/>
            <p:nvPr/>
          </p:nvSpPr>
          <p:spPr>
            <a:xfrm>
              <a:off x="5921391" y="3507471"/>
              <a:ext cx="13806" cy="395071"/>
            </a:xfrm>
            <a:custGeom>
              <a:avLst/>
              <a:gdLst>
                <a:gd name="connsiteX0" fmla="*/ 0 w 23050"/>
                <a:gd name="connsiteY0" fmla="*/ 0 h 659606"/>
                <a:gd name="connsiteX1" fmla="*/ 23051 w 23050"/>
                <a:gd name="connsiteY1" fmla="*/ 0 h 659606"/>
                <a:gd name="connsiteX2" fmla="*/ 23051 w 23050"/>
                <a:gd name="connsiteY2" fmla="*/ 659606 h 659606"/>
                <a:gd name="connsiteX3" fmla="*/ 0 w 23050"/>
                <a:gd name="connsiteY3" fmla="*/ 659606 h 65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659606">
                  <a:moveTo>
                    <a:pt x="0" y="0"/>
                  </a:moveTo>
                  <a:lnTo>
                    <a:pt x="23051" y="0"/>
                  </a:lnTo>
                  <a:lnTo>
                    <a:pt x="23051" y="659606"/>
                  </a:lnTo>
                  <a:lnTo>
                    <a:pt x="0" y="65960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8" name="任意多边形: 形状 77" descr="f4f8bac5-ccd3-4164-bd43-ce87a9a213c2">
              <a:extLst>
                <a:ext uri="{FF2B5EF4-FFF2-40B4-BE49-F238E27FC236}">
                  <a16:creationId xmlns:a16="http://schemas.microsoft.com/office/drawing/2014/main" id="{8271335F-841B-6D3C-FA0F-2502FF730D0D}"/>
                </a:ext>
              </a:extLst>
            </p:cNvPr>
            <p:cNvSpPr/>
            <p:nvPr/>
          </p:nvSpPr>
          <p:spPr>
            <a:xfrm>
              <a:off x="5773745" y="360411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9" name="任意多边形: 形状 78" descr="8b608d7f-099c-4a56-83bd-416fefe129c4">
              <a:extLst>
                <a:ext uri="{FF2B5EF4-FFF2-40B4-BE49-F238E27FC236}">
                  <a16:creationId xmlns:a16="http://schemas.microsoft.com/office/drawing/2014/main" id="{32A813D7-41E8-5C00-D0FE-ECE42C05868B}"/>
                </a:ext>
              </a:extLst>
            </p:cNvPr>
            <p:cNvSpPr/>
            <p:nvPr/>
          </p:nvSpPr>
          <p:spPr>
            <a:xfrm>
              <a:off x="5768212" y="4313359"/>
              <a:ext cx="321647" cy="410988"/>
            </a:xfrm>
            <a:custGeom>
              <a:avLst/>
              <a:gdLst>
                <a:gd name="connsiteX0" fmla="*/ 0 w 537019"/>
                <a:gd name="connsiteY0" fmla="*/ 0 h 686181"/>
                <a:gd name="connsiteX1" fmla="*/ 537020 w 537019"/>
                <a:gd name="connsiteY1" fmla="*/ 0 h 686181"/>
                <a:gd name="connsiteX2" fmla="*/ 537020 w 537019"/>
                <a:gd name="connsiteY2" fmla="*/ 686181 h 686181"/>
                <a:gd name="connsiteX3" fmla="*/ 0 w 537019"/>
                <a:gd name="connsiteY3" fmla="*/ 686181 h 6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1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0" name="任意多边形: 形状 79" descr="aaa0bc71-d53f-410b-ba82-d32368a69d2f">
              <a:extLst>
                <a:ext uri="{FF2B5EF4-FFF2-40B4-BE49-F238E27FC236}">
                  <a16:creationId xmlns:a16="http://schemas.microsoft.com/office/drawing/2014/main" id="{9289C181-FB53-52E6-0DF9-69D9809C12C6}"/>
                </a:ext>
              </a:extLst>
            </p:cNvPr>
            <p:cNvSpPr/>
            <p:nvPr/>
          </p:nvSpPr>
          <p:spPr>
            <a:xfrm>
              <a:off x="5781105" y="4328763"/>
              <a:ext cx="295975" cy="378869"/>
            </a:xfrm>
            <a:custGeom>
              <a:avLst/>
              <a:gdLst>
                <a:gd name="connsiteX0" fmla="*/ 0 w 494156"/>
                <a:gd name="connsiteY0" fmla="*/ 0 h 632555"/>
                <a:gd name="connsiteX1" fmla="*/ 494157 w 494156"/>
                <a:gd name="connsiteY1" fmla="*/ 0 h 632555"/>
                <a:gd name="connsiteX2" fmla="*/ 494157 w 494156"/>
                <a:gd name="connsiteY2" fmla="*/ 632555 h 632555"/>
                <a:gd name="connsiteX3" fmla="*/ 0 w 494156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555">
                  <a:moveTo>
                    <a:pt x="0" y="0"/>
                  </a:moveTo>
                  <a:lnTo>
                    <a:pt x="494157" y="0"/>
                  </a:lnTo>
                  <a:lnTo>
                    <a:pt x="494157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1" name="任意多边形: 形状 80" descr="5a920f24-a280-4a57-9fcc-87fc90a4628f">
              <a:extLst>
                <a:ext uri="{FF2B5EF4-FFF2-40B4-BE49-F238E27FC236}">
                  <a16:creationId xmlns:a16="http://schemas.microsoft.com/office/drawing/2014/main" id="{52756C21-33F5-5334-AFE3-23551856A1D9}"/>
                </a:ext>
              </a:extLst>
            </p:cNvPr>
            <p:cNvSpPr/>
            <p:nvPr/>
          </p:nvSpPr>
          <p:spPr>
            <a:xfrm>
              <a:off x="5781105" y="4328763"/>
              <a:ext cx="295918" cy="378869"/>
            </a:xfrm>
            <a:custGeom>
              <a:avLst/>
              <a:gdLst>
                <a:gd name="connsiteX0" fmla="*/ 21431 w 494061"/>
                <a:gd name="connsiteY0" fmla="*/ 32766 h 632555"/>
                <a:gd name="connsiteX1" fmla="*/ 494062 w 494061"/>
                <a:gd name="connsiteY1" fmla="*/ 32766 h 632555"/>
                <a:gd name="connsiteX2" fmla="*/ 494062 w 494061"/>
                <a:gd name="connsiteY2" fmla="*/ 0 h 632555"/>
                <a:gd name="connsiteX3" fmla="*/ 0 w 494061"/>
                <a:gd name="connsiteY3" fmla="*/ 0 h 632555"/>
                <a:gd name="connsiteX4" fmla="*/ 0 w 494061"/>
                <a:gd name="connsiteY4" fmla="*/ 632555 h 632555"/>
                <a:gd name="connsiteX5" fmla="*/ 21431 w 494061"/>
                <a:gd name="connsiteY5" fmla="*/ 632555 h 632555"/>
                <a:gd name="connsiteX6" fmla="*/ 21431 w 494061"/>
                <a:gd name="connsiteY6" fmla="*/ 32766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632555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632555"/>
                  </a:lnTo>
                  <a:lnTo>
                    <a:pt x="21431" y="632555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2" name="任意多边形: 形状 81" descr="0dcb1868-c693-40d1-8f16-92a0e309b423">
              <a:extLst>
                <a:ext uri="{FF2B5EF4-FFF2-40B4-BE49-F238E27FC236}">
                  <a16:creationId xmlns:a16="http://schemas.microsoft.com/office/drawing/2014/main" id="{FC5427F4-1751-F84A-ED74-E4AC6B4D94D0}"/>
                </a:ext>
              </a:extLst>
            </p:cNvPr>
            <p:cNvSpPr/>
            <p:nvPr/>
          </p:nvSpPr>
          <p:spPr>
            <a:xfrm>
              <a:off x="5921391" y="4320434"/>
              <a:ext cx="13806" cy="395071"/>
            </a:xfrm>
            <a:custGeom>
              <a:avLst/>
              <a:gdLst>
                <a:gd name="connsiteX0" fmla="*/ 0 w 23050"/>
                <a:gd name="connsiteY0" fmla="*/ 0 h 659606"/>
                <a:gd name="connsiteX1" fmla="*/ 23051 w 23050"/>
                <a:gd name="connsiteY1" fmla="*/ 0 h 659606"/>
                <a:gd name="connsiteX2" fmla="*/ 23051 w 23050"/>
                <a:gd name="connsiteY2" fmla="*/ 659606 h 659606"/>
                <a:gd name="connsiteX3" fmla="*/ 0 w 23050"/>
                <a:gd name="connsiteY3" fmla="*/ 659606 h 65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659606">
                  <a:moveTo>
                    <a:pt x="0" y="0"/>
                  </a:moveTo>
                  <a:lnTo>
                    <a:pt x="23051" y="0"/>
                  </a:lnTo>
                  <a:lnTo>
                    <a:pt x="23051" y="659606"/>
                  </a:lnTo>
                  <a:lnTo>
                    <a:pt x="0" y="65960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3" name="任意多边形: 形状 82" descr="664a7128-63a1-49ce-9aad-d6936b6cf66a">
              <a:extLst>
                <a:ext uri="{FF2B5EF4-FFF2-40B4-BE49-F238E27FC236}">
                  <a16:creationId xmlns:a16="http://schemas.microsoft.com/office/drawing/2014/main" id="{314AEA13-F355-4BC9-9977-9D68F9DD323B}"/>
                </a:ext>
              </a:extLst>
            </p:cNvPr>
            <p:cNvSpPr/>
            <p:nvPr/>
          </p:nvSpPr>
          <p:spPr>
            <a:xfrm>
              <a:off x="5773745" y="4417076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4" name="任意多边形: 形状 83" descr="e5e8f759-abd0-4994-8e10-f56a1e82e1aa">
              <a:extLst>
                <a:ext uri="{FF2B5EF4-FFF2-40B4-BE49-F238E27FC236}">
                  <a16:creationId xmlns:a16="http://schemas.microsoft.com/office/drawing/2014/main" id="{D9DC5AAF-2BAD-6F0E-7560-7A4D9BDAD19D}"/>
                </a:ext>
              </a:extLst>
            </p:cNvPr>
            <p:cNvSpPr/>
            <p:nvPr/>
          </p:nvSpPr>
          <p:spPr>
            <a:xfrm>
              <a:off x="5768212" y="5085588"/>
              <a:ext cx="321647" cy="596913"/>
            </a:xfrm>
            <a:custGeom>
              <a:avLst/>
              <a:gdLst>
                <a:gd name="connsiteX0" fmla="*/ 0 w 537019"/>
                <a:gd name="connsiteY0" fmla="*/ 0 h 996600"/>
                <a:gd name="connsiteX1" fmla="*/ 537020 w 537019"/>
                <a:gd name="connsiteY1" fmla="*/ 0 h 996600"/>
                <a:gd name="connsiteX2" fmla="*/ 537020 w 537019"/>
                <a:gd name="connsiteY2" fmla="*/ 996601 h 996600"/>
                <a:gd name="connsiteX3" fmla="*/ 0 w 537019"/>
                <a:gd name="connsiteY3" fmla="*/ 996601 h 99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996600">
                  <a:moveTo>
                    <a:pt x="0" y="0"/>
                  </a:moveTo>
                  <a:lnTo>
                    <a:pt x="537020" y="0"/>
                  </a:lnTo>
                  <a:lnTo>
                    <a:pt x="537020" y="996601"/>
                  </a:lnTo>
                  <a:lnTo>
                    <a:pt x="0" y="99660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5" name="任意多边形: 形状 84" descr="7dbf5183-2c01-4049-b9a7-89008151362b">
              <a:extLst>
                <a:ext uri="{FF2B5EF4-FFF2-40B4-BE49-F238E27FC236}">
                  <a16:creationId xmlns:a16="http://schemas.microsoft.com/office/drawing/2014/main" id="{F1C5E236-7A58-5377-E526-565F1E831890}"/>
                </a:ext>
              </a:extLst>
            </p:cNvPr>
            <p:cNvSpPr/>
            <p:nvPr/>
          </p:nvSpPr>
          <p:spPr>
            <a:xfrm>
              <a:off x="5781105" y="5100991"/>
              <a:ext cx="295975" cy="581510"/>
            </a:xfrm>
            <a:custGeom>
              <a:avLst/>
              <a:gdLst>
                <a:gd name="connsiteX0" fmla="*/ 0 w 494156"/>
                <a:gd name="connsiteY0" fmla="*/ 0 h 970883"/>
                <a:gd name="connsiteX1" fmla="*/ 494157 w 494156"/>
                <a:gd name="connsiteY1" fmla="*/ 0 h 970883"/>
                <a:gd name="connsiteX2" fmla="*/ 494157 w 494156"/>
                <a:gd name="connsiteY2" fmla="*/ 970883 h 970883"/>
                <a:gd name="connsiteX3" fmla="*/ 0 w 494156"/>
                <a:gd name="connsiteY3" fmla="*/ 970883 h 97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970883">
                  <a:moveTo>
                    <a:pt x="0" y="0"/>
                  </a:moveTo>
                  <a:lnTo>
                    <a:pt x="494157" y="0"/>
                  </a:lnTo>
                  <a:lnTo>
                    <a:pt x="494157" y="970883"/>
                  </a:lnTo>
                  <a:lnTo>
                    <a:pt x="0" y="970883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6" name="任意多边形: 形状 85" descr="1fa1356f-5a8f-4920-a11f-12d2714cb467">
              <a:extLst>
                <a:ext uri="{FF2B5EF4-FFF2-40B4-BE49-F238E27FC236}">
                  <a16:creationId xmlns:a16="http://schemas.microsoft.com/office/drawing/2014/main" id="{A5EE5B4F-A701-B52C-2399-C39D1B92EAE2}"/>
                </a:ext>
              </a:extLst>
            </p:cNvPr>
            <p:cNvSpPr/>
            <p:nvPr/>
          </p:nvSpPr>
          <p:spPr>
            <a:xfrm>
              <a:off x="5781105" y="5100991"/>
              <a:ext cx="295918" cy="581510"/>
            </a:xfrm>
            <a:custGeom>
              <a:avLst/>
              <a:gdLst>
                <a:gd name="connsiteX0" fmla="*/ 21431 w 494061"/>
                <a:gd name="connsiteY0" fmla="*/ 32766 h 970883"/>
                <a:gd name="connsiteX1" fmla="*/ 494062 w 494061"/>
                <a:gd name="connsiteY1" fmla="*/ 32766 h 970883"/>
                <a:gd name="connsiteX2" fmla="*/ 494062 w 494061"/>
                <a:gd name="connsiteY2" fmla="*/ 0 h 970883"/>
                <a:gd name="connsiteX3" fmla="*/ 0 w 494061"/>
                <a:gd name="connsiteY3" fmla="*/ 0 h 970883"/>
                <a:gd name="connsiteX4" fmla="*/ 0 w 494061"/>
                <a:gd name="connsiteY4" fmla="*/ 970883 h 970883"/>
                <a:gd name="connsiteX5" fmla="*/ 21431 w 494061"/>
                <a:gd name="connsiteY5" fmla="*/ 970883 h 970883"/>
                <a:gd name="connsiteX6" fmla="*/ 21431 w 494061"/>
                <a:gd name="connsiteY6" fmla="*/ 32766 h 97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970883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970883"/>
                  </a:lnTo>
                  <a:lnTo>
                    <a:pt x="21431" y="970883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7" name="任意多边形: 形状 86" descr="3371f731-df14-4f5c-b345-ae03caab7f9d">
              <a:extLst>
                <a:ext uri="{FF2B5EF4-FFF2-40B4-BE49-F238E27FC236}">
                  <a16:creationId xmlns:a16="http://schemas.microsoft.com/office/drawing/2014/main" id="{241352B3-77F6-8DA7-386A-2C8AE3166DD3}"/>
                </a:ext>
              </a:extLst>
            </p:cNvPr>
            <p:cNvSpPr/>
            <p:nvPr/>
          </p:nvSpPr>
          <p:spPr>
            <a:xfrm>
              <a:off x="5921391" y="5092662"/>
              <a:ext cx="13806" cy="589839"/>
            </a:xfrm>
            <a:custGeom>
              <a:avLst/>
              <a:gdLst>
                <a:gd name="connsiteX0" fmla="*/ 0 w 23050"/>
                <a:gd name="connsiteY0" fmla="*/ 0 h 984789"/>
                <a:gd name="connsiteX1" fmla="*/ 23051 w 23050"/>
                <a:gd name="connsiteY1" fmla="*/ 0 h 984789"/>
                <a:gd name="connsiteX2" fmla="*/ 23051 w 23050"/>
                <a:gd name="connsiteY2" fmla="*/ 984790 h 984789"/>
                <a:gd name="connsiteX3" fmla="*/ 0 w 23050"/>
                <a:gd name="connsiteY3" fmla="*/ 984790 h 98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984789">
                  <a:moveTo>
                    <a:pt x="0" y="0"/>
                  </a:moveTo>
                  <a:lnTo>
                    <a:pt x="23051" y="0"/>
                  </a:lnTo>
                  <a:lnTo>
                    <a:pt x="23051" y="984790"/>
                  </a:lnTo>
                  <a:lnTo>
                    <a:pt x="0" y="98479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8" name="任意多边形: 形状 87" descr="bed6373a-8bae-4f9e-af11-33c359830509">
              <a:extLst>
                <a:ext uri="{FF2B5EF4-FFF2-40B4-BE49-F238E27FC236}">
                  <a16:creationId xmlns:a16="http://schemas.microsoft.com/office/drawing/2014/main" id="{3AC972F8-1063-2228-5BC9-53F7196A698C}"/>
                </a:ext>
              </a:extLst>
            </p:cNvPr>
            <p:cNvSpPr/>
            <p:nvPr/>
          </p:nvSpPr>
          <p:spPr>
            <a:xfrm>
              <a:off x="5773745" y="518930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89" name="任意多边形: 形状 88" descr="cb822bc8-d3b3-44b4-9ae3-3890348557ee">
              <a:extLst>
                <a:ext uri="{FF2B5EF4-FFF2-40B4-BE49-F238E27FC236}">
                  <a16:creationId xmlns:a16="http://schemas.microsoft.com/office/drawing/2014/main" id="{7E55A07B-7739-03F7-8158-6E6F1997D1F3}"/>
                </a:ext>
              </a:extLst>
            </p:cNvPr>
            <p:cNvSpPr/>
            <p:nvPr/>
          </p:nvSpPr>
          <p:spPr>
            <a:xfrm>
              <a:off x="5171355" y="3500397"/>
              <a:ext cx="321647" cy="410987"/>
            </a:xfrm>
            <a:custGeom>
              <a:avLst/>
              <a:gdLst>
                <a:gd name="connsiteX0" fmla="*/ 0 w 537019"/>
                <a:gd name="connsiteY0" fmla="*/ 0 h 686180"/>
                <a:gd name="connsiteX1" fmla="*/ 537020 w 537019"/>
                <a:gd name="connsiteY1" fmla="*/ 0 h 686180"/>
                <a:gd name="connsiteX2" fmla="*/ 537020 w 537019"/>
                <a:gd name="connsiteY2" fmla="*/ 686181 h 686180"/>
                <a:gd name="connsiteX3" fmla="*/ 0 w 537019"/>
                <a:gd name="connsiteY3" fmla="*/ 686181 h 68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0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0" name="任意多边形: 形状 89" descr="a4cc8417-0613-403b-be1b-8319b0d306ea">
              <a:extLst>
                <a:ext uri="{FF2B5EF4-FFF2-40B4-BE49-F238E27FC236}">
                  <a16:creationId xmlns:a16="http://schemas.microsoft.com/office/drawing/2014/main" id="{1891585B-ACAD-9A10-A8B1-9B98C366761D}"/>
                </a:ext>
              </a:extLst>
            </p:cNvPr>
            <p:cNvSpPr/>
            <p:nvPr/>
          </p:nvSpPr>
          <p:spPr>
            <a:xfrm>
              <a:off x="5184248" y="3515801"/>
              <a:ext cx="295975" cy="378869"/>
            </a:xfrm>
            <a:custGeom>
              <a:avLst/>
              <a:gdLst>
                <a:gd name="connsiteX0" fmla="*/ 0 w 494156"/>
                <a:gd name="connsiteY0" fmla="*/ 0 h 632555"/>
                <a:gd name="connsiteX1" fmla="*/ 494157 w 494156"/>
                <a:gd name="connsiteY1" fmla="*/ 0 h 632555"/>
                <a:gd name="connsiteX2" fmla="*/ 494157 w 494156"/>
                <a:gd name="connsiteY2" fmla="*/ 632555 h 632555"/>
                <a:gd name="connsiteX3" fmla="*/ 0 w 494156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555">
                  <a:moveTo>
                    <a:pt x="0" y="0"/>
                  </a:moveTo>
                  <a:lnTo>
                    <a:pt x="494157" y="0"/>
                  </a:lnTo>
                  <a:lnTo>
                    <a:pt x="494157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1" name="任意多边形: 形状 90" descr="e89850fb-717b-446a-a195-1a10d9940a9e">
              <a:extLst>
                <a:ext uri="{FF2B5EF4-FFF2-40B4-BE49-F238E27FC236}">
                  <a16:creationId xmlns:a16="http://schemas.microsoft.com/office/drawing/2014/main" id="{5C46AAA6-8902-CA61-CF11-F1645A1683C6}"/>
                </a:ext>
              </a:extLst>
            </p:cNvPr>
            <p:cNvSpPr/>
            <p:nvPr/>
          </p:nvSpPr>
          <p:spPr>
            <a:xfrm>
              <a:off x="5184248" y="3515800"/>
              <a:ext cx="295975" cy="378926"/>
            </a:xfrm>
            <a:custGeom>
              <a:avLst/>
              <a:gdLst>
                <a:gd name="connsiteX0" fmla="*/ 472630 w 494157"/>
                <a:gd name="connsiteY0" fmla="*/ 32766 h 632650"/>
                <a:gd name="connsiteX1" fmla="*/ 0 w 494157"/>
                <a:gd name="connsiteY1" fmla="*/ 32766 h 632650"/>
                <a:gd name="connsiteX2" fmla="*/ 0 w 494157"/>
                <a:gd name="connsiteY2" fmla="*/ 0 h 632650"/>
                <a:gd name="connsiteX3" fmla="*/ 494157 w 494157"/>
                <a:gd name="connsiteY3" fmla="*/ 0 h 632650"/>
                <a:gd name="connsiteX4" fmla="*/ 494157 w 494157"/>
                <a:gd name="connsiteY4" fmla="*/ 632651 h 632650"/>
                <a:gd name="connsiteX5" fmla="*/ 472630 w 494157"/>
                <a:gd name="connsiteY5" fmla="*/ 632651 h 632650"/>
                <a:gd name="connsiteX6" fmla="*/ 472630 w 494157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157" h="632650">
                  <a:moveTo>
                    <a:pt x="472630" y="32766"/>
                  </a:moveTo>
                  <a:lnTo>
                    <a:pt x="0" y="32766"/>
                  </a:lnTo>
                  <a:lnTo>
                    <a:pt x="0" y="0"/>
                  </a:lnTo>
                  <a:lnTo>
                    <a:pt x="494157" y="0"/>
                  </a:lnTo>
                  <a:lnTo>
                    <a:pt x="494157" y="632651"/>
                  </a:lnTo>
                  <a:lnTo>
                    <a:pt x="472630" y="632651"/>
                  </a:lnTo>
                  <a:lnTo>
                    <a:pt x="472630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2" name="任意多边形: 形状 91" descr="1987d34f-926b-4580-a29f-b6f976a2e288">
              <a:extLst>
                <a:ext uri="{FF2B5EF4-FFF2-40B4-BE49-F238E27FC236}">
                  <a16:creationId xmlns:a16="http://schemas.microsoft.com/office/drawing/2014/main" id="{72EB23CA-CF5F-0B6C-6113-C559412FC5F5}"/>
                </a:ext>
              </a:extLst>
            </p:cNvPr>
            <p:cNvSpPr/>
            <p:nvPr/>
          </p:nvSpPr>
          <p:spPr>
            <a:xfrm>
              <a:off x="5326017" y="3507471"/>
              <a:ext cx="13863" cy="395071"/>
            </a:xfrm>
            <a:custGeom>
              <a:avLst/>
              <a:gdLst>
                <a:gd name="connsiteX0" fmla="*/ 0 w 23145"/>
                <a:gd name="connsiteY0" fmla="*/ 0 h 659606"/>
                <a:gd name="connsiteX1" fmla="*/ 23146 w 23145"/>
                <a:gd name="connsiteY1" fmla="*/ 0 h 659606"/>
                <a:gd name="connsiteX2" fmla="*/ 23146 w 23145"/>
                <a:gd name="connsiteY2" fmla="*/ 659606 h 659606"/>
                <a:gd name="connsiteX3" fmla="*/ 0 w 23145"/>
                <a:gd name="connsiteY3" fmla="*/ 659606 h 65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45" h="659606">
                  <a:moveTo>
                    <a:pt x="0" y="0"/>
                  </a:moveTo>
                  <a:lnTo>
                    <a:pt x="23146" y="0"/>
                  </a:lnTo>
                  <a:lnTo>
                    <a:pt x="23146" y="659606"/>
                  </a:lnTo>
                  <a:lnTo>
                    <a:pt x="0" y="65960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3" name="任意多边形: 形状 92" descr="ab263659-84b2-4723-bf2a-e3619ed954fb">
              <a:extLst>
                <a:ext uri="{FF2B5EF4-FFF2-40B4-BE49-F238E27FC236}">
                  <a16:creationId xmlns:a16="http://schemas.microsoft.com/office/drawing/2014/main" id="{0A55D9C4-140F-0F29-0699-88F9809C075D}"/>
                </a:ext>
              </a:extLst>
            </p:cNvPr>
            <p:cNvSpPr/>
            <p:nvPr/>
          </p:nvSpPr>
          <p:spPr>
            <a:xfrm>
              <a:off x="5172496" y="360411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4" name="任意多边形: 形状 93" descr="1efab368-8b60-4514-bf22-15311b52d6ac">
              <a:extLst>
                <a:ext uri="{FF2B5EF4-FFF2-40B4-BE49-F238E27FC236}">
                  <a16:creationId xmlns:a16="http://schemas.microsoft.com/office/drawing/2014/main" id="{26B909BC-34D3-41F3-08AE-07FB6147A9BE}"/>
                </a:ext>
              </a:extLst>
            </p:cNvPr>
            <p:cNvSpPr/>
            <p:nvPr/>
          </p:nvSpPr>
          <p:spPr>
            <a:xfrm>
              <a:off x="6365354" y="4313359"/>
              <a:ext cx="321647" cy="410988"/>
            </a:xfrm>
            <a:custGeom>
              <a:avLst/>
              <a:gdLst>
                <a:gd name="connsiteX0" fmla="*/ 0 w 537019"/>
                <a:gd name="connsiteY0" fmla="*/ 0 h 686181"/>
                <a:gd name="connsiteX1" fmla="*/ 537020 w 537019"/>
                <a:gd name="connsiteY1" fmla="*/ 0 h 686181"/>
                <a:gd name="connsiteX2" fmla="*/ 537020 w 537019"/>
                <a:gd name="connsiteY2" fmla="*/ 686181 h 686181"/>
                <a:gd name="connsiteX3" fmla="*/ 0 w 537019"/>
                <a:gd name="connsiteY3" fmla="*/ 686181 h 6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1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5" name="任意多边形: 形状 94" descr="1f9d27a3-ec94-476f-a9f6-bc973c375bc0">
              <a:extLst>
                <a:ext uri="{FF2B5EF4-FFF2-40B4-BE49-F238E27FC236}">
                  <a16:creationId xmlns:a16="http://schemas.microsoft.com/office/drawing/2014/main" id="{6A81DA36-1069-AB79-31D9-1C21D8FF13A2}"/>
                </a:ext>
              </a:extLst>
            </p:cNvPr>
            <p:cNvSpPr/>
            <p:nvPr/>
          </p:nvSpPr>
          <p:spPr>
            <a:xfrm>
              <a:off x="6378247" y="4328763"/>
              <a:ext cx="295975" cy="378926"/>
            </a:xfrm>
            <a:custGeom>
              <a:avLst/>
              <a:gdLst>
                <a:gd name="connsiteX0" fmla="*/ 0 w 494156"/>
                <a:gd name="connsiteY0" fmla="*/ 0 h 632650"/>
                <a:gd name="connsiteX1" fmla="*/ 494157 w 494156"/>
                <a:gd name="connsiteY1" fmla="*/ 0 h 632650"/>
                <a:gd name="connsiteX2" fmla="*/ 494157 w 494156"/>
                <a:gd name="connsiteY2" fmla="*/ 632651 h 632650"/>
                <a:gd name="connsiteX3" fmla="*/ 0 w 494156"/>
                <a:gd name="connsiteY3" fmla="*/ 632651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650">
                  <a:moveTo>
                    <a:pt x="0" y="0"/>
                  </a:moveTo>
                  <a:lnTo>
                    <a:pt x="494157" y="0"/>
                  </a:lnTo>
                  <a:lnTo>
                    <a:pt x="494157" y="632651"/>
                  </a:lnTo>
                  <a:lnTo>
                    <a:pt x="0" y="632651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6" name="任意多边形: 形状 95" descr="a03176e0-cc88-4ae2-8808-82da8ba4b373">
              <a:extLst>
                <a:ext uri="{FF2B5EF4-FFF2-40B4-BE49-F238E27FC236}">
                  <a16:creationId xmlns:a16="http://schemas.microsoft.com/office/drawing/2014/main" id="{22DFD51B-761B-2DDC-64F7-9AAC563D4D14}"/>
                </a:ext>
              </a:extLst>
            </p:cNvPr>
            <p:cNvSpPr/>
            <p:nvPr/>
          </p:nvSpPr>
          <p:spPr>
            <a:xfrm>
              <a:off x="6378247" y="4328763"/>
              <a:ext cx="295918" cy="378926"/>
            </a:xfrm>
            <a:custGeom>
              <a:avLst/>
              <a:gdLst>
                <a:gd name="connsiteX0" fmla="*/ 21431 w 494061"/>
                <a:gd name="connsiteY0" fmla="*/ 32766 h 632650"/>
                <a:gd name="connsiteX1" fmla="*/ 494062 w 494061"/>
                <a:gd name="connsiteY1" fmla="*/ 32766 h 632650"/>
                <a:gd name="connsiteX2" fmla="*/ 494062 w 494061"/>
                <a:gd name="connsiteY2" fmla="*/ 0 h 632650"/>
                <a:gd name="connsiteX3" fmla="*/ 0 w 494061"/>
                <a:gd name="connsiteY3" fmla="*/ 0 h 632650"/>
                <a:gd name="connsiteX4" fmla="*/ 0 w 494061"/>
                <a:gd name="connsiteY4" fmla="*/ 632650 h 632650"/>
                <a:gd name="connsiteX5" fmla="*/ 21431 w 494061"/>
                <a:gd name="connsiteY5" fmla="*/ 632650 h 632650"/>
                <a:gd name="connsiteX6" fmla="*/ 21431 w 494061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632650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632650"/>
                  </a:lnTo>
                  <a:lnTo>
                    <a:pt x="21431" y="632650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7" name="任意多边形: 形状 96" descr="f627bfee-d8ba-4df0-8d02-26762316cd08">
              <a:extLst>
                <a:ext uri="{FF2B5EF4-FFF2-40B4-BE49-F238E27FC236}">
                  <a16:creationId xmlns:a16="http://schemas.microsoft.com/office/drawing/2014/main" id="{15E66664-8B9C-6AC6-4150-FE55911302A0}"/>
                </a:ext>
              </a:extLst>
            </p:cNvPr>
            <p:cNvSpPr/>
            <p:nvPr/>
          </p:nvSpPr>
          <p:spPr>
            <a:xfrm>
              <a:off x="6518533" y="4320434"/>
              <a:ext cx="13806" cy="395014"/>
            </a:xfrm>
            <a:custGeom>
              <a:avLst/>
              <a:gdLst>
                <a:gd name="connsiteX0" fmla="*/ 0 w 23050"/>
                <a:gd name="connsiteY0" fmla="*/ 0 h 659511"/>
                <a:gd name="connsiteX1" fmla="*/ 23051 w 23050"/>
                <a:gd name="connsiteY1" fmla="*/ 0 h 659511"/>
                <a:gd name="connsiteX2" fmla="*/ 23051 w 23050"/>
                <a:gd name="connsiteY2" fmla="*/ 659511 h 659511"/>
                <a:gd name="connsiteX3" fmla="*/ 0 w 23050"/>
                <a:gd name="connsiteY3" fmla="*/ 659511 h 6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659511">
                  <a:moveTo>
                    <a:pt x="0" y="0"/>
                  </a:moveTo>
                  <a:lnTo>
                    <a:pt x="23051" y="0"/>
                  </a:lnTo>
                  <a:lnTo>
                    <a:pt x="23051" y="659511"/>
                  </a:lnTo>
                  <a:lnTo>
                    <a:pt x="0" y="6595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8" name="任意多边形: 形状 97" descr="a30f2cae-9e63-4ef9-9996-4dd1baf51241">
              <a:extLst>
                <a:ext uri="{FF2B5EF4-FFF2-40B4-BE49-F238E27FC236}">
                  <a16:creationId xmlns:a16="http://schemas.microsoft.com/office/drawing/2014/main" id="{33528B7F-DD12-80EF-E236-E1122FAD240F}"/>
                </a:ext>
              </a:extLst>
            </p:cNvPr>
            <p:cNvSpPr/>
            <p:nvPr/>
          </p:nvSpPr>
          <p:spPr>
            <a:xfrm>
              <a:off x="6370888" y="4417076"/>
              <a:ext cx="315030" cy="17913"/>
            </a:xfrm>
            <a:custGeom>
              <a:avLst/>
              <a:gdLst>
                <a:gd name="connsiteX0" fmla="*/ 0 w 525970"/>
                <a:gd name="connsiteY0" fmla="*/ 0 h 29908"/>
                <a:gd name="connsiteX1" fmla="*/ 525971 w 525970"/>
                <a:gd name="connsiteY1" fmla="*/ 0 h 29908"/>
                <a:gd name="connsiteX2" fmla="*/ 525971 w 525970"/>
                <a:gd name="connsiteY2" fmla="*/ 29909 h 29908"/>
                <a:gd name="connsiteX3" fmla="*/ 0 w 525970"/>
                <a:gd name="connsiteY3" fmla="*/ 29909 h 2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29908">
                  <a:moveTo>
                    <a:pt x="0" y="0"/>
                  </a:moveTo>
                  <a:lnTo>
                    <a:pt x="525971" y="0"/>
                  </a:lnTo>
                  <a:lnTo>
                    <a:pt x="525971" y="29909"/>
                  </a:lnTo>
                  <a:lnTo>
                    <a:pt x="0" y="2990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99" name="任意多边形: 形状 98" descr="8861b63d-daee-4042-9c8d-3093d59007d4">
              <a:extLst>
                <a:ext uri="{FF2B5EF4-FFF2-40B4-BE49-F238E27FC236}">
                  <a16:creationId xmlns:a16="http://schemas.microsoft.com/office/drawing/2014/main" id="{3F5CBEF3-BFE5-64BB-8CED-4FBA9EBCEAA7}"/>
                </a:ext>
              </a:extLst>
            </p:cNvPr>
            <p:cNvSpPr/>
            <p:nvPr/>
          </p:nvSpPr>
          <p:spPr>
            <a:xfrm>
              <a:off x="5171355" y="4313359"/>
              <a:ext cx="321647" cy="410988"/>
            </a:xfrm>
            <a:custGeom>
              <a:avLst/>
              <a:gdLst>
                <a:gd name="connsiteX0" fmla="*/ 0 w 537019"/>
                <a:gd name="connsiteY0" fmla="*/ 0 h 686181"/>
                <a:gd name="connsiteX1" fmla="*/ 537020 w 537019"/>
                <a:gd name="connsiteY1" fmla="*/ 0 h 686181"/>
                <a:gd name="connsiteX2" fmla="*/ 537020 w 537019"/>
                <a:gd name="connsiteY2" fmla="*/ 686181 h 686181"/>
                <a:gd name="connsiteX3" fmla="*/ 0 w 537019"/>
                <a:gd name="connsiteY3" fmla="*/ 686181 h 686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1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0" name="任意多边形: 形状 99" descr="1451b048-5a08-4229-890d-4099aa08e71c">
              <a:extLst>
                <a:ext uri="{FF2B5EF4-FFF2-40B4-BE49-F238E27FC236}">
                  <a16:creationId xmlns:a16="http://schemas.microsoft.com/office/drawing/2014/main" id="{5FE18514-AA95-C8F2-4478-D35F1D6930AE}"/>
                </a:ext>
              </a:extLst>
            </p:cNvPr>
            <p:cNvSpPr/>
            <p:nvPr/>
          </p:nvSpPr>
          <p:spPr>
            <a:xfrm>
              <a:off x="5184248" y="4328763"/>
              <a:ext cx="295975" cy="378926"/>
            </a:xfrm>
            <a:custGeom>
              <a:avLst/>
              <a:gdLst>
                <a:gd name="connsiteX0" fmla="*/ 0 w 494156"/>
                <a:gd name="connsiteY0" fmla="*/ 0 h 632650"/>
                <a:gd name="connsiteX1" fmla="*/ 494157 w 494156"/>
                <a:gd name="connsiteY1" fmla="*/ 0 h 632650"/>
                <a:gd name="connsiteX2" fmla="*/ 494157 w 494156"/>
                <a:gd name="connsiteY2" fmla="*/ 632651 h 632650"/>
                <a:gd name="connsiteX3" fmla="*/ 0 w 494156"/>
                <a:gd name="connsiteY3" fmla="*/ 632651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650">
                  <a:moveTo>
                    <a:pt x="0" y="0"/>
                  </a:moveTo>
                  <a:lnTo>
                    <a:pt x="494157" y="0"/>
                  </a:lnTo>
                  <a:lnTo>
                    <a:pt x="494157" y="632651"/>
                  </a:lnTo>
                  <a:lnTo>
                    <a:pt x="0" y="632651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1" name="任意多边形: 形状 100" descr="0f5d3e71-6be7-492f-89a4-8ee78919bdda">
              <a:extLst>
                <a:ext uri="{FF2B5EF4-FFF2-40B4-BE49-F238E27FC236}">
                  <a16:creationId xmlns:a16="http://schemas.microsoft.com/office/drawing/2014/main" id="{F6F0C39F-5D8A-2052-78E8-C9F575A232BA}"/>
                </a:ext>
              </a:extLst>
            </p:cNvPr>
            <p:cNvSpPr/>
            <p:nvPr/>
          </p:nvSpPr>
          <p:spPr>
            <a:xfrm>
              <a:off x="5184248" y="4328763"/>
              <a:ext cx="295975" cy="378926"/>
            </a:xfrm>
            <a:custGeom>
              <a:avLst/>
              <a:gdLst>
                <a:gd name="connsiteX0" fmla="*/ 472630 w 494157"/>
                <a:gd name="connsiteY0" fmla="*/ 32766 h 632650"/>
                <a:gd name="connsiteX1" fmla="*/ 0 w 494157"/>
                <a:gd name="connsiteY1" fmla="*/ 32766 h 632650"/>
                <a:gd name="connsiteX2" fmla="*/ 0 w 494157"/>
                <a:gd name="connsiteY2" fmla="*/ 0 h 632650"/>
                <a:gd name="connsiteX3" fmla="*/ 494157 w 494157"/>
                <a:gd name="connsiteY3" fmla="*/ 0 h 632650"/>
                <a:gd name="connsiteX4" fmla="*/ 494157 w 494157"/>
                <a:gd name="connsiteY4" fmla="*/ 632650 h 632650"/>
                <a:gd name="connsiteX5" fmla="*/ 472630 w 494157"/>
                <a:gd name="connsiteY5" fmla="*/ 632650 h 632650"/>
                <a:gd name="connsiteX6" fmla="*/ 472630 w 494157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157" h="632650">
                  <a:moveTo>
                    <a:pt x="472630" y="32766"/>
                  </a:moveTo>
                  <a:lnTo>
                    <a:pt x="0" y="32766"/>
                  </a:lnTo>
                  <a:lnTo>
                    <a:pt x="0" y="0"/>
                  </a:lnTo>
                  <a:lnTo>
                    <a:pt x="494157" y="0"/>
                  </a:lnTo>
                  <a:lnTo>
                    <a:pt x="494157" y="632650"/>
                  </a:lnTo>
                  <a:lnTo>
                    <a:pt x="472630" y="632650"/>
                  </a:lnTo>
                  <a:lnTo>
                    <a:pt x="472630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2" name="任意多边形: 形状 101" descr="f6d18990-c47c-4c03-bf46-3b1399ff7333">
              <a:extLst>
                <a:ext uri="{FF2B5EF4-FFF2-40B4-BE49-F238E27FC236}">
                  <a16:creationId xmlns:a16="http://schemas.microsoft.com/office/drawing/2014/main" id="{F1398495-7E99-070C-3FC4-B3BD9F48BDCD}"/>
                </a:ext>
              </a:extLst>
            </p:cNvPr>
            <p:cNvSpPr/>
            <p:nvPr/>
          </p:nvSpPr>
          <p:spPr>
            <a:xfrm>
              <a:off x="5326017" y="4320434"/>
              <a:ext cx="13863" cy="395014"/>
            </a:xfrm>
            <a:custGeom>
              <a:avLst/>
              <a:gdLst>
                <a:gd name="connsiteX0" fmla="*/ 0 w 23145"/>
                <a:gd name="connsiteY0" fmla="*/ 0 h 659511"/>
                <a:gd name="connsiteX1" fmla="*/ 23146 w 23145"/>
                <a:gd name="connsiteY1" fmla="*/ 0 h 659511"/>
                <a:gd name="connsiteX2" fmla="*/ 23146 w 23145"/>
                <a:gd name="connsiteY2" fmla="*/ 659511 h 659511"/>
                <a:gd name="connsiteX3" fmla="*/ 0 w 23145"/>
                <a:gd name="connsiteY3" fmla="*/ 659511 h 6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45" h="659511">
                  <a:moveTo>
                    <a:pt x="0" y="0"/>
                  </a:moveTo>
                  <a:lnTo>
                    <a:pt x="23146" y="0"/>
                  </a:lnTo>
                  <a:lnTo>
                    <a:pt x="23146" y="659511"/>
                  </a:lnTo>
                  <a:lnTo>
                    <a:pt x="0" y="6595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3" name="任意多边形: 形状 102" descr="95fd3c15-3354-4178-a678-f77de191a389">
              <a:extLst>
                <a:ext uri="{FF2B5EF4-FFF2-40B4-BE49-F238E27FC236}">
                  <a16:creationId xmlns:a16="http://schemas.microsoft.com/office/drawing/2014/main" id="{28245CE7-50FA-9FDE-EC37-7B7856A0E3C5}"/>
                </a:ext>
              </a:extLst>
            </p:cNvPr>
            <p:cNvSpPr/>
            <p:nvPr/>
          </p:nvSpPr>
          <p:spPr>
            <a:xfrm>
              <a:off x="5172496" y="4417076"/>
              <a:ext cx="315030" cy="17913"/>
            </a:xfrm>
            <a:custGeom>
              <a:avLst/>
              <a:gdLst>
                <a:gd name="connsiteX0" fmla="*/ 0 w 525970"/>
                <a:gd name="connsiteY0" fmla="*/ 0 h 29908"/>
                <a:gd name="connsiteX1" fmla="*/ 525971 w 525970"/>
                <a:gd name="connsiteY1" fmla="*/ 0 h 29908"/>
                <a:gd name="connsiteX2" fmla="*/ 525971 w 525970"/>
                <a:gd name="connsiteY2" fmla="*/ 29909 h 29908"/>
                <a:gd name="connsiteX3" fmla="*/ 0 w 525970"/>
                <a:gd name="connsiteY3" fmla="*/ 29909 h 2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29908">
                  <a:moveTo>
                    <a:pt x="0" y="0"/>
                  </a:moveTo>
                  <a:lnTo>
                    <a:pt x="525971" y="0"/>
                  </a:lnTo>
                  <a:lnTo>
                    <a:pt x="525971" y="29909"/>
                  </a:lnTo>
                  <a:lnTo>
                    <a:pt x="0" y="2990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4" name="任意多边形: 形状 103" descr="8a21f29f-4ec2-4c7c-995e-8ca503ca103e">
              <a:extLst>
                <a:ext uri="{FF2B5EF4-FFF2-40B4-BE49-F238E27FC236}">
                  <a16:creationId xmlns:a16="http://schemas.microsoft.com/office/drawing/2014/main" id="{85514FC9-62DC-AA73-E36C-894378C93362}"/>
                </a:ext>
              </a:extLst>
            </p:cNvPr>
            <p:cNvSpPr/>
            <p:nvPr/>
          </p:nvSpPr>
          <p:spPr>
            <a:xfrm>
              <a:off x="6365239" y="5085588"/>
              <a:ext cx="321647" cy="410987"/>
            </a:xfrm>
            <a:custGeom>
              <a:avLst/>
              <a:gdLst>
                <a:gd name="connsiteX0" fmla="*/ 0 w 537019"/>
                <a:gd name="connsiteY0" fmla="*/ 0 h 686180"/>
                <a:gd name="connsiteX1" fmla="*/ 537020 w 537019"/>
                <a:gd name="connsiteY1" fmla="*/ 0 h 686180"/>
                <a:gd name="connsiteX2" fmla="*/ 537020 w 537019"/>
                <a:gd name="connsiteY2" fmla="*/ 686181 h 686180"/>
                <a:gd name="connsiteX3" fmla="*/ 0 w 537019"/>
                <a:gd name="connsiteY3" fmla="*/ 686181 h 68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0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5" name="任意多边形: 形状 104" descr="2547208d-3c3e-4230-bf8a-012e1215c7bc">
              <a:extLst>
                <a:ext uri="{FF2B5EF4-FFF2-40B4-BE49-F238E27FC236}">
                  <a16:creationId xmlns:a16="http://schemas.microsoft.com/office/drawing/2014/main" id="{23A69B57-02CB-8B14-3246-99C4D0DA9B5B}"/>
                </a:ext>
              </a:extLst>
            </p:cNvPr>
            <p:cNvSpPr/>
            <p:nvPr/>
          </p:nvSpPr>
          <p:spPr>
            <a:xfrm>
              <a:off x="6378076" y="5100991"/>
              <a:ext cx="295975" cy="378869"/>
            </a:xfrm>
            <a:custGeom>
              <a:avLst/>
              <a:gdLst>
                <a:gd name="connsiteX0" fmla="*/ 0 w 494156"/>
                <a:gd name="connsiteY0" fmla="*/ 0 h 632555"/>
                <a:gd name="connsiteX1" fmla="*/ 494157 w 494156"/>
                <a:gd name="connsiteY1" fmla="*/ 0 h 632555"/>
                <a:gd name="connsiteX2" fmla="*/ 494157 w 494156"/>
                <a:gd name="connsiteY2" fmla="*/ 632555 h 632555"/>
                <a:gd name="connsiteX3" fmla="*/ 0 w 494156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56" h="632555">
                  <a:moveTo>
                    <a:pt x="0" y="0"/>
                  </a:moveTo>
                  <a:lnTo>
                    <a:pt x="494157" y="0"/>
                  </a:lnTo>
                  <a:lnTo>
                    <a:pt x="494157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6" name="任意多边形: 形状 105" descr="e14ab70a-cf5f-4262-b727-7c2aeed455aa">
              <a:extLst>
                <a:ext uri="{FF2B5EF4-FFF2-40B4-BE49-F238E27FC236}">
                  <a16:creationId xmlns:a16="http://schemas.microsoft.com/office/drawing/2014/main" id="{18294FF5-FF63-B9DA-A98F-35F38791C800}"/>
                </a:ext>
              </a:extLst>
            </p:cNvPr>
            <p:cNvSpPr/>
            <p:nvPr/>
          </p:nvSpPr>
          <p:spPr>
            <a:xfrm>
              <a:off x="6378076" y="5100991"/>
              <a:ext cx="295918" cy="378926"/>
            </a:xfrm>
            <a:custGeom>
              <a:avLst/>
              <a:gdLst>
                <a:gd name="connsiteX0" fmla="*/ 21431 w 494061"/>
                <a:gd name="connsiteY0" fmla="*/ 32766 h 632650"/>
                <a:gd name="connsiteX1" fmla="*/ 494062 w 494061"/>
                <a:gd name="connsiteY1" fmla="*/ 32766 h 632650"/>
                <a:gd name="connsiteX2" fmla="*/ 494062 w 494061"/>
                <a:gd name="connsiteY2" fmla="*/ 0 h 632650"/>
                <a:gd name="connsiteX3" fmla="*/ 0 w 494061"/>
                <a:gd name="connsiteY3" fmla="*/ 0 h 632650"/>
                <a:gd name="connsiteX4" fmla="*/ 0 w 494061"/>
                <a:gd name="connsiteY4" fmla="*/ 632650 h 632650"/>
                <a:gd name="connsiteX5" fmla="*/ 21431 w 494061"/>
                <a:gd name="connsiteY5" fmla="*/ 632650 h 632650"/>
                <a:gd name="connsiteX6" fmla="*/ 21431 w 494061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061" h="632650">
                  <a:moveTo>
                    <a:pt x="21431" y="32766"/>
                  </a:moveTo>
                  <a:lnTo>
                    <a:pt x="494062" y="32766"/>
                  </a:lnTo>
                  <a:lnTo>
                    <a:pt x="494062" y="0"/>
                  </a:lnTo>
                  <a:lnTo>
                    <a:pt x="0" y="0"/>
                  </a:lnTo>
                  <a:lnTo>
                    <a:pt x="0" y="632650"/>
                  </a:lnTo>
                  <a:lnTo>
                    <a:pt x="21431" y="632650"/>
                  </a:lnTo>
                  <a:lnTo>
                    <a:pt x="21431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7" name="任意多边形: 形状 106" descr="76c0afd5-1f63-497e-9ee8-8fbad4a8e0c1">
              <a:extLst>
                <a:ext uri="{FF2B5EF4-FFF2-40B4-BE49-F238E27FC236}">
                  <a16:creationId xmlns:a16="http://schemas.microsoft.com/office/drawing/2014/main" id="{7770EB6C-F047-C9E4-50AE-B21E1780002D}"/>
                </a:ext>
              </a:extLst>
            </p:cNvPr>
            <p:cNvSpPr/>
            <p:nvPr/>
          </p:nvSpPr>
          <p:spPr>
            <a:xfrm>
              <a:off x="6518419" y="5092662"/>
              <a:ext cx="13806" cy="395014"/>
            </a:xfrm>
            <a:custGeom>
              <a:avLst/>
              <a:gdLst>
                <a:gd name="connsiteX0" fmla="*/ 0 w 23050"/>
                <a:gd name="connsiteY0" fmla="*/ 0 h 659511"/>
                <a:gd name="connsiteX1" fmla="*/ 23051 w 23050"/>
                <a:gd name="connsiteY1" fmla="*/ 0 h 659511"/>
                <a:gd name="connsiteX2" fmla="*/ 23051 w 23050"/>
                <a:gd name="connsiteY2" fmla="*/ 659511 h 659511"/>
                <a:gd name="connsiteX3" fmla="*/ 0 w 23050"/>
                <a:gd name="connsiteY3" fmla="*/ 659511 h 6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50" h="659511">
                  <a:moveTo>
                    <a:pt x="0" y="0"/>
                  </a:moveTo>
                  <a:lnTo>
                    <a:pt x="23051" y="0"/>
                  </a:lnTo>
                  <a:lnTo>
                    <a:pt x="23051" y="659511"/>
                  </a:lnTo>
                  <a:lnTo>
                    <a:pt x="0" y="6595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8" name="任意多边形: 形状 107" descr="89ff499b-47a8-4254-948f-a61976f0b266">
              <a:extLst>
                <a:ext uri="{FF2B5EF4-FFF2-40B4-BE49-F238E27FC236}">
                  <a16:creationId xmlns:a16="http://schemas.microsoft.com/office/drawing/2014/main" id="{19E21024-8AA9-F481-703D-B9602AB8EB71}"/>
                </a:ext>
              </a:extLst>
            </p:cNvPr>
            <p:cNvSpPr/>
            <p:nvPr/>
          </p:nvSpPr>
          <p:spPr>
            <a:xfrm>
              <a:off x="6370774" y="518930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0 w 525970"/>
                <a:gd name="connsiteY1" fmla="*/ 0 h 30003"/>
                <a:gd name="connsiteX2" fmla="*/ 525970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0" y="0"/>
                  </a:lnTo>
                  <a:lnTo>
                    <a:pt x="525970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09" name="任意多边形: 形状 108" descr="1d3dcaea-487c-4b82-8cfc-743c36b13a25">
              <a:extLst>
                <a:ext uri="{FF2B5EF4-FFF2-40B4-BE49-F238E27FC236}">
                  <a16:creationId xmlns:a16="http://schemas.microsoft.com/office/drawing/2014/main" id="{551A2721-E755-7047-C8C2-2531F7B757DC}"/>
                </a:ext>
              </a:extLst>
            </p:cNvPr>
            <p:cNvSpPr/>
            <p:nvPr/>
          </p:nvSpPr>
          <p:spPr>
            <a:xfrm>
              <a:off x="5171241" y="5085588"/>
              <a:ext cx="321647" cy="410987"/>
            </a:xfrm>
            <a:custGeom>
              <a:avLst/>
              <a:gdLst>
                <a:gd name="connsiteX0" fmla="*/ 0 w 537019"/>
                <a:gd name="connsiteY0" fmla="*/ 0 h 686180"/>
                <a:gd name="connsiteX1" fmla="*/ 537020 w 537019"/>
                <a:gd name="connsiteY1" fmla="*/ 0 h 686180"/>
                <a:gd name="connsiteX2" fmla="*/ 537020 w 537019"/>
                <a:gd name="connsiteY2" fmla="*/ 686181 h 686180"/>
                <a:gd name="connsiteX3" fmla="*/ 0 w 537019"/>
                <a:gd name="connsiteY3" fmla="*/ 686181 h 68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19" h="686180">
                  <a:moveTo>
                    <a:pt x="0" y="0"/>
                  </a:moveTo>
                  <a:lnTo>
                    <a:pt x="537020" y="0"/>
                  </a:lnTo>
                  <a:lnTo>
                    <a:pt x="537020" y="686181"/>
                  </a:lnTo>
                  <a:lnTo>
                    <a:pt x="0" y="6861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0" name="任意多边形: 形状 109" descr="755eaaa1-a49e-4201-93f3-89bd91d10f5f">
              <a:extLst>
                <a:ext uri="{FF2B5EF4-FFF2-40B4-BE49-F238E27FC236}">
                  <a16:creationId xmlns:a16="http://schemas.microsoft.com/office/drawing/2014/main" id="{34B0B74B-3763-AEBD-D1CB-91D74AC7191C}"/>
                </a:ext>
              </a:extLst>
            </p:cNvPr>
            <p:cNvSpPr/>
            <p:nvPr/>
          </p:nvSpPr>
          <p:spPr>
            <a:xfrm>
              <a:off x="5184077" y="5100991"/>
              <a:ext cx="295918" cy="378869"/>
            </a:xfrm>
            <a:custGeom>
              <a:avLst/>
              <a:gdLst>
                <a:gd name="connsiteX0" fmla="*/ 0 w 494061"/>
                <a:gd name="connsiteY0" fmla="*/ 0 h 632555"/>
                <a:gd name="connsiteX1" fmla="*/ 494062 w 494061"/>
                <a:gd name="connsiteY1" fmla="*/ 0 h 632555"/>
                <a:gd name="connsiteX2" fmla="*/ 494062 w 494061"/>
                <a:gd name="connsiteY2" fmla="*/ 632555 h 632555"/>
                <a:gd name="connsiteX3" fmla="*/ 0 w 494061"/>
                <a:gd name="connsiteY3" fmla="*/ 632555 h 63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061" h="632555">
                  <a:moveTo>
                    <a:pt x="0" y="0"/>
                  </a:moveTo>
                  <a:lnTo>
                    <a:pt x="494062" y="0"/>
                  </a:lnTo>
                  <a:lnTo>
                    <a:pt x="494062" y="632555"/>
                  </a:lnTo>
                  <a:lnTo>
                    <a:pt x="0" y="632555"/>
                  </a:lnTo>
                  <a:close/>
                </a:path>
              </a:pathLst>
            </a:custGeom>
            <a:solidFill>
              <a:srgbClr val="DFED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1" name="任意多边形: 形状 110" descr="53eb15a2-0f51-402a-b38c-b1ea157a5959">
              <a:extLst>
                <a:ext uri="{FF2B5EF4-FFF2-40B4-BE49-F238E27FC236}">
                  <a16:creationId xmlns:a16="http://schemas.microsoft.com/office/drawing/2014/main" id="{A2B6DF7C-0B25-509A-34B3-4217578456F5}"/>
                </a:ext>
              </a:extLst>
            </p:cNvPr>
            <p:cNvSpPr/>
            <p:nvPr/>
          </p:nvSpPr>
          <p:spPr>
            <a:xfrm>
              <a:off x="5184077" y="5100991"/>
              <a:ext cx="295975" cy="378926"/>
            </a:xfrm>
            <a:custGeom>
              <a:avLst/>
              <a:gdLst>
                <a:gd name="connsiteX0" fmla="*/ 472630 w 494157"/>
                <a:gd name="connsiteY0" fmla="*/ 32766 h 632650"/>
                <a:gd name="connsiteX1" fmla="*/ 0 w 494157"/>
                <a:gd name="connsiteY1" fmla="*/ 32766 h 632650"/>
                <a:gd name="connsiteX2" fmla="*/ 0 w 494157"/>
                <a:gd name="connsiteY2" fmla="*/ 0 h 632650"/>
                <a:gd name="connsiteX3" fmla="*/ 494157 w 494157"/>
                <a:gd name="connsiteY3" fmla="*/ 0 h 632650"/>
                <a:gd name="connsiteX4" fmla="*/ 494157 w 494157"/>
                <a:gd name="connsiteY4" fmla="*/ 632650 h 632650"/>
                <a:gd name="connsiteX5" fmla="*/ 472630 w 494157"/>
                <a:gd name="connsiteY5" fmla="*/ 632650 h 632650"/>
                <a:gd name="connsiteX6" fmla="*/ 472630 w 494157"/>
                <a:gd name="connsiteY6" fmla="*/ 32766 h 63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4157" h="632650">
                  <a:moveTo>
                    <a:pt x="472630" y="32766"/>
                  </a:moveTo>
                  <a:lnTo>
                    <a:pt x="0" y="32766"/>
                  </a:lnTo>
                  <a:lnTo>
                    <a:pt x="0" y="0"/>
                  </a:lnTo>
                  <a:lnTo>
                    <a:pt x="494157" y="0"/>
                  </a:lnTo>
                  <a:lnTo>
                    <a:pt x="494157" y="632650"/>
                  </a:lnTo>
                  <a:lnTo>
                    <a:pt x="472630" y="632650"/>
                  </a:lnTo>
                  <a:lnTo>
                    <a:pt x="472630" y="32766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2" name="任意多边形: 形状 111" descr="fafed774-737e-4f5c-ba25-80de5027eba2">
              <a:extLst>
                <a:ext uri="{FF2B5EF4-FFF2-40B4-BE49-F238E27FC236}">
                  <a16:creationId xmlns:a16="http://schemas.microsoft.com/office/drawing/2014/main" id="{27DD0CCE-BB04-B1BB-8AA6-8DFF2295651E}"/>
                </a:ext>
              </a:extLst>
            </p:cNvPr>
            <p:cNvSpPr/>
            <p:nvPr/>
          </p:nvSpPr>
          <p:spPr>
            <a:xfrm>
              <a:off x="5325903" y="5092662"/>
              <a:ext cx="13863" cy="395014"/>
            </a:xfrm>
            <a:custGeom>
              <a:avLst/>
              <a:gdLst>
                <a:gd name="connsiteX0" fmla="*/ 0 w 23145"/>
                <a:gd name="connsiteY0" fmla="*/ 0 h 659511"/>
                <a:gd name="connsiteX1" fmla="*/ 23146 w 23145"/>
                <a:gd name="connsiteY1" fmla="*/ 0 h 659511"/>
                <a:gd name="connsiteX2" fmla="*/ 23146 w 23145"/>
                <a:gd name="connsiteY2" fmla="*/ 659511 h 659511"/>
                <a:gd name="connsiteX3" fmla="*/ 0 w 23145"/>
                <a:gd name="connsiteY3" fmla="*/ 659511 h 65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45" h="659511">
                  <a:moveTo>
                    <a:pt x="0" y="0"/>
                  </a:moveTo>
                  <a:lnTo>
                    <a:pt x="23146" y="0"/>
                  </a:lnTo>
                  <a:lnTo>
                    <a:pt x="23146" y="659511"/>
                  </a:lnTo>
                  <a:lnTo>
                    <a:pt x="0" y="6595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3" name="任意多边形: 形状 112" descr="a64e4c59-1a49-4126-a9fd-2933cd1ea2f1">
              <a:extLst>
                <a:ext uri="{FF2B5EF4-FFF2-40B4-BE49-F238E27FC236}">
                  <a16:creationId xmlns:a16="http://schemas.microsoft.com/office/drawing/2014/main" id="{B58EC78F-907D-7252-9C3E-CA5D4782B073}"/>
                </a:ext>
              </a:extLst>
            </p:cNvPr>
            <p:cNvSpPr/>
            <p:nvPr/>
          </p:nvSpPr>
          <p:spPr>
            <a:xfrm>
              <a:off x="5172325" y="5189304"/>
              <a:ext cx="315030" cy="17970"/>
            </a:xfrm>
            <a:custGeom>
              <a:avLst/>
              <a:gdLst>
                <a:gd name="connsiteX0" fmla="*/ 0 w 525970"/>
                <a:gd name="connsiteY0" fmla="*/ 0 h 30003"/>
                <a:gd name="connsiteX1" fmla="*/ 525971 w 525970"/>
                <a:gd name="connsiteY1" fmla="*/ 0 h 30003"/>
                <a:gd name="connsiteX2" fmla="*/ 525971 w 525970"/>
                <a:gd name="connsiteY2" fmla="*/ 30004 h 30003"/>
                <a:gd name="connsiteX3" fmla="*/ 0 w 525970"/>
                <a:gd name="connsiteY3" fmla="*/ 30004 h 3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70" h="30003">
                  <a:moveTo>
                    <a:pt x="0" y="0"/>
                  </a:moveTo>
                  <a:lnTo>
                    <a:pt x="525971" y="0"/>
                  </a:lnTo>
                  <a:lnTo>
                    <a:pt x="525971" y="30004"/>
                  </a:lnTo>
                  <a:lnTo>
                    <a:pt x="0" y="3000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4" name="任意多边形: 形状 113" descr="1460685a-1ad3-4b65-ae72-054d17cdb28c">
              <a:extLst>
                <a:ext uri="{FF2B5EF4-FFF2-40B4-BE49-F238E27FC236}">
                  <a16:creationId xmlns:a16="http://schemas.microsoft.com/office/drawing/2014/main" id="{C702D211-8CA7-9603-2F80-B09EE750AA5C}"/>
                </a:ext>
              </a:extLst>
            </p:cNvPr>
            <p:cNvSpPr/>
            <p:nvPr/>
          </p:nvSpPr>
          <p:spPr>
            <a:xfrm>
              <a:off x="5627355" y="3092946"/>
              <a:ext cx="603417" cy="330205"/>
            </a:xfrm>
            <a:custGeom>
              <a:avLst/>
              <a:gdLst>
                <a:gd name="connsiteX0" fmla="*/ 505968 w 1007459"/>
                <a:gd name="connsiteY0" fmla="*/ 0 h 551307"/>
                <a:gd name="connsiteX1" fmla="*/ 0 w 1007459"/>
                <a:gd name="connsiteY1" fmla="*/ 484251 h 551307"/>
                <a:gd name="connsiteX2" fmla="*/ 0 w 1007459"/>
                <a:gd name="connsiteY2" fmla="*/ 551307 h 551307"/>
                <a:gd name="connsiteX3" fmla="*/ 505968 w 1007459"/>
                <a:gd name="connsiteY3" fmla="*/ 67056 h 551307"/>
                <a:gd name="connsiteX4" fmla="*/ 1007459 w 1007459"/>
                <a:gd name="connsiteY4" fmla="*/ 551307 h 551307"/>
                <a:gd name="connsiteX5" fmla="*/ 1007459 w 1007459"/>
                <a:gd name="connsiteY5" fmla="*/ 484251 h 551307"/>
                <a:gd name="connsiteX6" fmla="*/ 505968 w 1007459"/>
                <a:gd name="connsiteY6" fmla="*/ 0 h 55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7459" h="551307">
                  <a:moveTo>
                    <a:pt x="505968" y="0"/>
                  </a:moveTo>
                  <a:lnTo>
                    <a:pt x="0" y="484251"/>
                  </a:lnTo>
                  <a:lnTo>
                    <a:pt x="0" y="551307"/>
                  </a:lnTo>
                  <a:lnTo>
                    <a:pt x="505968" y="67056"/>
                  </a:lnTo>
                  <a:lnTo>
                    <a:pt x="1007459" y="551307"/>
                  </a:lnTo>
                  <a:lnTo>
                    <a:pt x="1007459" y="484251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5" name="任意多边形: 形状 114" descr="51187bd0-ff7a-4c87-b639-73f94fb31790">
              <a:extLst>
                <a:ext uri="{FF2B5EF4-FFF2-40B4-BE49-F238E27FC236}">
                  <a16:creationId xmlns:a16="http://schemas.microsoft.com/office/drawing/2014/main" id="{90B74564-97C1-AFDB-C096-E978720E0B2A}"/>
                </a:ext>
              </a:extLst>
            </p:cNvPr>
            <p:cNvSpPr/>
            <p:nvPr/>
          </p:nvSpPr>
          <p:spPr>
            <a:xfrm>
              <a:off x="6231058" y="4071866"/>
              <a:ext cx="584762" cy="42844"/>
            </a:xfrm>
            <a:custGeom>
              <a:avLst/>
              <a:gdLst>
                <a:gd name="connsiteX0" fmla="*/ 0 w 976312"/>
                <a:gd name="connsiteY0" fmla="*/ 0 h 71532"/>
                <a:gd name="connsiteX1" fmla="*/ 976313 w 976312"/>
                <a:gd name="connsiteY1" fmla="*/ 0 h 71532"/>
                <a:gd name="connsiteX2" fmla="*/ 976313 w 976312"/>
                <a:gd name="connsiteY2" fmla="*/ 71533 h 71532"/>
                <a:gd name="connsiteX3" fmla="*/ 0 w 976312"/>
                <a:gd name="connsiteY3" fmla="*/ 71533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312" h="71532">
                  <a:moveTo>
                    <a:pt x="0" y="0"/>
                  </a:moveTo>
                  <a:lnTo>
                    <a:pt x="976313" y="0"/>
                  </a:lnTo>
                  <a:lnTo>
                    <a:pt x="976313" y="71533"/>
                  </a:lnTo>
                  <a:lnTo>
                    <a:pt x="0" y="71533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6" name="任意多边形: 形状 115" descr="1ecd8e7f-8c38-4cd8-bb69-c5a889c05e18">
              <a:extLst>
                <a:ext uri="{FF2B5EF4-FFF2-40B4-BE49-F238E27FC236}">
                  <a16:creationId xmlns:a16="http://schemas.microsoft.com/office/drawing/2014/main" id="{4C0E734B-7B74-A3A1-95A6-C1AA14869634}"/>
                </a:ext>
              </a:extLst>
            </p:cNvPr>
            <p:cNvSpPr/>
            <p:nvPr/>
          </p:nvSpPr>
          <p:spPr>
            <a:xfrm>
              <a:off x="5042593" y="4071866"/>
              <a:ext cx="584762" cy="42844"/>
            </a:xfrm>
            <a:custGeom>
              <a:avLst/>
              <a:gdLst>
                <a:gd name="connsiteX0" fmla="*/ 0 w 976312"/>
                <a:gd name="connsiteY0" fmla="*/ 0 h 71532"/>
                <a:gd name="connsiteX1" fmla="*/ 976312 w 976312"/>
                <a:gd name="connsiteY1" fmla="*/ 0 h 71532"/>
                <a:gd name="connsiteX2" fmla="*/ 976312 w 976312"/>
                <a:gd name="connsiteY2" fmla="*/ 71533 h 71532"/>
                <a:gd name="connsiteX3" fmla="*/ 0 w 976312"/>
                <a:gd name="connsiteY3" fmla="*/ 71533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312" h="71532">
                  <a:moveTo>
                    <a:pt x="0" y="0"/>
                  </a:moveTo>
                  <a:lnTo>
                    <a:pt x="976312" y="0"/>
                  </a:lnTo>
                  <a:lnTo>
                    <a:pt x="976312" y="71533"/>
                  </a:lnTo>
                  <a:lnTo>
                    <a:pt x="0" y="71533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7" name="任意多边形: 形状 116" descr="c36abdce-fe09-400f-b7ac-6e37895ffdf3">
              <a:extLst>
                <a:ext uri="{FF2B5EF4-FFF2-40B4-BE49-F238E27FC236}">
                  <a16:creationId xmlns:a16="http://schemas.microsoft.com/office/drawing/2014/main" id="{9257B418-B0D2-EB0F-98FE-05EDDF9A48F8}"/>
                </a:ext>
              </a:extLst>
            </p:cNvPr>
            <p:cNvSpPr/>
            <p:nvPr/>
          </p:nvSpPr>
          <p:spPr>
            <a:xfrm>
              <a:off x="5042479" y="4898635"/>
              <a:ext cx="1773227" cy="42844"/>
            </a:xfrm>
            <a:custGeom>
              <a:avLst/>
              <a:gdLst>
                <a:gd name="connsiteX0" fmla="*/ 976313 w 2960560"/>
                <a:gd name="connsiteY0" fmla="*/ 71533 h 71532"/>
                <a:gd name="connsiteX1" fmla="*/ 0 w 2960560"/>
                <a:gd name="connsiteY1" fmla="*/ 71533 h 71532"/>
                <a:gd name="connsiteX2" fmla="*/ 0 w 2960560"/>
                <a:gd name="connsiteY2" fmla="*/ 0 h 71532"/>
                <a:gd name="connsiteX3" fmla="*/ 976313 w 2960560"/>
                <a:gd name="connsiteY3" fmla="*/ 0 h 71532"/>
                <a:gd name="connsiteX4" fmla="*/ 976313 w 2960560"/>
                <a:gd name="connsiteY4" fmla="*/ 71533 h 71532"/>
                <a:gd name="connsiteX5" fmla="*/ 976313 w 2960560"/>
                <a:gd name="connsiteY5" fmla="*/ 71533 h 71532"/>
                <a:gd name="connsiteX6" fmla="*/ 1984248 w 2960560"/>
                <a:gd name="connsiteY6" fmla="*/ 71533 h 71532"/>
                <a:gd name="connsiteX7" fmla="*/ 2960561 w 2960560"/>
                <a:gd name="connsiteY7" fmla="*/ 71533 h 71532"/>
                <a:gd name="connsiteX8" fmla="*/ 2960561 w 2960560"/>
                <a:gd name="connsiteY8" fmla="*/ 0 h 71532"/>
                <a:gd name="connsiteX9" fmla="*/ 1984248 w 2960560"/>
                <a:gd name="connsiteY9" fmla="*/ 0 h 71532"/>
                <a:gd name="connsiteX10" fmla="*/ 1984248 w 2960560"/>
                <a:gd name="connsiteY10" fmla="*/ 71533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60560" h="71532">
                  <a:moveTo>
                    <a:pt x="976313" y="71533"/>
                  </a:moveTo>
                  <a:lnTo>
                    <a:pt x="0" y="71533"/>
                  </a:lnTo>
                  <a:lnTo>
                    <a:pt x="0" y="0"/>
                  </a:lnTo>
                  <a:lnTo>
                    <a:pt x="976313" y="0"/>
                  </a:lnTo>
                  <a:lnTo>
                    <a:pt x="976313" y="71533"/>
                  </a:lnTo>
                  <a:lnTo>
                    <a:pt x="976313" y="71533"/>
                  </a:lnTo>
                  <a:close/>
                  <a:moveTo>
                    <a:pt x="1984248" y="71533"/>
                  </a:moveTo>
                  <a:lnTo>
                    <a:pt x="2960561" y="71533"/>
                  </a:lnTo>
                  <a:lnTo>
                    <a:pt x="2960561" y="0"/>
                  </a:lnTo>
                  <a:lnTo>
                    <a:pt x="1984248" y="0"/>
                  </a:lnTo>
                  <a:lnTo>
                    <a:pt x="1984248" y="71533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8" name="任意多边形: 形状 117" descr="f80c781d-74d9-48b2-a76f-90099936f19e">
              <a:extLst>
                <a:ext uri="{FF2B5EF4-FFF2-40B4-BE49-F238E27FC236}">
                  <a16:creationId xmlns:a16="http://schemas.microsoft.com/office/drawing/2014/main" id="{1333C341-A095-2D29-E07F-EBBF16B7DE79}"/>
                </a:ext>
              </a:extLst>
            </p:cNvPr>
            <p:cNvSpPr/>
            <p:nvPr/>
          </p:nvSpPr>
          <p:spPr>
            <a:xfrm>
              <a:off x="5004027" y="5682501"/>
              <a:ext cx="1815444" cy="45126"/>
            </a:xfrm>
            <a:custGeom>
              <a:avLst/>
              <a:gdLst>
                <a:gd name="connsiteX0" fmla="*/ 0 w 3031045"/>
                <a:gd name="connsiteY0" fmla="*/ 0 h 75342"/>
                <a:gd name="connsiteX1" fmla="*/ 3031046 w 3031045"/>
                <a:gd name="connsiteY1" fmla="*/ 0 h 75342"/>
                <a:gd name="connsiteX2" fmla="*/ 3031046 w 3031045"/>
                <a:gd name="connsiteY2" fmla="*/ 75343 h 75342"/>
                <a:gd name="connsiteX3" fmla="*/ 0 w 3031045"/>
                <a:gd name="connsiteY3" fmla="*/ 75343 h 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1045" h="75342">
                  <a:moveTo>
                    <a:pt x="0" y="0"/>
                  </a:moveTo>
                  <a:lnTo>
                    <a:pt x="3031046" y="0"/>
                  </a:lnTo>
                  <a:lnTo>
                    <a:pt x="3031046" y="75343"/>
                  </a:lnTo>
                  <a:lnTo>
                    <a:pt x="0" y="75343"/>
                  </a:lnTo>
                  <a:close/>
                </a:path>
              </a:pathLst>
            </a:custGeom>
            <a:solidFill>
              <a:srgbClr val="99C5F2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19" name="任意多边形: 形状 118" descr="dfa035ec-2e78-491b-8d15-c7ee7c3b6f18">
              <a:extLst>
                <a:ext uri="{FF2B5EF4-FFF2-40B4-BE49-F238E27FC236}">
                  <a16:creationId xmlns:a16="http://schemas.microsoft.com/office/drawing/2014/main" id="{69C17C5A-3AAA-F776-D954-6FC082AC61E1}"/>
                </a:ext>
              </a:extLst>
            </p:cNvPr>
            <p:cNvSpPr/>
            <p:nvPr/>
          </p:nvSpPr>
          <p:spPr>
            <a:xfrm>
              <a:off x="5627355" y="4068443"/>
              <a:ext cx="603417" cy="54710"/>
            </a:xfrm>
            <a:custGeom>
              <a:avLst/>
              <a:gdLst>
                <a:gd name="connsiteX0" fmla="*/ 0 w 1007459"/>
                <a:gd name="connsiteY0" fmla="*/ 0 h 91344"/>
                <a:gd name="connsiteX1" fmla="*/ 1007459 w 1007459"/>
                <a:gd name="connsiteY1" fmla="*/ 0 h 91344"/>
                <a:gd name="connsiteX2" fmla="*/ 1007459 w 1007459"/>
                <a:gd name="connsiteY2" fmla="*/ 91345 h 91344"/>
                <a:gd name="connsiteX3" fmla="*/ 0 w 1007459"/>
                <a:gd name="connsiteY3" fmla="*/ 91345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59" h="91344">
                  <a:moveTo>
                    <a:pt x="0" y="0"/>
                  </a:moveTo>
                  <a:lnTo>
                    <a:pt x="1007459" y="0"/>
                  </a:lnTo>
                  <a:lnTo>
                    <a:pt x="1007459" y="91345"/>
                  </a:lnTo>
                  <a:lnTo>
                    <a:pt x="0" y="91345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0" name="任意多边形: 形状 119" descr="bb2a49ed-72ce-45ad-b320-7997cf439157">
              <a:extLst>
                <a:ext uri="{FF2B5EF4-FFF2-40B4-BE49-F238E27FC236}">
                  <a16:creationId xmlns:a16="http://schemas.microsoft.com/office/drawing/2014/main" id="{967DA103-8276-C522-D1C4-624B991F52FA}"/>
                </a:ext>
              </a:extLst>
            </p:cNvPr>
            <p:cNvSpPr/>
            <p:nvPr/>
          </p:nvSpPr>
          <p:spPr>
            <a:xfrm>
              <a:off x="5627241" y="4891846"/>
              <a:ext cx="603417" cy="54710"/>
            </a:xfrm>
            <a:custGeom>
              <a:avLst/>
              <a:gdLst>
                <a:gd name="connsiteX0" fmla="*/ 0 w 1007459"/>
                <a:gd name="connsiteY0" fmla="*/ 0 h 91344"/>
                <a:gd name="connsiteX1" fmla="*/ 1007459 w 1007459"/>
                <a:gd name="connsiteY1" fmla="*/ 0 h 91344"/>
                <a:gd name="connsiteX2" fmla="*/ 1007459 w 1007459"/>
                <a:gd name="connsiteY2" fmla="*/ 91345 h 91344"/>
                <a:gd name="connsiteX3" fmla="*/ 0 w 1007459"/>
                <a:gd name="connsiteY3" fmla="*/ 91345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59" h="91344">
                  <a:moveTo>
                    <a:pt x="0" y="0"/>
                  </a:moveTo>
                  <a:lnTo>
                    <a:pt x="1007459" y="0"/>
                  </a:lnTo>
                  <a:lnTo>
                    <a:pt x="1007459" y="91345"/>
                  </a:lnTo>
                  <a:lnTo>
                    <a:pt x="0" y="91345"/>
                  </a:ln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121" name="任意多边形: 形状 120" descr="2d5bd51d-9aab-4c9b-b3fa-06e93ae5de37">
              <a:extLst>
                <a:ext uri="{FF2B5EF4-FFF2-40B4-BE49-F238E27FC236}">
                  <a16:creationId xmlns:a16="http://schemas.microsoft.com/office/drawing/2014/main" id="{0B628EF1-40DE-27CF-1857-F2289D501D13}"/>
                </a:ext>
              </a:extLst>
            </p:cNvPr>
            <p:cNvSpPr/>
            <p:nvPr/>
          </p:nvSpPr>
          <p:spPr>
            <a:xfrm>
              <a:off x="5272333" y="5816226"/>
              <a:ext cx="15061" cy="114"/>
            </a:xfrm>
            <a:custGeom>
              <a:avLst/>
              <a:gdLst>
                <a:gd name="connsiteX0" fmla="*/ 12573 w 25145"/>
                <a:gd name="connsiteY0" fmla="*/ 190 h 190"/>
                <a:gd name="connsiteX1" fmla="*/ 0 w 25145"/>
                <a:gd name="connsiteY1" fmla="*/ 0 h 190"/>
                <a:gd name="connsiteX2" fmla="*/ 25146 w 25145"/>
                <a:gd name="connsiteY2" fmla="*/ 0 h 190"/>
                <a:gd name="connsiteX3" fmla="*/ 12573 w 25145"/>
                <a:gd name="connsiteY3" fmla="*/ 190 h 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5" h="190">
                  <a:moveTo>
                    <a:pt x="12573" y="190"/>
                  </a:moveTo>
                  <a:cubicBezTo>
                    <a:pt x="8382" y="190"/>
                    <a:pt x="4191" y="190"/>
                    <a:pt x="0" y="0"/>
                  </a:cubicBezTo>
                  <a:lnTo>
                    <a:pt x="25146" y="0"/>
                  </a:lnTo>
                  <a:cubicBezTo>
                    <a:pt x="20955" y="190"/>
                    <a:pt x="16764" y="190"/>
                    <a:pt x="12573" y="190"/>
                  </a:cubicBezTo>
                  <a:close/>
                </a:path>
              </a:pathLst>
            </a:custGeom>
            <a:solidFill>
              <a:srgbClr val="2C3655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6" name="任意多边形: 形状 45" descr="4314d85c-7f25-4326-8eb7-f6055e3099ff">
              <a:extLst>
                <a:ext uri="{FF2B5EF4-FFF2-40B4-BE49-F238E27FC236}">
                  <a16:creationId xmlns:a16="http://schemas.microsoft.com/office/drawing/2014/main" id="{6DA3ACFC-C01F-B793-6EF0-6E2D46A5EF07}"/>
                </a:ext>
              </a:extLst>
            </p:cNvPr>
            <p:cNvSpPr/>
            <p:nvPr/>
          </p:nvSpPr>
          <p:spPr>
            <a:xfrm>
              <a:off x="4867564" y="4481075"/>
              <a:ext cx="128075" cy="199283"/>
            </a:xfrm>
            <a:custGeom>
              <a:avLst/>
              <a:gdLst>
                <a:gd name="connsiteX0" fmla="*/ 0 w 213832"/>
                <a:gd name="connsiteY0" fmla="*/ 253097 h 332721"/>
                <a:gd name="connsiteX1" fmla="*/ 27051 w 213832"/>
                <a:gd name="connsiteY1" fmla="*/ 235286 h 332721"/>
                <a:gd name="connsiteX2" fmla="*/ 51340 w 213832"/>
                <a:gd name="connsiteY2" fmla="*/ 189089 h 332721"/>
                <a:gd name="connsiteX3" fmla="*/ 43529 w 213832"/>
                <a:gd name="connsiteY3" fmla="*/ 162038 h 332721"/>
                <a:gd name="connsiteX4" fmla="*/ 24479 w 213832"/>
                <a:gd name="connsiteY4" fmla="*/ 91934 h 332721"/>
                <a:gd name="connsiteX5" fmla="*/ 49816 w 213832"/>
                <a:gd name="connsiteY5" fmla="*/ 127272 h 332721"/>
                <a:gd name="connsiteX6" fmla="*/ 68199 w 213832"/>
                <a:gd name="connsiteY6" fmla="*/ 114889 h 332721"/>
                <a:gd name="connsiteX7" fmla="*/ 49435 w 213832"/>
                <a:gd name="connsiteY7" fmla="*/ 33832 h 332721"/>
                <a:gd name="connsiteX8" fmla="*/ 196977 w 213832"/>
                <a:gd name="connsiteY8" fmla="*/ 4114 h 332721"/>
                <a:gd name="connsiteX9" fmla="*/ 205073 w 213832"/>
                <a:gd name="connsiteY9" fmla="*/ 64121 h 332721"/>
                <a:gd name="connsiteX10" fmla="*/ 204406 w 213832"/>
                <a:gd name="connsiteY10" fmla="*/ 168039 h 332721"/>
                <a:gd name="connsiteX11" fmla="*/ 152400 w 213832"/>
                <a:gd name="connsiteY11" fmla="*/ 214045 h 332721"/>
                <a:gd name="connsiteX12" fmla="*/ 152781 w 213832"/>
                <a:gd name="connsiteY12" fmla="*/ 233380 h 332721"/>
                <a:gd name="connsiteX13" fmla="*/ 157543 w 213832"/>
                <a:gd name="connsiteY13" fmla="*/ 247478 h 332721"/>
                <a:gd name="connsiteX14" fmla="*/ 165068 w 213832"/>
                <a:gd name="connsiteY14" fmla="*/ 249383 h 332721"/>
                <a:gd name="connsiteX15" fmla="*/ 0 w 213832"/>
                <a:gd name="connsiteY15" fmla="*/ 253288 h 33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3832" h="332721">
                  <a:moveTo>
                    <a:pt x="0" y="253097"/>
                  </a:moveTo>
                  <a:cubicBezTo>
                    <a:pt x="12097" y="253955"/>
                    <a:pt x="23717" y="239572"/>
                    <a:pt x="27051" y="235286"/>
                  </a:cubicBezTo>
                  <a:cubicBezTo>
                    <a:pt x="39910" y="218998"/>
                    <a:pt x="48101" y="199853"/>
                    <a:pt x="51340" y="189089"/>
                  </a:cubicBezTo>
                  <a:cubicBezTo>
                    <a:pt x="48863" y="181946"/>
                    <a:pt x="46292" y="172897"/>
                    <a:pt x="43529" y="162038"/>
                  </a:cubicBezTo>
                  <a:cubicBezTo>
                    <a:pt x="-3048" y="130415"/>
                    <a:pt x="-9430" y="107079"/>
                    <a:pt x="24479" y="91934"/>
                  </a:cubicBezTo>
                  <a:cubicBezTo>
                    <a:pt x="31242" y="95744"/>
                    <a:pt x="39719" y="107460"/>
                    <a:pt x="49816" y="127272"/>
                  </a:cubicBezTo>
                  <a:cubicBezTo>
                    <a:pt x="57817" y="126986"/>
                    <a:pt x="64008" y="122795"/>
                    <a:pt x="68199" y="114889"/>
                  </a:cubicBezTo>
                  <a:cubicBezTo>
                    <a:pt x="58579" y="81647"/>
                    <a:pt x="52292" y="54596"/>
                    <a:pt x="49435" y="33832"/>
                  </a:cubicBezTo>
                  <a:cubicBezTo>
                    <a:pt x="72390" y="-268"/>
                    <a:pt x="126016" y="-5125"/>
                    <a:pt x="196977" y="4114"/>
                  </a:cubicBezTo>
                  <a:cubicBezTo>
                    <a:pt x="200311" y="22973"/>
                    <a:pt x="202978" y="42976"/>
                    <a:pt x="205073" y="64121"/>
                  </a:cubicBezTo>
                  <a:cubicBezTo>
                    <a:pt x="217646" y="75647"/>
                    <a:pt x="216027" y="118604"/>
                    <a:pt x="204406" y="168039"/>
                  </a:cubicBezTo>
                  <a:cubicBezTo>
                    <a:pt x="210217" y="196138"/>
                    <a:pt x="192881" y="211473"/>
                    <a:pt x="152400" y="214045"/>
                  </a:cubicBezTo>
                  <a:cubicBezTo>
                    <a:pt x="152019" y="220808"/>
                    <a:pt x="152590" y="228618"/>
                    <a:pt x="152781" y="233380"/>
                  </a:cubicBezTo>
                  <a:cubicBezTo>
                    <a:pt x="152781" y="237667"/>
                    <a:pt x="153067" y="246144"/>
                    <a:pt x="157543" y="247478"/>
                  </a:cubicBezTo>
                  <a:lnTo>
                    <a:pt x="165068" y="249383"/>
                  </a:lnTo>
                  <a:cubicBezTo>
                    <a:pt x="164306" y="349871"/>
                    <a:pt x="112871" y="369207"/>
                    <a:pt x="0" y="253288"/>
                  </a:cubicBezTo>
                  <a:close/>
                </a:path>
              </a:pathLst>
            </a:custGeom>
            <a:solidFill>
              <a:srgbClr val="FFB27D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7" name="任意多边形: 形状 46" descr="3b5b29dd-ae7e-426b-8326-b52216284ce1">
              <a:extLst>
                <a:ext uri="{FF2B5EF4-FFF2-40B4-BE49-F238E27FC236}">
                  <a16:creationId xmlns:a16="http://schemas.microsoft.com/office/drawing/2014/main" id="{E32E2CD0-8DEE-EA79-0E4F-A67A30C628FA}"/>
                </a:ext>
              </a:extLst>
            </p:cNvPr>
            <p:cNvSpPr/>
            <p:nvPr/>
          </p:nvSpPr>
          <p:spPr>
            <a:xfrm>
              <a:off x="4837583" y="4438355"/>
              <a:ext cx="170338" cy="155917"/>
            </a:xfrm>
            <a:custGeom>
              <a:avLst/>
              <a:gdLst>
                <a:gd name="connsiteX0" fmla="*/ 247033 w 284395"/>
                <a:gd name="connsiteY0" fmla="*/ 75343 h 260318"/>
                <a:gd name="connsiteX1" fmla="*/ 99491 w 284395"/>
                <a:gd name="connsiteY1" fmla="*/ 105061 h 260318"/>
                <a:gd name="connsiteX2" fmla="*/ 118255 w 284395"/>
                <a:gd name="connsiteY2" fmla="*/ 186119 h 260318"/>
                <a:gd name="connsiteX3" fmla="*/ 99872 w 284395"/>
                <a:gd name="connsiteY3" fmla="*/ 198501 h 260318"/>
                <a:gd name="connsiteX4" fmla="*/ 74535 w 284395"/>
                <a:gd name="connsiteY4" fmla="*/ 163163 h 260318"/>
                <a:gd name="connsiteX5" fmla="*/ 93585 w 284395"/>
                <a:gd name="connsiteY5" fmla="*/ 233267 h 260318"/>
                <a:gd name="connsiteX6" fmla="*/ 101396 w 284395"/>
                <a:gd name="connsiteY6" fmla="*/ 260318 h 260318"/>
                <a:gd name="connsiteX7" fmla="*/ 19576 w 284395"/>
                <a:gd name="connsiteY7" fmla="*/ 197263 h 260318"/>
                <a:gd name="connsiteX8" fmla="*/ 54342 w 284395"/>
                <a:gd name="connsiteY8" fmla="*/ 45529 h 260318"/>
                <a:gd name="connsiteX9" fmla="*/ 273893 w 284395"/>
                <a:gd name="connsiteY9" fmla="*/ 0 h 260318"/>
                <a:gd name="connsiteX10" fmla="*/ 247033 w 284395"/>
                <a:gd name="connsiteY10" fmla="*/ 75247 h 260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4395" h="260318">
                  <a:moveTo>
                    <a:pt x="247033" y="75343"/>
                  </a:moveTo>
                  <a:cubicBezTo>
                    <a:pt x="176072" y="66104"/>
                    <a:pt x="122351" y="71056"/>
                    <a:pt x="99491" y="105061"/>
                  </a:cubicBezTo>
                  <a:cubicBezTo>
                    <a:pt x="102443" y="125825"/>
                    <a:pt x="108635" y="152876"/>
                    <a:pt x="118255" y="186119"/>
                  </a:cubicBezTo>
                  <a:cubicBezTo>
                    <a:pt x="114064" y="194024"/>
                    <a:pt x="107968" y="198120"/>
                    <a:pt x="99872" y="198501"/>
                  </a:cubicBezTo>
                  <a:cubicBezTo>
                    <a:pt x="89775" y="178784"/>
                    <a:pt x="81298" y="167069"/>
                    <a:pt x="74535" y="163163"/>
                  </a:cubicBezTo>
                  <a:cubicBezTo>
                    <a:pt x="40721" y="178308"/>
                    <a:pt x="47008" y="201644"/>
                    <a:pt x="93585" y="233267"/>
                  </a:cubicBezTo>
                  <a:cubicBezTo>
                    <a:pt x="96347" y="244221"/>
                    <a:pt x="98919" y="253174"/>
                    <a:pt x="101396" y="260318"/>
                  </a:cubicBezTo>
                  <a:cubicBezTo>
                    <a:pt x="59486" y="250984"/>
                    <a:pt x="24529" y="213455"/>
                    <a:pt x="19576" y="197263"/>
                  </a:cubicBezTo>
                  <a:cubicBezTo>
                    <a:pt x="-29287" y="101060"/>
                    <a:pt x="25196" y="60388"/>
                    <a:pt x="54342" y="45529"/>
                  </a:cubicBezTo>
                  <a:cubicBezTo>
                    <a:pt x="67201" y="-49816"/>
                    <a:pt x="204551" y="45911"/>
                    <a:pt x="273893" y="0"/>
                  </a:cubicBezTo>
                  <a:cubicBezTo>
                    <a:pt x="301421" y="38100"/>
                    <a:pt x="268560" y="74390"/>
                    <a:pt x="247033" y="75247"/>
                  </a:cubicBezTo>
                  <a:close/>
                </a:path>
              </a:pathLst>
            </a:custGeom>
            <a:solidFill>
              <a:srgbClr val="28419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8" name="任意多边形: 形状 47" descr="cc673c80-1469-4045-8f82-3d14f8d76132">
              <a:extLst>
                <a:ext uri="{FF2B5EF4-FFF2-40B4-BE49-F238E27FC236}">
                  <a16:creationId xmlns:a16="http://schemas.microsoft.com/office/drawing/2014/main" id="{AF45B107-22BD-DBA7-7AB3-466439955983}"/>
                </a:ext>
              </a:extLst>
            </p:cNvPr>
            <p:cNvSpPr/>
            <p:nvPr/>
          </p:nvSpPr>
          <p:spPr>
            <a:xfrm>
              <a:off x="4930833" y="4603344"/>
              <a:ext cx="28182" cy="17343"/>
            </a:xfrm>
            <a:custGeom>
              <a:avLst/>
              <a:gdLst>
                <a:gd name="connsiteX0" fmla="*/ 95 w 47053"/>
                <a:gd name="connsiteY0" fmla="*/ 0 h 28955"/>
                <a:gd name="connsiteX1" fmla="*/ 46768 w 47053"/>
                <a:gd name="connsiteY1" fmla="*/ 9811 h 28955"/>
                <a:gd name="connsiteX2" fmla="*/ 47054 w 47053"/>
                <a:gd name="connsiteY2" fmla="*/ 28956 h 28955"/>
                <a:gd name="connsiteX3" fmla="*/ 0 w 47053"/>
                <a:gd name="connsiteY3" fmla="*/ 0 h 2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53" h="28955">
                  <a:moveTo>
                    <a:pt x="95" y="0"/>
                  </a:moveTo>
                  <a:cubicBezTo>
                    <a:pt x="11525" y="5620"/>
                    <a:pt x="27051" y="8858"/>
                    <a:pt x="46768" y="9811"/>
                  </a:cubicBezTo>
                  <a:cubicBezTo>
                    <a:pt x="46387" y="16478"/>
                    <a:pt x="46672" y="24193"/>
                    <a:pt x="47054" y="28956"/>
                  </a:cubicBezTo>
                  <a:cubicBezTo>
                    <a:pt x="27242" y="25146"/>
                    <a:pt x="11525" y="15430"/>
                    <a:pt x="0" y="0"/>
                  </a:cubicBezTo>
                  <a:close/>
                </a:path>
              </a:pathLst>
            </a:custGeom>
            <a:solidFill>
              <a:srgbClr val="F0826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9" name="任意多边形: 形状 48" descr="c743538f-6236-46b6-a358-9e00e7042335">
              <a:extLst>
                <a:ext uri="{FF2B5EF4-FFF2-40B4-BE49-F238E27FC236}">
                  <a16:creationId xmlns:a16="http://schemas.microsoft.com/office/drawing/2014/main" id="{AAFF9228-5273-E252-02C7-E1BB9E6ABE9D}"/>
                </a:ext>
              </a:extLst>
            </p:cNvPr>
            <p:cNvSpPr/>
            <p:nvPr/>
          </p:nvSpPr>
          <p:spPr>
            <a:xfrm>
              <a:off x="4762414" y="5698646"/>
              <a:ext cx="98480" cy="64645"/>
            </a:xfrm>
            <a:custGeom>
              <a:avLst/>
              <a:gdLst>
                <a:gd name="connsiteX0" fmla="*/ 90880 w 164421"/>
                <a:gd name="connsiteY0" fmla="*/ 102013 h 107931"/>
                <a:gd name="connsiteX1" fmla="*/ 19443 w 164421"/>
                <a:gd name="connsiteY1" fmla="*/ 52674 h 107931"/>
                <a:gd name="connsiteX2" fmla="*/ 16204 w 164421"/>
                <a:gd name="connsiteY2" fmla="*/ 0 h 107931"/>
                <a:gd name="connsiteX3" fmla="*/ 66210 w 164421"/>
                <a:gd name="connsiteY3" fmla="*/ 21813 h 107931"/>
                <a:gd name="connsiteX4" fmla="*/ 104691 w 164421"/>
                <a:gd name="connsiteY4" fmla="*/ 24956 h 107931"/>
                <a:gd name="connsiteX5" fmla="*/ 164413 w 164421"/>
                <a:gd name="connsiteY5" fmla="*/ 84201 h 107931"/>
                <a:gd name="connsiteX6" fmla="*/ 90880 w 164421"/>
                <a:gd name="connsiteY6" fmla="*/ 102013 h 107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421" h="107931">
                  <a:moveTo>
                    <a:pt x="90880" y="102013"/>
                  </a:moveTo>
                  <a:cubicBezTo>
                    <a:pt x="46779" y="86487"/>
                    <a:pt x="43255" y="63818"/>
                    <a:pt x="19443" y="52674"/>
                  </a:cubicBezTo>
                  <a:cubicBezTo>
                    <a:pt x="-4465" y="41434"/>
                    <a:pt x="-7227" y="21622"/>
                    <a:pt x="16204" y="0"/>
                  </a:cubicBezTo>
                  <a:cubicBezTo>
                    <a:pt x="33444" y="13811"/>
                    <a:pt x="54971" y="30766"/>
                    <a:pt x="66210" y="21813"/>
                  </a:cubicBezTo>
                  <a:cubicBezTo>
                    <a:pt x="73830" y="15812"/>
                    <a:pt x="99548" y="16193"/>
                    <a:pt x="104691" y="24956"/>
                  </a:cubicBezTo>
                  <a:cubicBezTo>
                    <a:pt x="127075" y="77058"/>
                    <a:pt x="158222" y="60484"/>
                    <a:pt x="164413" y="84201"/>
                  </a:cubicBezTo>
                  <a:cubicBezTo>
                    <a:pt x="165175" y="115729"/>
                    <a:pt x="111168" y="109157"/>
                    <a:pt x="90880" y="102013"/>
                  </a:cubicBezTo>
                  <a:close/>
                </a:path>
              </a:pathLst>
            </a:custGeom>
            <a:solidFill>
              <a:srgbClr val="28419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0" name="任意多边形: 形状 49" descr="380f100d-e450-4e72-8370-82811b83c380">
              <a:extLst>
                <a:ext uri="{FF2B5EF4-FFF2-40B4-BE49-F238E27FC236}">
                  <a16:creationId xmlns:a16="http://schemas.microsoft.com/office/drawing/2014/main" id="{EA591415-F4D3-977F-F904-27CA2E7430A5}"/>
                </a:ext>
              </a:extLst>
            </p:cNvPr>
            <p:cNvSpPr/>
            <p:nvPr/>
          </p:nvSpPr>
          <p:spPr>
            <a:xfrm>
              <a:off x="4936217" y="5688093"/>
              <a:ext cx="131429" cy="40675"/>
            </a:xfrm>
            <a:custGeom>
              <a:avLst/>
              <a:gdLst>
                <a:gd name="connsiteX0" fmla="*/ 182844 w 219432"/>
                <a:gd name="connsiteY0" fmla="*/ 67911 h 67910"/>
                <a:gd name="connsiteX1" fmla="*/ 20253 w 219432"/>
                <a:gd name="connsiteY1" fmla="*/ 57243 h 67910"/>
                <a:gd name="connsiteX2" fmla="*/ 13966 w 219432"/>
                <a:gd name="connsiteY2" fmla="*/ 2188 h 67910"/>
                <a:gd name="connsiteX3" fmla="*/ 101977 w 219432"/>
                <a:gd name="connsiteY3" fmla="*/ 474 h 67910"/>
                <a:gd name="connsiteX4" fmla="*/ 208848 w 219432"/>
                <a:gd name="connsiteY4" fmla="*/ 39431 h 67910"/>
                <a:gd name="connsiteX5" fmla="*/ 182940 w 219432"/>
                <a:gd name="connsiteY5" fmla="*/ 67911 h 6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432" h="67910">
                  <a:moveTo>
                    <a:pt x="182844" y="67911"/>
                  </a:moveTo>
                  <a:cubicBezTo>
                    <a:pt x="105120" y="66672"/>
                    <a:pt x="47113" y="65815"/>
                    <a:pt x="20253" y="57243"/>
                  </a:cubicBezTo>
                  <a:cubicBezTo>
                    <a:pt x="-8703" y="48099"/>
                    <a:pt x="-2703" y="30478"/>
                    <a:pt x="13966" y="2188"/>
                  </a:cubicBezTo>
                  <a:cubicBezTo>
                    <a:pt x="87213" y="35907"/>
                    <a:pt x="67687" y="-4765"/>
                    <a:pt x="101977" y="474"/>
                  </a:cubicBezTo>
                  <a:cubicBezTo>
                    <a:pt x="126075" y="19810"/>
                    <a:pt x="161604" y="32859"/>
                    <a:pt x="208848" y="39431"/>
                  </a:cubicBezTo>
                  <a:cubicBezTo>
                    <a:pt x="228850" y="54195"/>
                    <a:pt x="220659" y="67244"/>
                    <a:pt x="182940" y="67911"/>
                  </a:cubicBezTo>
                  <a:close/>
                </a:path>
              </a:pathLst>
            </a:custGeom>
            <a:solidFill>
              <a:srgbClr val="28419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1" name="任意多边形: 形状 50" descr="f325e24a-4c68-4d3b-90d3-a8ea3eddc1d9">
              <a:extLst>
                <a:ext uri="{FF2B5EF4-FFF2-40B4-BE49-F238E27FC236}">
                  <a16:creationId xmlns:a16="http://schemas.microsoft.com/office/drawing/2014/main" id="{7E32CFEE-5520-F597-B003-FD7F04E4E23C}"/>
                </a:ext>
              </a:extLst>
            </p:cNvPr>
            <p:cNvSpPr/>
            <p:nvPr/>
          </p:nvSpPr>
          <p:spPr>
            <a:xfrm>
              <a:off x="4702861" y="4626107"/>
              <a:ext cx="420287" cy="384613"/>
            </a:xfrm>
            <a:custGeom>
              <a:avLst/>
              <a:gdLst>
                <a:gd name="connsiteX0" fmla="*/ 533686 w 701706"/>
                <a:gd name="connsiteY0" fmla="*/ 22288 h 642146"/>
                <a:gd name="connsiteX1" fmla="*/ 429197 w 701706"/>
                <a:gd name="connsiteY1" fmla="*/ 1810 h 642146"/>
                <a:gd name="connsiteX2" fmla="*/ 295847 w 701706"/>
                <a:gd name="connsiteY2" fmla="*/ 0 h 642146"/>
                <a:gd name="connsiteX3" fmla="*/ 155448 w 701706"/>
                <a:gd name="connsiteY3" fmla="*/ 22193 h 642146"/>
                <a:gd name="connsiteX4" fmla="*/ 0 w 701706"/>
                <a:gd name="connsiteY4" fmla="*/ 341662 h 642146"/>
                <a:gd name="connsiteX5" fmla="*/ 118586 w 701706"/>
                <a:gd name="connsiteY5" fmla="*/ 364331 h 642146"/>
                <a:gd name="connsiteX6" fmla="*/ 139065 w 701706"/>
                <a:gd name="connsiteY6" fmla="*/ 294132 h 642146"/>
                <a:gd name="connsiteX7" fmla="*/ 137255 w 701706"/>
                <a:gd name="connsiteY7" fmla="*/ 622935 h 642146"/>
                <a:gd name="connsiteX8" fmla="*/ 535400 w 701706"/>
                <a:gd name="connsiteY8" fmla="*/ 614077 h 642146"/>
                <a:gd name="connsiteX9" fmla="*/ 538924 w 701706"/>
                <a:gd name="connsiteY9" fmla="*/ 276320 h 642146"/>
                <a:gd name="connsiteX10" fmla="*/ 600265 w 701706"/>
                <a:gd name="connsiteY10" fmla="*/ 336804 h 642146"/>
                <a:gd name="connsiteX11" fmla="*/ 701707 w 701706"/>
                <a:gd name="connsiteY11" fmla="*/ 233553 h 642146"/>
                <a:gd name="connsiteX12" fmla="*/ 533590 w 701706"/>
                <a:gd name="connsiteY12" fmla="*/ 22193 h 642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01706" h="642146">
                  <a:moveTo>
                    <a:pt x="533686" y="22288"/>
                  </a:moveTo>
                  <a:cubicBezTo>
                    <a:pt x="494919" y="11049"/>
                    <a:pt x="460153" y="4191"/>
                    <a:pt x="429197" y="1810"/>
                  </a:cubicBezTo>
                  <a:cubicBezTo>
                    <a:pt x="423672" y="87058"/>
                    <a:pt x="379190" y="86392"/>
                    <a:pt x="295847" y="0"/>
                  </a:cubicBezTo>
                  <a:cubicBezTo>
                    <a:pt x="215646" y="6763"/>
                    <a:pt x="199930" y="7811"/>
                    <a:pt x="155448" y="22193"/>
                  </a:cubicBezTo>
                  <a:cubicBezTo>
                    <a:pt x="59150" y="114205"/>
                    <a:pt x="50387" y="220313"/>
                    <a:pt x="0" y="341662"/>
                  </a:cubicBezTo>
                  <a:cubicBezTo>
                    <a:pt x="55721" y="344138"/>
                    <a:pt x="80772" y="350901"/>
                    <a:pt x="118586" y="364331"/>
                  </a:cubicBezTo>
                  <a:cubicBezTo>
                    <a:pt x="126778" y="335280"/>
                    <a:pt x="133540" y="311848"/>
                    <a:pt x="139065" y="294132"/>
                  </a:cubicBezTo>
                  <a:cubicBezTo>
                    <a:pt x="137541" y="454152"/>
                    <a:pt x="136969" y="563785"/>
                    <a:pt x="137255" y="622935"/>
                  </a:cubicBezTo>
                  <a:cubicBezTo>
                    <a:pt x="360426" y="651224"/>
                    <a:pt x="493109" y="648272"/>
                    <a:pt x="535400" y="614077"/>
                  </a:cubicBezTo>
                  <a:cubicBezTo>
                    <a:pt x="536257" y="471869"/>
                    <a:pt x="537401" y="359283"/>
                    <a:pt x="538924" y="276320"/>
                  </a:cubicBezTo>
                  <a:cubicBezTo>
                    <a:pt x="561023" y="302323"/>
                    <a:pt x="581406" y="322516"/>
                    <a:pt x="600265" y="336804"/>
                  </a:cubicBezTo>
                  <a:cubicBezTo>
                    <a:pt x="645509" y="284988"/>
                    <a:pt x="676085" y="264128"/>
                    <a:pt x="701707" y="233553"/>
                  </a:cubicBezTo>
                  <a:cubicBezTo>
                    <a:pt x="644938" y="140398"/>
                    <a:pt x="563690" y="53721"/>
                    <a:pt x="533590" y="22193"/>
                  </a:cubicBezTo>
                  <a:close/>
                </a:path>
              </a:pathLst>
            </a:custGeom>
            <a:solidFill>
              <a:srgbClr val="61A0E0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2" name="任意多边形: 形状 51" descr="4251032f-c979-4e4d-80c9-46bd8c552ca6">
              <a:extLst>
                <a:ext uri="{FF2B5EF4-FFF2-40B4-BE49-F238E27FC236}">
                  <a16:creationId xmlns:a16="http://schemas.microsoft.com/office/drawing/2014/main" id="{12BD99DC-CB1F-1EFF-4831-9EAF9B558478}"/>
                </a:ext>
              </a:extLst>
            </p:cNvPr>
            <p:cNvSpPr/>
            <p:nvPr/>
          </p:nvSpPr>
          <p:spPr>
            <a:xfrm>
              <a:off x="5078934" y="4684183"/>
              <a:ext cx="222301" cy="158313"/>
            </a:xfrm>
            <a:custGeom>
              <a:avLst/>
              <a:gdLst>
                <a:gd name="connsiteX0" fmla="*/ 277273 w 371151"/>
                <a:gd name="connsiteY0" fmla="*/ 81153 h 264318"/>
                <a:gd name="connsiteX1" fmla="*/ 73819 w 371151"/>
                <a:gd name="connsiteY1" fmla="*/ 180880 h 264318"/>
                <a:gd name="connsiteX2" fmla="*/ 56578 w 371151"/>
                <a:gd name="connsiteY2" fmla="*/ 155353 h 264318"/>
                <a:gd name="connsiteX3" fmla="*/ 0 w 371151"/>
                <a:gd name="connsiteY3" fmla="*/ 210026 h 264318"/>
                <a:gd name="connsiteX4" fmla="*/ 68485 w 371151"/>
                <a:gd name="connsiteY4" fmla="*/ 264319 h 264318"/>
                <a:gd name="connsiteX5" fmla="*/ 291560 w 371151"/>
                <a:gd name="connsiteY5" fmla="*/ 111443 h 264318"/>
                <a:gd name="connsiteX6" fmla="*/ 347472 w 371151"/>
                <a:gd name="connsiteY6" fmla="*/ 83915 h 264318"/>
                <a:gd name="connsiteX7" fmla="*/ 329089 w 371151"/>
                <a:gd name="connsiteY7" fmla="*/ 47244 h 264318"/>
                <a:gd name="connsiteX8" fmla="*/ 369380 w 371151"/>
                <a:gd name="connsiteY8" fmla="*/ 0 h 264318"/>
                <a:gd name="connsiteX9" fmla="*/ 277177 w 371151"/>
                <a:gd name="connsiteY9" fmla="*/ 81153 h 26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1151" h="264318">
                  <a:moveTo>
                    <a:pt x="277273" y="81153"/>
                  </a:moveTo>
                  <a:cubicBezTo>
                    <a:pt x="180403" y="121348"/>
                    <a:pt x="112585" y="154591"/>
                    <a:pt x="73819" y="180880"/>
                  </a:cubicBezTo>
                  <a:lnTo>
                    <a:pt x="56578" y="155353"/>
                  </a:lnTo>
                  <a:cubicBezTo>
                    <a:pt x="40576" y="171355"/>
                    <a:pt x="22288" y="187166"/>
                    <a:pt x="0" y="210026"/>
                  </a:cubicBezTo>
                  <a:cubicBezTo>
                    <a:pt x="20669" y="231553"/>
                    <a:pt x="42767" y="249269"/>
                    <a:pt x="68485" y="264319"/>
                  </a:cubicBezTo>
                  <a:cubicBezTo>
                    <a:pt x="135826" y="257175"/>
                    <a:pt x="210217" y="206216"/>
                    <a:pt x="291560" y="111443"/>
                  </a:cubicBezTo>
                  <a:cubicBezTo>
                    <a:pt x="316897" y="106394"/>
                    <a:pt x="335566" y="97250"/>
                    <a:pt x="347472" y="83915"/>
                  </a:cubicBezTo>
                  <a:cubicBezTo>
                    <a:pt x="348139" y="71723"/>
                    <a:pt x="341947" y="59436"/>
                    <a:pt x="329089" y="47244"/>
                  </a:cubicBezTo>
                  <a:cubicBezTo>
                    <a:pt x="362807" y="25241"/>
                    <a:pt x="376333" y="9525"/>
                    <a:pt x="369380" y="0"/>
                  </a:cubicBezTo>
                  <a:cubicBezTo>
                    <a:pt x="316420" y="32671"/>
                    <a:pt x="285750" y="59817"/>
                    <a:pt x="277177" y="81153"/>
                  </a:cubicBezTo>
                  <a:close/>
                </a:path>
              </a:pathLst>
            </a:custGeom>
            <a:solidFill>
              <a:srgbClr val="FFB27D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3" name="任意多边形: 形状 52" descr="2d4910eb-7fce-4674-884b-3cc1c237cc19">
              <a:extLst>
                <a:ext uri="{FF2B5EF4-FFF2-40B4-BE49-F238E27FC236}">
                  <a16:creationId xmlns:a16="http://schemas.microsoft.com/office/drawing/2014/main" id="{85BB1F03-782D-97BE-2711-70919409F7CF}"/>
                </a:ext>
              </a:extLst>
            </p:cNvPr>
            <p:cNvSpPr/>
            <p:nvPr/>
          </p:nvSpPr>
          <p:spPr>
            <a:xfrm>
              <a:off x="4752698" y="4624533"/>
              <a:ext cx="285940" cy="1059156"/>
            </a:xfrm>
            <a:custGeom>
              <a:avLst/>
              <a:gdLst>
                <a:gd name="connsiteX0" fmla="*/ 454479 w 477402"/>
                <a:gd name="connsiteY0" fmla="*/ 364100 h 1768355"/>
                <a:gd name="connsiteX1" fmla="*/ 452193 w 477402"/>
                <a:gd name="connsiteY1" fmla="*/ 616799 h 1768355"/>
                <a:gd name="connsiteX2" fmla="*/ 466100 w 477402"/>
                <a:gd name="connsiteY2" fmla="*/ 754245 h 1768355"/>
                <a:gd name="connsiteX3" fmla="*/ 456384 w 477402"/>
                <a:gd name="connsiteY3" fmla="*/ 1355558 h 1768355"/>
                <a:gd name="connsiteX4" fmla="*/ 400186 w 477402"/>
                <a:gd name="connsiteY4" fmla="*/ 1731033 h 1768355"/>
                <a:gd name="connsiteX5" fmla="*/ 307127 w 477402"/>
                <a:gd name="connsiteY5" fmla="*/ 1735510 h 1768355"/>
                <a:gd name="connsiteX6" fmla="*/ 322272 w 477402"/>
                <a:gd name="connsiteY6" fmla="*/ 1356415 h 1768355"/>
                <a:gd name="connsiteX7" fmla="*/ 252263 w 477402"/>
                <a:gd name="connsiteY7" fmla="*/ 983607 h 1768355"/>
                <a:gd name="connsiteX8" fmla="*/ 145107 w 477402"/>
                <a:gd name="connsiteY8" fmla="*/ 1374703 h 1768355"/>
                <a:gd name="connsiteX9" fmla="*/ 111674 w 477402"/>
                <a:gd name="connsiteY9" fmla="*/ 1758656 h 1768355"/>
                <a:gd name="connsiteX10" fmla="*/ 30521 w 477402"/>
                <a:gd name="connsiteY10" fmla="*/ 1766657 h 1768355"/>
                <a:gd name="connsiteX11" fmla="*/ 13662 w 477402"/>
                <a:gd name="connsiteY11" fmla="*/ 1283168 h 1768355"/>
                <a:gd name="connsiteX12" fmla="*/ 32236 w 477402"/>
                <a:gd name="connsiteY12" fmla="*/ 755197 h 1768355"/>
                <a:gd name="connsiteX13" fmla="*/ 54048 w 477402"/>
                <a:gd name="connsiteY13" fmla="*/ 625657 h 1768355"/>
                <a:gd name="connsiteX14" fmla="*/ 159966 w 477402"/>
                <a:gd name="connsiteY14" fmla="*/ 602702 h 1768355"/>
                <a:gd name="connsiteX15" fmla="*/ 181302 w 477402"/>
                <a:gd name="connsiteY15" fmla="*/ 192079 h 1768355"/>
                <a:gd name="connsiteX16" fmla="*/ 93958 w 477402"/>
                <a:gd name="connsiteY16" fmla="*/ 18248 h 1768355"/>
                <a:gd name="connsiteX17" fmla="*/ 148441 w 477402"/>
                <a:gd name="connsiteY17" fmla="*/ 8342 h 1768355"/>
                <a:gd name="connsiteX18" fmla="*/ 225688 w 477402"/>
                <a:gd name="connsiteY18" fmla="*/ 197889 h 1768355"/>
                <a:gd name="connsiteX19" fmla="*/ 411426 w 477402"/>
                <a:gd name="connsiteY19" fmla="*/ 185412 h 1768355"/>
                <a:gd name="connsiteX20" fmla="*/ 360277 w 477402"/>
                <a:gd name="connsiteY20" fmla="*/ 5770 h 1768355"/>
                <a:gd name="connsiteX21" fmla="*/ 415236 w 477402"/>
                <a:gd name="connsiteY21" fmla="*/ 15581 h 1768355"/>
                <a:gd name="connsiteX22" fmla="*/ 453241 w 477402"/>
                <a:gd name="connsiteY22" fmla="*/ 199604 h 1768355"/>
                <a:gd name="connsiteX23" fmla="*/ 454479 w 477402"/>
                <a:gd name="connsiteY23" fmla="*/ 364005 h 176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7402" h="1768355">
                  <a:moveTo>
                    <a:pt x="454479" y="364100"/>
                  </a:moveTo>
                  <a:cubicBezTo>
                    <a:pt x="453431" y="450969"/>
                    <a:pt x="452669" y="535170"/>
                    <a:pt x="452193" y="616799"/>
                  </a:cubicBezTo>
                  <a:cubicBezTo>
                    <a:pt x="464290" y="626324"/>
                    <a:pt x="480482" y="707191"/>
                    <a:pt x="466100" y="754245"/>
                  </a:cubicBezTo>
                  <a:cubicBezTo>
                    <a:pt x="490579" y="905502"/>
                    <a:pt x="469624" y="1102383"/>
                    <a:pt x="456384" y="1355558"/>
                  </a:cubicBezTo>
                  <a:cubicBezTo>
                    <a:pt x="432857" y="1444807"/>
                    <a:pt x="397901" y="1563679"/>
                    <a:pt x="400186" y="1731033"/>
                  </a:cubicBezTo>
                  <a:cubicBezTo>
                    <a:pt x="359038" y="1743606"/>
                    <a:pt x="344180" y="1744940"/>
                    <a:pt x="307127" y="1735510"/>
                  </a:cubicBezTo>
                  <a:cubicBezTo>
                    <a:pt x="281219" y="1560822"/>
                    <a:pt x="298840" y="1420995"/>
                    <a:pt x="322272" y="1356415"/>
                  </a:cubicBezTo>
                  <a:cubicBezTo>
                    <a:pt x="307318" y="1256593"/>
                    <a:pt x="284839" y="1144770"/>
                    <a:pt x="252263" y="983607"/>
                  </a:cubicBezTo>
                  <a:cubicBezTo>
                    <a:pt x="215497" y="1159248"/>
                    <a:pt x="166348" y="1289645"/>
                    <a:pt x="145107" y="1374703"/>
                  </a:cubicBezTo>
                  <a:cubicBezTo>
                    <a:pt x="140916" y="1469572"/>
                    <a:pt x="121675" y="1597493"/>
                    <a:pt x="111674" y="1758656"/>
                  </a:cubicBezTo>
                  <a:cubicBezTo>
                    <a:pt x="81194" y="1767895"/>
                    <a:pt x="62239" y="1770467"/>
                    <a:pt x="30521" y="1766657"/>
                  </a:cubicBezTo>
                  <a:cubicBezTo>
                    <a:pt x="-10627" y="1618543"/>
                    <a:pt x="-3674" y="1457380"/>
                    <a:pt x="13662" y="1283168"/>
                  </a:cubicBezTo>
                  <a:cubicBezTo>
                    <a:pt x="32140" y="1073713"/>
                    <a:pt x="1660" y="837302"/>
                    <a:pt x="32236" y="755197"/>
                  </a:cubicBezTo>
                  <a:cubicBezTo>
                    <a:pt x="41951" y="700714"/>
                    <a:pt x="35950" y="649565"/>
                    <a:pt x="54048" y="625657"/>
                  </a:cubicBezTo>
                  <a:cubicBezTo>
                    <a:pt x="92719" y="634611"/>
                    <a:pt x="127962" y="626990"/>
                    <a:pt x="159966" y="602702"/>
                  </a:cubicBezTo>
                  <a:cubicBezTo>
                    <a:pt x="162919" y="396200"/>
                    <a:pt x="170062" y="259421"/>
                    <a:pt x="181302" y="192079"/>
                  </a:cubicBezTo>
                  <a:cubicBezTo>
                    <a:pt x="192732" y="94924"/>
                    <a:pt x="163585" y="37012"/>
                    <a:pt x="93958" y="18248"/>
                  </a:cubicBezTo>
                  <a:cubicBezTo>
                    <a:pt x="108245" y="3579"/>
                    <a:pt x="126438" y="341"/>
                    <a:pt x="148441" y="8342"/>
                  </a:cubicBezTo>
                  <a:cubicBezTo>
                    <a:pt x="202447" y="43870"/>
                    <a:pt x="228260" y="107021"/>
                    <a:pt x="225688" y="197889"/>
                  </a:cubicBezTo>
                  <a:cubicBezTo>
                    <a:pt x="317795" y="210843"/>
                    <a:pt x="379708" y="206652"/>
                    <a:pt x="411426" y="185412"/>
                  </a:cubicBezTo>
                  <a:cubicBezTo>
                    <a:pt x="414855" y="99591"/>
                    <a:pt x="397805" y="39774"/>
                    <a:pt x="360277" y="5770"/>
                  </a:cubicBezTo>
                  <a:cubicBezTo>
                    <a:pt x="374469" y="-4422"/>
                    <a:pt x="392757" y="-1088"/>
                    <a:pt x="415236" y="15581"/>
                  </a:cubicBezTo>
                  <a:cubicBezTo>
                    <a:pt x="444001" y="55110"/>
                    <a:pt x="456670" y="116450"/>
                    <a:pt x="453241" y="199604"/>
                  </a:cubicBezTo>
                  <a:cubicBezTo>
                    <a:pt x="460480" y="229607"/>
                    <a:pt x="460861" y="284472"/>
                    <a:pt x="454479" y="364005"/>
                  </a:cubicBezTo>
                  <a:close/>
                </a:path>
              </a:pathLst>
            </a:custGeom>
            <a:solidFill>
              <a:srgbClr val="1E77D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4" name="任意多边形: 形状 53" descr="3e54d88a-1d0c-4e71-bde4-82ce391ee70d">
              <a:extLst>
                <a:ext uri="{FF2B5EF4-FFF2-40B4-BE49-F238E27FC236}">
                  <a16:creationId xmlns:a16="http://schemas.microsoft.com/office/drawing/2014/main" id="{14506239-EBDE-A9AC-9D74-91519261FE88}"/>
                </a:ext>
              </a:extLst>
            </p:cNvPr>
            <p:cNvSpPr/>
            <p:nvPr/>
          </p:nvSpPr>
          <p:spPr>
            <a:xfrm>
              <a:off x="4785015" y="4734844"/>
              <a:ext cx="286959" cy="266594"/>
            </a:xfrm>
            <a:custGeom>
              <a:avLst/>
              <a:gdLst>
                <a:gd name="connsiteX0" fmla="*/ 28476 w 479104"/>
                <a:gd name="connsiteY0" fmla="*/ 278987 h 445103"/>
                <a:gd name="connsiteX1" fmla="*/ 473 w 479104"/>
                <a:gd name="connsiteY1" fmla="*/ 282893 h 445103"/>
                <a:gd name="connsiteX2" fmla="*/ 92 w 479104"/>
                <a:gd name="connsiteY2" fmla="*/ 441484 h 445103"/>
                <a:gd name="connsiteX3" fmla="*/ 29239 w 479104"/>
                <a:gd name="connsiteY3" fmla="*/ 445103 h 445103"/>
                <a:gd name="connsiteX4" fmla="*/ 28476 w 479104"/>
                <a:gd name="connsiteY4" fmla="*/ 278987 h 445103"/>
                <a:gd name="connsiteX5" fmla="*/ 28476 w 479104"/>
                <a:gd name="connsiteY5" fmla="*/ 278987 h 445103"/>
                <a:gd name="connsiteX6" fmla="*/ 479104 w 479104"/>
                <a:gd name="connsiteY6" fmla="*/ 137636 h 445103"/>
                <a:gd name="connsiteX7" fmla="*/ 401571 w 479104"/>
                <a:gd name="connsiteY7" fmla="*/ 27527 h 445103"/>
                <a:gd name="connsiteX8" fmla="*/ 404904 w 479104"/>
                <a:gd name="connsiteY8" fmla="*/ 98584 h 445103"/>
                <a:gd name="connsiteX9" fmla="*/ 463198 w 479104"/>
                <a:gd name="connsiteY9" fmla="*/ 155353 h 445103"/>
                <a:gd name="connsiteX10" fmla="*/ 479104 w 479104"/>
                <a:gd name="connsiteY10" fmla="*/ 137636 h 445103"/>
                <a:gd name="connsiteX11" fmla="*/ 479104 w 479104"/>
                <a:gd name="connsiteY11" fmla="*/ 137636 h 445103"/>
                <a:gd name="connsiteX12" fmla="*/ 36192 w 479104"/>
                <a:gd name="connsiteY12" fmla="*/ 0 h 445103"/>
                <a:gd name="connsiteX13" fmla="*/ 1902 w 479104"/>
                <a:gd name="connsiteY13" fmla="*/ 112681 h 445103"/>
                <a:gd name="connsiteX14" fmla="*/ 1140 w 479104"/>
                <a:gd name="connsiteY14" fmla="*/ 199835 h 445103"/>
                <a:gd name="connsiteX15" fmla="*/ 29239 w 479104"/>
                <a:gd name="connsiteY15" fmla="*/ 198311 h 445103"/>
                <a:gd name="connsiteX16" fmla="*/ 36192 w 479104"/>
                <a:gd name="connsiteY16" fmla="*/ 0 h 445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104" h="445103">
                  <a:moveTo>
                    <a:pt x="28476" y="278987"/>
                  </a:moveTo>
                  <a:cubicBezTo>
                    <a:pt x="18570" y="280416"/>
                    <a:pt x="9236" y="281749"/>
                    <a:pt x="473" y="282893"/>
                  </a:cubicBezTo>
                  <a:cubicBezTo>
                    <a:pt x="-3" y="353473"/>
                    <a:pt x="-99" y="406337"/>
                    <a:pt x="92" y="441484"/>
                  </a:cubicBezTo>
                  <a:cubicBezTo>
                    <a:pt x="9998" y="442722"/>
                    <a:pt x="19714" y="443960"/>
                    <a:pt x="29239" y="445103"/>
                  </a:cubicBezTo>
                  <a:cubicBezTo>
                    <a:pt x="28476" y="386048"/>
                    <a:pt x="28191" y="330708"/>
                    <a:pt x="28476" y="278987"/>
                  </a:cubicBezTo>
                  <a:lnTo>
                    <a:pt x="28476" y="278987"/>
                  </a:lnTo>
                  <a:close/>
                  <a:moveTo>
                    <a:pt x="479104" y="137636"/>
                  </a:moveTo>
                  <a:cubicBezTo>
                    <a:pt x="451958" y="115062"/>
                    <a:pt x="426145" y="78296"/>
                    <a:pt x="401571" y="27527"/>
                  </a:cubicBezTo>
                  <a:cubicBezTo>
                    <a:pt x="404333" y="45148"/>
                    <a:pt x="405381" y="68866"/>
                    <a:pt x="404904" y="98584"/>
                  </a:cubicBezTo>
                  <a:cubicBezTo>
                    <a:pt x="425764" y="122777"/>
                    <a:pt x="445195" y="141732"/>
                    <a:pt x="463198" y="155353"/>
                  </a:cubicBezTo>
                  <a:cubicBezTo>
                    <a:pt x="468722" y="148971"/>
                    <a:pt x="474056" y="143065"/>
                    <a:pt x="479104" y="137636"/>
                  </a:cubicBezTo>
                  <a:lnTo>
                    <a:pt x="479104" y="137636"/>
                  </a:lnTo>
                  <a:close/>
                  <a:moveTo>
                    <a:pt x="36192" y="0"/>
                  </a:moveTo>
                  <a:cubicBezTo>
                    <a:pt x="24190" y="38481"/>
                    <a:pt x="12760" y="76010"/>
                    <a:pt x="1902" y="112681"/>
                  </a:cubicBezTo>
                  <a:cubicBezTo>
                    <a:pt x="1616" y="143637"/>
                    <a:pt x="1330" y="172593"/>
                    <a:pt x="1140" y="199835"/>
                  </a:cubicBezTo>
                  <a:cubicBezTo>
                    <a:pt x="9045" y="199072"/>
                    <a:pt x="18285" y="198596"/>
                    <a:pt x="29239" y="198311"/>
                  </a:cubicBezTo>
                  <a:cubicBezTo>
                    <a:pt x="30381" y="123158"/>
                    <a:pt x="32763" y="57150"/>
                    <a:pt x="36192" y="0"/>
                  </a:cubicBezTo>
                  <a:close/>
                </a:path>
              </a:pathLst>
            </a:custGeom>
            <a:solidFill>
              <a:srgbClr val="4F8ECC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5" name="任意多边形: 形状 54" descr="5fd17540-c513-4bdb-8aed-d88cc2a3ec2d">
              <a:extLst>
                <a:ext uri="{FF2B5EF4-FFF2-40B4-BE49-F238E27FC236}">
                  <a16:creationId xmlns:a16="http://schemas.microsoft.com/office/drawing/2014/main" id="{51E57730-1300-65E3-BF17-14B975FB17AC}"/>
                </a:ext>
              </a:extLst>
            </p:cNvPr>
            <p:cNvSpPr/>
            <p:nvPr/>
          </p:nvSpPr>
          <p:spPr>
            <a:xfrm>
              <a:off x="4913242" y="4768047"/>
              <a:ext cx="169307" cy="192429"/>
            </a:xfrm>
            <a:custGeom>
              <a:avLst/>
              <a:gdLst>
                <a:gd name="connsiteX0" fmla="*/ 65373 w 282673"/>
                <a:gd name="connsiteY0" fmla="*/ 0 h 321278"/>
                <a:gd name="connsiteX1" fmla="*/ 268256 w 282673"/>
                <a:gd name="connsiteY1" fmla="*/ 0 h 321278"/>
                <a:gd name="connsiteX2" fmla="*/ 282448 w 282673"/>
                <a:gd name="connsiteY2" fmla="*/ 16859 h 321278"/>
                <a:gd name="connsiteX3" fmla="*/ 236919 w 282673"/>
                <a:gd name="connsiteY3" fmla="*/ 304324 h 321278"/>
                <a:gd name="connsiteX4" fmla="*/ 217297 w 282673"/>
                <a:gd name="connsiteY4" fmla="*/ 321278 h 321278"/>
                <a:gd name="connsiteX5" fmla="*/ 14415 w 282673"/>
                <a:gd name="connsiteY5" fmla="*/ 321278 h 321278"/>
                <a:gd name="connsiteX6" fmla="*/ 222 w 282673"/>
                <a:gd name="connsiteY6" fmla="*/ 304324 h 321278"/>
                <a:gd name="connsiteX7" fmla="*/ 45752 w 282673"/>
                <a:gd name="connsiteY7" fmla="*/ 16859 h 321278"/>
                <a:gd name="connsiteX8" fmla="*/ 65278 w 282673"/>
                <a:gd name="connsiteY8" fmla="*/ 0 h 32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673" h="321278">
                  <a:moveTo>
                    <a:pt x="65373" y="0"/>
                  </a:moveTo>
                  <a:lnTo>
                    <a:pt x="268256" y="0"/>
                  </a:lnTo>
                  <a:cubicBezTo>
                    <a:pt x="277590" y="0"/>
                    <a:pt x="283972" y="7620"/>
                    <a:pt x="282448" y="16859"/>
                  </a:cubicBezTo>
                  <a:lnTo>
                    <a:pt x="236919" y="304324"/>
                  </a:lnTo>
                  <a:cubicBezTo>
                    <a:pt x="235395" y="313658"/>
                    <a:pt x="226632" y="321278"/>
                    <a:pt x="217297" y="321278"/>
                  </a:cubicBezTo>
                  <a:lnTo>
                    <a:pt x="14415" y="321278"/>
                  </a:lnTo>
                  <a:cubicBezTo>
                    <a:pt x="5176" y="321278"/>
                    <a:pt x="-1302" y="313658"/>
                    <a:pt x="222" y="304324"/>
                  </a:cubicBezTo>
                  <a:lnTo>
                    <a:pt x="45752" y="16859"/>
                  </a:lnTo>
                  <a:cubicBezTo>
                    <a:pt x="47181" y="7525"/>
                    <a:pt x="56039" y="0"/>
                    <a:pt x="65278" y="0"/>
                  </a:cubicBezTo>
                  <a:close/>
                </a:path>
              </a:pathLst>
            </a:custGeom>
            <a:solidFill>
              <a:srgbClr val="F57A4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6" name="任意多边形: 形状 55" descr="a121d801-69b6-4e89-823c-d5fd76397281">
              <a:extLst>
                <a:ext uri="{FF2B5EF4-FFF2-40B4-BE49-F238E27FC236}">
                  <a16:creationId xmlns:a16="http://schemas.microsoft.com/office/drawing/2014/main" id="{860EDB39-80A1-B3DA-FCE2-6246AF61E9A4}"/>
                </a:ext>
              </a:extLst>
            </p:cNvPr>
            <p:cNvSpPr/>
            <p:nvPr/>
          </p:nvSpPr>
          <p:spPr>
            <a:xfrm>
              <a:off x="4708632" y="4831430"/>
              <a:ext cx="268313" cy="76479"/>
            </a:xfrm>
            <a:custGeom>
              <a:avLst/>
              <a:gdLst>
                <a:gd name="connsiteX0" fmla="*/ 9033 w 447972"/>
                <a:gd name="connsiteY0" fmla="*/ 0 h 127689"/>
                <a:gd name="connsiteX1" fmla="*/ 3794 w 447972"/>
                <a:gd name="connsiteY1" fmla="*/ 111252 h 127689"/>
                <a:gd name="connsiteX2" fmla="*/ 341646 w 447972"/>
                <a:gd name="connsiteY2" fmla="*/ 87249 h 127689"/>
                <a:gd name="connsiteX3" fmla="*/ 392319 w 447972"/>
                <a:gd name="connsiteY3" fmla="*/ 98774 h 127689"/>
                <a:gd name="connsiteX4" fmla="*/ 443944 w 447972"/>
                <a:gd name="connsiteY4" fmla="*/ 61436 h 127689"/>
                <a:gd name="connsiteX5" fmla="*/ 439944 w 447972"/>
                <a:gd name="connsiteY5" fmla="*/ 16574 h 127689"/>
                <a:gd name="connsiteX6" fmla="*/ 360219 w 447972"/>
                <a:gd name="connsiteY6" fmla="*/ 44863 h 127689"/>
                <a:gd name="connsiteX7" fmla="*/ 364220 w 447972"/>
                <a:gd name="connsiteY7" fmla="*/ 0 h 127689"/>
                <a:gd name="connsiteX8" fmla="*/ 341646 w 447972"/>
                <a:gd name="connsiteY8" fmla="*/ 41720 h 127689"/>
                <a:gd name="connsiteX9" fmla="*/ 91043 w 447972"/>
                <a:gd name="connsiteY9" fmla="*/ 47530 h 127689"/>
                <a:gd name="connsiteX10" fmla="*/ 97901 w 447972"/>
                <a:gd name="connsiteY10" fmla="*/ 17812 h 127689"/>
                <a:gd name="connsiteX11" fmla="*/ 8937 w 447972"/>
                <a:gd name="connsiteY11" fmla="*/ 0 h 127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7972" h="127689">
                  <a:moveTo>
                    <a:pt x="9033" y="0"/>
                  </a:moveTo>
                  <a:cubicBezTo>
                    <a:pt x="270" y="35528"/>
                    <a:pt x="-3350" y="68104"/>
                    <a:pt x="3794" y="111252"/>
                  </a:cubicBezTo>
                  <a:cubicBezTo>
                    <a:pt x="25702" y="143066"/>
                    <a:pt x="114093" y="125254"/>
                    <a:pt x="341646" y="87249"/>
                  </a:cubicBezTo>
                  <a:cubicBezTo>
                    <a:pt x="349837" y="94774"/>
                    <a:pt x="366697" y="102108"/>
                    <a:pt x="392319" y="98774"/>
                  </a:cubicBezTo>
                  <a:cubicBezTo>
                    <a:pt x="416131" y="92869"/>
                    <a:pt x="417274" y="86582"/>
                    <a:pt x="443944" y="61436"/>
                  </a:cubicBezTo>
                  <a:cubicBezTo>
                    <a:pt x="450421" y="41815"/>
                    <a:pt x="449088" y="26861"/>
                    <a:pt x="439944" y="16574"/>
                  </a:cubicBezTo>
                  <a:cubicBezTo>
                    <a:pt x="409845" y="34290"/>
                    <a:pt x="394033" y="43720"/>
                    <a:pt x="360219" y="44863"/>
                  </a:cubicBezTo>
                  <a:cubicBezTo>
                    <a:pt x="369173" y="21622"/>
                    <a:pt x="370602" y="6668"/>
                    <a:pt x="364220" y="0"/>
                  </a:cubicBezTo>
                  <a:cubicBezTo>
                    <a:pt x="352695" y="9239"/>
                    <a:pt x="345170" y="23146"/>
                    <a:pt x="341646" y="41720"/>
                  </a:cubicBezTo>
                  <a:cubicBezTo>
                    <a:pt x="162290" y="33909"/>
                    <a:pt x="114951" y="34957"/>
                    <a:pt x="91043" y="47530"/>
                  </a:cubicBezTo>
                  <a:cubicBezTo>
                    <a:pt x="93615" y="36290"/>
                    <a:pt x="95901" y="26384"/>
                    <a:pt x="97901" y="17812"/>
                  </a:cubicBezTo>
                  <a:cubicBezTo>
                    <a:pt x="69993" y="8287"/>
                    <a:pt x="47228" y="2762"/>
                    <a:pt x="8937" y="0"/>
                  </a:cubicBezTo>
                  <a:close/>
                </a:path>
              </a:pathLst>
            </a:custGeom>
            <a:solidFill>
              <a:srgbClr val="FFB27D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7" name="任意多边形: 形状 56" descr="f545cde6-3505-4c88-870a-61f836aec0c1">
              <a:extLst>
                <a:ext uri="{FF2B5EF4-FFF2-40B4-BE49-F238E27FC236}">
                  <a16:creationId xmlns:a16="http://schemas.microsoft.com/office/drawing/2014/main" id="{AD12F7A1-1C47-4271-25CE-C34CC0802D40}"/>
                </a:ext>
              </a:extLst>
            </p:cNvPr>
            <p:cNvSpPr/>
            <p:nvPr/>
          </p:nvSpPr>
          <p:spPr>
            <a:xfrm>
              <a:off x="4774801" y="5663275"/>
              <a:ext cx="218444" cy="49901"/>
            </a:xfrm>
            <a:custGeom>
              <a:avLst/>
              <a:gdLst>
                <a:gd name="connsiteX0" fmla="*/ 288703 w 364712"/>
                <a:gd name="connsiteY0" fmla="*/ 5334 h 83314"/>
                <a:gd name="connsiteX1" fmla="*/ 289465 w 364712"/>
                <a:gd name="connsiteY1" fmla="*/ 46291 h 83314"/>
                <a:gd name="connsiteX2" fmla="*/ 364712 w 364712"/>
                <a:gd name="connsiteY2" fmla="*/ 41434 h 83314"/>
                <a:gd name="connsiteX3" fmla="*/ 352711 w 364712"/>
                <a:gd name="connsiteY3" fmla="*/ 0 h 83314"/>
                <a:gd name="connsiteX4" fmla="*/ 288607 w 364712"/>
                <a:gd name="connsiteY4" fmla="*/ 5334 h 83314"/>
                <a:gd name="connsiteX5" fmla="*/ 288607 w 364712"/>
                <a:gd name="connsiteY5" fmla="*/ 5334 h 83314"/>
                <a:gd name="connsiteX6" fmla="*/ 3238 w 364712"/>
                <a:gd name="connsiteY6" fmla="*/ 33338 h 83314"/>
                <a:gd name="connsiteX7" fmla="*/ 0 w 364712"/>
                <a:gd name="connsiteY7" fmla="*/ 62579 h 83314"/>
                <a:gd name="connsiteX8" fmla="*/ 45625 w 364712"/>
                <a:gd name="connsiteY8" fmla="*/ 80772 h 83314"/>
                <a:gd name="connsiteX9" fmla="*/ 73152 w 364712"/>
                <a:gd name="connsiteY9" fmla="*/ 77819 h 83314"/>
                <a:gd name="connsiteX10" fmla="*/ 63722 w 364712"/>
                <a:gd name="connsiteY10" fmla="*/ 27527 h 83314"/>
                <a:gd name="connsiteX11" fmla="*/ 3334 w 364712"/>
                <a:gd name="connsiteY11" fmla="*/ 33338 h 8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4712" h="83314">
                  <a:moveTo>
                    <a:pt x="288703" y="5334"/>
                  </a:moveTo>
                  <a:cubicBezTo>
                    <a:pt x="290512" y="20574"/>
                    <a:pt x="290798" y="34290"/>
                    <a:pt x="289465" y="46291"/>
                  </a:cubicBezTo>
                  <a:cubicBezTo>
                    <a:pt x="350711" y="72961"/>
                    <a:pt x="340328" y="42196"/>
                    <a:pt x="364712" y="41434"/>
                  </a:cubicBezTo>
                  <a:cubicBezTo>
                    <a:pt x="358616" y="30575"/>
                    <a:pt x="354616" y="16764"/>
                    <a:pt x="352711" y="0"/>
                  </a:cubicBezTo>
                  <a:cubicBezTo>
                    <a:pt x="326041" y="7620"/>
                    <a:pt x="310801" y="9334"/>
                    <a:pt x="288607" y="5334"/>
                  </a:cubicBezTo>
                  <a:lnTo>
                    <a:pt x="288607" y="5334"/>
                  </a:lnTo>
                  <a:close/>
                  <a:moveTo>
                    <a:pt x="3238" y="33338"/>
                  </a:moveTo>
                  <a:cubicBezTo>
                    <a:pt x="3238" y="44482"/>
                    <a:pt x="2191" y="54197"/>
                    <a:pt x="0" y="62579"/>
                  </a:cubicBezTo>
                  <a:cubicBezTo>
                    <a:pt x="16383" y="75533"/>
                    <a:pt x="35242" y="89059"/>
                    <a:pt x="45625" y="80772"/>
                  </a:cubicBezTo>
                  <a:cubicBezTo>
                    <a:pt x="50673" y="76771"/>
                    <a:pt x="63436" y="75629"/>
                    <a:pt x="73152" y="77819"/>
                  </a:cubicBezTo>
                  <a:cubicBezTo>
                    <a:pt x="69152" y="64484"/>
                    <a:pt x="66008" y="47625"/>
                    <a:pt x="63722" y="27527"/>
                  </a:cubicBezTo>
                  <a:cubicBezTo>
                    <a:pt x="42291" y="33338"/>
                    <a:pt x="25717" y="35242"/>
                    <a:pt x="3334" y="33338"/>
                  </a:cubicBezTo>
                  <a:close/>
                </a:path>
              </a:pathLst>
            </a:custGeom>
            <a:solidFill>
              <a:srgbClr val="FFB27D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8" name="任意多边形: 形状 57" descr="6d197ff5-de0a-4884-806f-ab955f4f87ee">
              <a:extLst>
                <a:ext uri="{FF2B5EF4-FFF2-40B4-BE49-F238E27FC236}">
                  <a16:creationId xmlns:a16="http://schemas.microsoft.com/office/drawing/2014/main" id="{100E98EF-957E-EB48-9683-7AE29A42D7B2}"/>
                </a:ext>
              </a:extLst>
            </p:cNvPr>
            <p:cNvSpPr/>
            <p:nvPr/>
          </p:nvSpPr>
          <p:spPr>
            <a:xfrm>
              <a:off x="4812540" y="4389238"/>
              <a:ext cx="221153" cy="144563"/>
            </a:xfrm>
            <a:custGeom>
              <a:avLst/>
              <a:gdLst>
                <a:gd name="connsiteX0" fmla="*/ 84819 w 369235"/>
                <a:gd name="connsiteY0" fmla="*/ 29810 h 241360"/>
                <a:gd name="connsiteX1" fmla="*/ 280558 w 369235"/>
                <a:gd name="connsiteY1" fmla="*/ 70291 h 241360"/>
                <a:gd name="connsiteX2" fmla="*/ 281796 w 369235"/>
                <a:gd name="connsiteY2" fmla="*/ 72482 h 241360"/>
                <a:gd name="connsiteX3" fmla="*/ 369236 w 369235"/>
                <a:gd name="connsiteY3" fmla="*/ 54860 h 241360"/>
                <a:gd name="connsiteX4" fmla="*/ 195690 w 369235"/>
                <a:gd name="connsiteY4" fmla="*/ 149158 h 241360"/>
                <a:gd name="connsiteX5" fmla="*/ 26431 w 369235"/>
                <a:gd name="connsiteY5" fmla="*/ 241360 h 241360"/>
                <a:gd name="connsiteX6" fmla="*/ 12715 w 369235"/>
                <a:gd name="connsiteY6" fmla="*/ 216214 h 241360"/>
                <a:gd name="connsiteX7" fmla="*/ 84914 w 369235"/>
                <a:gd name="connsiteY7" fmla="*/ 29715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235" h="241360">
                  <a:moveTo>
                    <a:pt x="84819" y="29810"/>
                  </a:moveTo>
                  <a:cubicBezTo>
                    <a:pt x="166163" y="-23435"/>
                    <a:pt x="240934" y="-2575"/>
                    <a:pt x="280558" y="70291"/>
                  </a:cubicBezTo>
                  <a:lnTo>
                    <a:pt x="281796" y="72482"/>
                  </a:lnTo>
                  <a:cubicBezTo>
                    <a:pt x="324183" y="54099"/>
                    <a:pt x="359425" y="48193"/>
                    <a:pt x="369236" y="54860"/>
                  </a:cubicBezTo>
                  <a:lnTo>
                    <a:pt x="195690" y="149158"/>
                  </a:lnTo>
                  <a:lnTo>
                    <a:pt x="26431" y="241360"/>
                  </a:lnTo>
                  <a:lnTo>
                    <a:pt x="12715" y="216214"/>
                  </a:lnTo>
                  <a:cubicBezTo>
                    <a:pt x="-21289" y="153825"/>
                    <a:pt x="16335" y="74673"/>
                    <a:pt x="84914" y="29715"/>
                  </a:cubicBezTo>
                  <a:close/>
                </a:path>
              </a:pathLst>
            </a:custGeom>
            <a:solidFill>
              <a:srgbClr val="FC977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59" name="任意多边形: 形状 58" descr="1ce8b985-1649-4f3e-8c59-1c6c79dc833c">
              <a:extLst>
                <a:ext uri="{FF2B5EF4-FFF2-40B4-BE49-F238E27FC236}">
                  <a16:creationId xmlns:a16="http://schemas.microsoft.com/office/drawing/2014/main" id="{38B680AE-0C9F-9D72-7CA2-B4CC6454FE3F}"/>
                </a:ext>
              </a:extLst>
            </p:cNvPr>
            <p:cNvSpPr/>
            <p:nvPr/>
          </p:nvSpPr>
          <p:spPr>
            <a:xfrm>
              <a:off x="4812572" y="4389197"/>
              <a:ext cx="168806" cy="136102"/>
            </a:xfrm>
            <a:custGeom>
              <a:avLst/>
              <a:gdLst>
                <a:gd name="connsiteX0" fmla="*/ 280599 w 281837"/>
                <a:gd name="connsiteY0" fmla="*/ 70358 h 227234"/>
                <a:gd name="connsiteX1" fmla="*/ 84860 w 281837"/>
                <a:gd name="connsiteY1" fmla="*/ 29877 h 227234"/>
                <a:gd name="connsiteX2" fmla="*/ 12661 w 281837"/>
                <a:gd name="connsiteY2" fmla="*/ 216377 h 227234"/>
                <a:gd name="connsiteX3" fmla="*/ 18566 w 281837"/>
                <a:gd name="connsiteY3" fmla="*/ 227235 h 227234"/>
                <a:gd name="connsiteX4" fmla="*/ 281837 w 281837"/>
                <a:gd name="connsiteY4" fmla="*/ 72644 h 227234"/>
                <a:gd name="connsiteX5" fmla="*/ 280599 w 281837"/>
                <a:gd name="connsiteY5" fmla="*/ 70454 h 227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837" h="227234">
                  <a:moveTo>
                    <a:pt x="280599" y="70358"/>
                  </a:moveTo>
                  <a:cubicBezTo>
                    <a:pt x="240880" y="-2603"/>
                    <a:pt x="166108" y="-23463"/>
                    <a:pt x="84860" y="29877"/>
                  </a:cubicBezTo>
                  <a:cubicBezTo>
                    <a:pt x="16375" y="74740"/>
                    <a:pt x="-21248" y="153893"/>
                    <a:pt x="12661" y="216377"/>
                  </a:cubicBezTo>
                  <a:lnTo>
                    <a:pt x="18566" y="227235"/>
                  </a:lnTo>
                  <a:lnTo>
                    <a:pt x="281837" y="72644"/>
                  </a:lnTo>
                  <a:lnTo>
                    <a:pt x="280599" y="70454"/>
                  </a:lnTo>
                  <a:close/>
                </a:path>
              </a:pathLst>
            </a:custGeom>
            <a:solidFill>
              <a:srgbClr val="F57A4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60" name="任意多边形: 形状 59" descr="3d655ce1-2e56-4059-9c36-e5cc1d6d6e66">
              <a:extLst>
                <a:ext uri="{FF2B5EF4-FFF2-40B4-BE49-F238E27FC236}">
                  <a16:creationId xmlns:a16="http://schemas.microsoft.com/office/drawing/2014/main" id="{9ADD3F5E-E3C3-A42E-4F23-ED45EF56C896}"/>
                </a:ext>
              </a:extLst>
            </p:cNvPr>
            <p:cNvSpPr/>
            <p:nvPr/>
          </p:nvSpPr>
          <p:spPr>
            <a:xfrm>
              <a:off x="4816276" y="4389254"/>
              <a:ext cx="165045" cy="76371"/>
            </a:xfrm>
            <a:custGeom>
              <a:avLst/>
              <a:gdLst>
                <a:gd name="connsiteX0" fmla="*/ 59722 w 275558"/>
                <a:gd name="connsiteY0" fmla="*/ 68644 h 127508"/>
                <a:gd name="connsiteX1" fmla="*/ 244126 w 275558"/>
                <a:gd name="connsiteY1" fmla="*/ 91028 h 127508"/>
                <a:gd name="connsiteX2" fmla="*/ 275558 w 275558"/>
                <a:gd name="connsiteY2" fmla="*/ 72549 h 127508"/>
                <a:gd name="connsiteX3" fmla="*/ 274320 w 275558"/>
                <a:gd name="connsiteY3" fmla="*/ 70358 h 127508"/>
                <a:gd name="connsiteX4" fmla="*/ 78581 w 275558"/>
                <a:gd name="connsiteY4" fmla="*/ 29877 h 127508"/>
                <a:gd name="connsiteX5" fmla="*/ 0 w 275558"/>
                <a:gd name="connsiteY5" fmla="*/ 127508 h 127508"/>
                <a:gd name="connsiteX6" fmla="*/ 59627 w 275558"/>
                <a:gd name="connsiteY6" fmla="*/ 68739 h 127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5558" h="127508">
                  <a:moveTo>
                    <a:pt x="59722" y="68644"/>
                  </a:moveTo>
                  <a:cubicBezTo>
                    <a:pt x="133731" y="20066"/>
                    <a:pt x="202501" y="33116"/>
                    <a:pt x="244126" y="91028"/>
                  </a:cubicBezTo>
                  <a:lnTo>
                    <a:pt x="275558" y="72549"/>
                  </a:lnTo>
                  <a:lnTo>
                    <a:pt x="274320" y="70358"/>
                  </a:lnTo>
                  <a:cubicBezTo>
                    <a:pt x="234601" y="-2603"/>
                    <a:pt x="159829" y="-23463"/>
                    <a:pt x="78581" y="29877"/>
                  </a:cubicBezTo>
                  <a:cubicBezTo>
                    <a:pt x="40672" y="54737"/>
                    <a:pt x="12097" y="90266"/>
                    <a:pt x="0" y="127508"/>
                  </a:cubicBezTo>
                  <a:cubicBezTo>
                    <a:pt x="14669" y="105125"/>
                    <a:pt x="35243" y="84741"/>
                    <a:pt x="59627" y="68739"/>
                  </a:cubicBezTo>
                  <a:close/>
                </a:path>
              </a:pathLst>
            </a:custGeom>
            <a:solidFill>
              <a:srgbClr val="FC977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4" name="任意多边形: 形状 43" descr="0ff9f549-69db-44cb-ae25-493e33e99f0d">
              <a:extLst>
                <a:ext uri="{FF2B5EF4-FFF2-40B4-BE49-F238E27FC236}">
                  <a16:creationId xmlns:a16="http://schemas.microsoft.com/office/drawing/2014/main" id="{277E483B-8149-CE5F-5253-B45F802F17C4}"/>
                </a:ext>
              </a:extLst>
            </p:cNvPr>
            <p:cNvSpPr/>
            <p:nvPr/>
          </p:nvSpPr>
          <p:spPr>
            <a:xfrm>
              <a:off x="4931888" y="4521873"/>
              <a:ext cx="9642" cy="12329"/>
            </a:xfrm>
            <a:custGeom>
              <a:avLst/>
              <a:gdLst>
                <a:gd name="connsiteX0" fmla="*/ 7191 w 16097"/>
                <a:gd name="connsiteY0" fmla="*/ 6 h 20585"/>
                <a:gd name="connsiteX1" fmla="*/ 48 w 16097"/>
                <a:gd name="connsiteY1" fmla="*/ 10578 h 20585"/>
                <a:gd name="connsiteX2" fmla="*/ 8906 w 16097"/>
                <a:gd name="connsiteY2" fmla="*/ 20580 h 20585"/>
                <a:gd name="connsiteX3" fmla="*/ 16050 w 16097"/>
                <a:gd name="connsiteY3" fmla="*/ 10007 h 20585"/>
                <a:gd name="connsiteX4" fmla="*/ 7191 w 16097"/>
                <a:gd name="connsiteY4" fmla="*/ 6 h 2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7" h="20585">
                  <a:moveTo>
                    <a:pt x="7191" y="6"/>
                  </a:moveTo>
                  <a:cubicBezTo>
                    <a:pt x="2715" y="196"/>
                    <a:pt x="-429" y="4863"/>
                    <a:pt x="48" y="10578"/>
                  </a:cubicBezTo>
                  <a:cubicBezTo>
                    <a:pt x="524" y="16198"/>
                    <a:pt x="4524" y="20770"/>
                    <a:pt x="8906" y="20580"/>
                  </a:cubicBezTo>
                  <a:cubicBezTo>
                    <a:pt x="13383" y="20389"/>
                    <a:pt x="16526" y="15722"/>
                    <a:pt x="16050" y="10007"/>
                  </a:cubicBezTo>
                  <a:cubicBezTo>
                    <a:pt x="15573" y="4387"/>
                    <a:pt x="11573" y="-185"/>
                    <a:pt x="7191" y="6"/>
                  </a:cubicBez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5" name="任意多边形: 形状 44" descr="802fc535-f05a-4e20-809b-d1eabdb84b0a">
              <a:extLst>
                <a:ext uri="{FF2B5EF4-FFF2-40B4-BE49-F238E27FC236}">
                  <a16:creationId xmlns:a16="http://schemas.microsoft.com/office/drawing/2014/main" id="{3333E0C3-7ACE-B179-9D89-31372170EA0B}"/>
                </a:ext>
              </a:extLst>
            </p:cNvPr>
            <p:cNvSpPr/>
            <p:nvPr/>
          </p:nvSpPr>
          <p:spPr>
            <a:xfrm>
              <a:off x="4931946" y="4521876"/>
              <a:ext cx="9640" cy="12323"/>
            </a:xfrm>
            <a:custGeom>
              <a:avLst/>
              <a:gdLst>
                <a:gd name="connsiteX0" fmla="*/ 8905 w 16095"/>
                <a:gd name="connsiteY0" fmla="*/ 20574 h 20575"/>
                <a:gd name="connsiteX1" fmla="*/ 46 w 16095"/>
                <a:gd name="connsiteY1" fmla="*/ 10573 h 20575"/>
                <a:gd name="connsiteX2" fmla="*/ 7190 w 16095"/>
                <a:gd name="connsiteY2" fmla="*/ 0 h 20575"/>
                <a:gd name="connsiteX3" fmla="*/ 12238 w 16095"/>
                <a:gd name="connsiteY3" fmla="*/ 2000 h 20575"/>
                <a:gd name="connsiteX4" fmla="*/ 11667 w 16095"/>
                <a:gd name="connsiteY4" fmla="*/ 2000 h 20575"/>
                <a:gd name="connsiteX5" fmla="*/ 9286 w 16095"/>
                <a:gd name="connsiteY5" fmla="*/ 5334 h 20575"/>
                <a:gd name="connsiteX6" fmla="*/ 12238 w 16095"/>
                <a:gd name="connsiteY6" fmla="*/ 8572 h 20575"/>
                <a:gd name="connsiteX7" fmla="*/ 14525 w 16095"/>
                <a:gd name="connsiteY7" fmla="*/ 5143 h 20575"/>
                <a:gd name="connsiteX8" fmla="*/ 14525 w 16095"/>
                <a:gd name="connsiteY8" fmla="*/ 4763 h 20575"/>
                <a:gd name="connsiteX9" fmla="*/ 16049 w 16095"/>
                <a:gd name="connsiteY9" fmla="*/ 10001 h 20575"/>
                <a:gd name="connsiteX10" fmla="*/ 8905 w 16095"/>
                <a:gd name="connsiteY10" fmla="*/ 20574 h 2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095" h="20575">
                  <a:moveTo>
                    <a:pt x="8905" y="20574"/>
                  </a:moveTo>
                  <a:cubicBezTo>
                    <a:pt x="4428" y="20669"/>
                    <a:pt x="428" y="16288"/>
                    <a:pt x="46" y="10573"/>
                  </a:cubicBezTo>
                  <a:cubicBezTo>
                    <a:pt x="-430" y="4858"/>
                    <a:pt x="2809" y="190"/>
                    <a:pt x="7190" y="0"/>
                  </a:cubicBezTo>
                  <a:cubicBezTo>
                    <a:pt x="9095" y="0"/>
                    <a:pt x="10810" y="667"/>
                    <a:pt x="12238" y="2000"/>
                  </a:cubicBezTo>
                  <a:lnTo>
                    <a:pt x="11667" y="2000"/>
                  </a:lnTo>
                  <a:cubicBezTo>
                    <a:pt x="10238" y="2000"/>
                    <a:pt x="9191" y="3524"/>
                    <a:pt x="9286" y="5334"/>
                  </a:cubicBezTo>
                  <a:cubicBezTo>
                    <a:pt x="9476" y="7239"/>
                    <a:pt x="10715" y="8667"/>
                    <a:pt x="12238" y="8572"/>
                  </a:cubicBezTo>
                  <a:cubicBezTo>
                    <a:pt x="13667" y="8572"/>
                    <a:pt x="14620" y="6953"/>
                    <a:pt x="14525" y="5143"/>
                  </a:cubicBezTo>
                  <a:lnTo>
                    <a:pt x="14525" y="4763"/>
                  </a:lnTo>
                  <a:cubicBezTo>
                    <a:pt x="15382" y="6286"/>
                    <a:pt x="15858" y="8001"/>
                    <a:pt x="16049" y="10001"/>
                  </a:cubicBezTo>
                  <a:cubicBezTo>
                    <a:pt x="16525" y="15716"/>
                    <a:pt x="13286" y="20383"/>
                    <a:pt x="8905" y="20574"/>
                  </a:cubicBezTo>
                  <a:close/>
                </a:path>
              </a:pathLst>
            </a:custGeom>
            <a:solidFill>
              <a:srgbClr val="125AA3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37" name="任意多边形: 形状 36" descr="1c22644b-1b03-444a-bba9-4f07ed56e604">
              <a:extLst>
                <a:ext uri="{FF2B5EF4-FFF2-40B4-BE49-F238E27FC236}">
                  <a16:creationId xmlns:a16="http://schemas.microsoft.com/office/drawing/2014/main" id="{830855BF-F73B-3E3A-6319-B289B1EA62C7}"/>
                </a:ext>
              </a:extLst>
            </p:cNvPr>
            <p:cNvSpPr/>
            <p:nvPr/>
          </p:nvSpPr>
          <p:spPr>
            <a:xfrm>
              <a:off x="4909895" y="4512235"/>
              <a:ext cx="36854" cy="12779"/>
            </a:xfrm>
            <a:custGeom>
              <a:avLst/>
              <a:gdLst>
                <a:gd name="connsiteX0" fmla="*/ 56579 w 61531"/>
                <a:gd name="connsiteY0" fmla="*/ 7144 h 21335"/>
                <a:gd name="connsiteX1" fmla="*/ 57341 w 61531"/>
                <a:gd name="connsiteY1" fmla="*/ 7620 h 21335"/>
                <a:gd name="connsiteX2" fmla="*/ 55054 w 61531"/>
                <a:gd name="connsiteY2" fmla="*/ 4953 h 21335"/>
                <a:gd name="connsiteX3" fmla="*/ 56388 w 61531"/>
                <a:gd name="connsiteY3" fmla="*/ 5905 h 21335"/>
                <a:gd name="connsiteX4" fmla="*/ 57626 w 61531"/>
                <a:gd name="connsiteY4" fmla="*/ 7429 h 21335"/>
                <a:gd name="connsiteX5" fmla="*/ 57055 w 61531"/>
                <a:gd name="connsiteY5" fmla="*/ 5620 h 21335"/>
                <a:gd name="connsiteX6" fmla="*/ 58007 w 61531"/>
                <a:gd name="connsiteY6" fmla="*/ 7525 h 21335"/>
                <a:gd name="connsiteX7" fmla="*/ 56483 w 61531"/>
                <a:gd name="connsiteY7" fmla="*/ 3810 h 21335"/>
                <a:gd name="connsiteX8" fmla="*/ 58674 w 61531"/>
                <a:gd name="connsiteY8" fmla="*/ 7048 h 21335"/>
                <a:gd name="connsiteX9" fmla="*/ 58674 w 61531"/>
                <a:gd name="connsiteY9" fmla="*/ 5429 h 21335"/>
                <a:gd name="connsiteX10" fmla="*/ 59246 w 61531"/>
                <a:gd name="connsiteY10" fmla="*/ 7144 h 21335"/>
                <a:gd name="connsiteX11" fmla="*/ 59722 w 61531"/>
                <a:gd name="connsiteY11" fmla="*/ 6286 h 21335"/>
                <a:gd name="connsiteX12" fmla="*/ 59626 w 61531"/>
                <a:gd name="connsiteY12" fmla="*/ 7334 h 21335"/>
                <a:gd name="connsiteX13" fmla="*/ 61436 w 61531"/>
                <a:gd name="connsiteY13" fmla="*/ 2191 h 21335"/>
                <a:gd name="connsiteX14" fmla="*/ 60865 w 61531"/>
                <a:gd name="connsiteY14" fmla="*/ 4286 h 21335"/>
                <a:gd name="connsiteX15" fmla="*/ 60674 w 61531"/>
                <a:gd name="connsiteY15" fmla="*/ 1048 h 21335"/>
                <a:gd name="connsiteX16" fmla="*/ 60674 w 61531"/>
                <a:gd name="connsiteY16" fmla="*/ 3524 h 21335"/>
                <a:gd name="connsiteX17" fmla="*/ 60198 w 61531"/>
                <a:gd name="connsiteY17" fmla="*/ 5905 h 21335"/>
                <a:gd name="connsiteX18" fmla="*/ 59722 w 61531"/>
                <a:gd name="connsiteY18" fmla="*/ 1048 h 21335"/>
                <a:gd name="connsiteX19" fmla="*/ 59722 w 61531"/>
                <a:gd name="connsiteY19" fmla="*/ 1524 h 21335"/>
                <a:gd name="connsiteX20" fmla="*/ 60008 w 61531"/>
                <a:gd name="connsiteY20" fmla="*/ 4191 h 21335"/>
                <a:gd name="connsiteX21" fmla="*/ 58007 w 61531"/>
                <a:gd name="connsiteY21" fmla="*/ 286 h 21335"/>
                <a:gd name="connsiteX22" fmla="*/ 59055 w 61531"/>
                <a:gd name="connsiteY22" fmla="*/ 1905 h 21335"/>
                <a:gd name="connsiteX23" fmla="*/ 56674 w 61531"/>
                <a:gd name="connsiteY23" fmla="*/ 95 h 21335"/>
                <a:gd name="connsiteX24" fmla="*/ 58483 w 61531"/>
                <a:gd name="connsiteY24" fmla="*/ 1619 h 21335"/>
                <a:gd name="connsiteX25" fmla="*/ 59626 w 61531"/>
                <a:gd name="connsiteY25" fmla="*/ 4096 h 21335"/>
                <a:gd name="connsiteX26" fmla="*/ 54578 w 61531"/>
                <a:gd name="connsiteY26" fmla="*/ 0 h 21335"/>
                <a:gd name="connsiteX27" fmla="*/ 57245 w 61531"/>
                <a:gd name="connsiteY27" fmla="*/ 1810 h 21335"/>
                <a:gd name="connsiteX28" fmla="*/ 57245 w 61531"/>
                <a:gd name="connsiteY28" fmla="*/ 1810 h 21335"/>
                <a:gd name="connsiteX29" fmla="*/ 57245 w 61531"/>
                <a:gd name="connsiteY29" fmla="*/ 2096 h 21335"/>
                <a:gd name="connsiteX30" fmla="*/ 58483 w 61531"/>
                <a:gd name="connsiteY30" fmla="*/ 3334 h 21335"/>
                <a:gd name="connsiteX31" fmla="*/ 59055 w 61531"/>
                <a:gd name="connsiteY31" fmla="*/ 4286 h 21335"/>
                <a:gd name="connsiteX32" fmla="*/ 59341 w 61531"/>
                <a:gd name="connsiteY32" fmla="*/ 4858 h 21335"/>
                <a:gd name="connsiteX33" fmla="*/ 59341 w 61531"/>
                <a:gd name="connsiteY33" fmla="*/ 5143 h 21335"/>
                <a:gd name="connsiteX34" fmla="*/ 59341 w 61531"/>
                <a:gd name="connsiteY34" fmla="*/ 5334 h 21335"/>
                <a:gd name="connsiteX35" fmla="*/ 56197 w 61531"/>
                <a:gd name="connsiteY35" fmla="*/ 1810 h 21335"/>
                <a:gd name="connsiteX36" fmla="*/ 52197 w 61531"/>
                <a:gd name="connsiteY36" fmla="*/ 476 h 21335"/>
                <a:gd name="connsiteX37" fmla="*/ 52292 w 61531"/>
                <a:gd name="connsiteY37" fmla="*/ 476 h 21335"/>
                <a:gd name="connsiteX38" fmla="*/ 53245 w 61531"/>
                <a:gd name="connsiteY38" fmla="*/ 762 h 21335"/>
                <a:gd name="connsiteX39" fmla="*/ 58864 w 61531"/>
                <a:gd name="connsiteY39" fmla="*/ 5048 h 21335"/>
                <a:gd name="connsiteX40" fmla="*/ 58579 w 61531"/>
                <a:gd name="connsiteY40" fmla="*/ 4858 h 21335"/>
                <a:gd name="connsiteX41" fmla="*/ 58483 w 61531"/>
                <a:gd name="connsiteY41" fmla="*/ 4763 h 21335"/>
                <a:gd name="connsiteX42" fmla="*/ 56579 w 61531"/>
                <a:gd name="connsiteY42" fmla="*/ 2762 h 21335"/>
                <a:gd name="connsiteX43" fmla="*/ 54007 w 61531"/>
                <a:gd name="connsiteY43" fmla="*/ 1333 h 21335"/>
                <a:gd name="connsiteX44" fmla="*/ 48101 w 61531"/>
                <a:gd name="connsiteY44" fmla="*/ 762 h 21335"/>
                <a:gd name="connsiteX45" fmla="*/ 52102 w 61531"/>
                <a:gd name="connsiteY45" fmla="*/ 1143 h 21335"/>
                <a:gd name="connsiteX46" fmla="*/ 55721 w 61531"/>
                <a:gd name="connsiteY46" fmla="*/ 2762 h 21335"/>
                <a:gd name="connsiteX47" fmla="*/ 54292 w 61531"/>
                <a:gd name="connsiteY47" fmla="*/ 2381 h 21335"/>
                <a:gd name="connsiteX48" fmla="*/ 43625 w 61531"/>
                <a:gd name="connsiteY48" fmla="*/ 1143 h 21335"/>
                <a:gd name="connsiteX49" fmla="*/ 49435 w 61531"/>
                <a:gd name="connsiteY49" fmla="*/ 2096 h 21335"/>
                <a:gd name="connsiteX50" fmla="*/ 48292 w 61531"/>
                <a:gd name="connsiteY50" fmla="*/ 2096 h 21335"/>
                <a:gd name="connsiteX51" fmla="*/ 49244 w 61531"/>
                <a:gd name="connsiteY51" fmla="*/ 2381 h 21335"/>
                <a:gd name="connsiteX52" fmla="*/ 50197 w 61531"/>
                <a:gd name="connsiteY52" fmla="*/ 2667 h 21335"/>
                <a:gd name="connsiteX53" fmla="*/ 55245 w 61531"/>
                <a:gd name="connsiteY53" fmla="*/ 5810 h 21335"/>
                <a:gd name="connsiteX54" fmla="*/ 53816 w 61531"/>
                <a:gd name="connsiteY54" fmla="*/ 4858 h 21335"/>
                <a:gd name="connsiteX55" fmla="*/ 52197 w 61531"/>
                <a:gd name="connsiteY55" fmla="*/ 4000 h 21335"/>
                <a:gd name="connsiteX56" fmla="*/ 48958 w 61531"/>
                <a:gd name="connsiteY56" fmla="*/ 2667 h 21335"/>
                <a:gd name="connsiteX57" fmla="*/ 41910 w 61531"/>
                <a:gd name="connsiteY57" fmla="*/ 1333 h 21335"/>
                <a:gd name="connsiteX58" fmla="*/ 42958 w 61531"/>
                <a:gd name="connsiteY58" fmla="*/ 1810 h 21335"/>
                <a:gd name="connsiteX59" fmla="*/ 32575 w 61531"/>
                <a:gd name="connsiteY59" fmla="*/ 1524 h 21335"/>
                <a:gd name="connsiteX60" fmla="*/ 36671 w 61531"/>
                <a:gd name="connsiteY60" fmla="*/ 1810 h 21335"/>
                <a:gd name="connsiteX61" fmla="*/ 37909 w 61531"/>
                <a:gd name="connsiteY61" fmla="*/ 2096 h 21335"/>
                <a:gd name="connsiteX62" fmla="*/ 34195 w 61531"/>
                <a:gd name="connsiteY62" fmla="*/ 2000 h 21335"/>
                <a:gd name="connsiteX63" fmla="*/ 22574 w 61531"/>
                <a:gd name="connsiteY63" fmla="*/ 2572 h 21335"/>
                <a:gd name="connsiteX64" fmla="*/ 14192 w 61531"/>
                <a:gd name="connsiteY64" fmla="*/ 5239 h 21335"/>
                <a:gd name="connsiteX65" fmla="*/ 9430 w 61531"/>
                <a:gd name="connsiteY65" fmla="*/ 9144 h 21335"/>
                <a:gd name="connsiteX66" fmla="*/ 8287 w 61531"/>
                <a:gd name="connsiteY66" fmla="*/ 10573 h 21335"/>
                <a:gd name="connsiteX67" fmla="*/ 14097 w 61531"/>
                <a:gd name="connsiteY67" fmla="*/ 5810 h 21335"/>
                <a:gd name="connsiteX68" fmla="*/ 5334 w 61531"/>
                <a:gd name="connsiteY68" fmla="*/ 14954 h 21335"/>
                <a:gd name="connsiteX69" fmla="*/ 7620 w 61531"/>
                <a:gd name="connsiteY69" fmla="*/ 12382 h 21335"/>
                <a:gd name="connsiteX70" fmla="*/ 10192 w 61531"/>
                <a:gd name="connsiteY70" fmla="*/ 9811 h 21335"/>
                <a:gd name="connsiteX71" fmla="*/ 16478 w 61531"/>
                <a:gd name="connsiteY71" fmla="*/ 5334 h 21335"/>
                <a:gd name="connsiteX72" fmla="*/ 14097 w 61531"/>
                <a:gd name="connsiteY72" fmla="*/ 7239 h 21335"/>
                <a:gd name="connsiteX73" fmla="*/ 1619 w 61531"/>
                <a:gd name="connsiteY73" fmla="*/ 19240 h 21335"/>
                <a:gd name="connsiteX74" fmla="*/ 0 w 61531"/>
                <a:gd name="connsiteY74" fmla="*/ 21336 h 21335"/>
                <a:gd name="connsiteX75" fmla="*/ 2572 w 61531"/>
                <a:gd name="connsiteY75" fmla="*/ 18859 h 21335"/>
                <a:gd name="connsiteX76" fmla="*/ 11811 w 61531"/>
                <a:gd name="connsiteY76" fmla="*/ 11906 h 21335"/>
                <a:gd name="connsiteX77" fmla="*/ 2476 w 61531"/>
                <a:gd name="connsiteY77" fmla="*/ 19240 h 21335"/>
                <a:gd name="connsiteX78" fmla="*/ 8096 w 61531"/>
                <a:gd name="connsiteY78" fmla="*/ 15240 h 21335"/>
                <a:gd name="connsiteX79" fmla="*/ 14668 w 61531"/>
                <a:gd name="connsiteY79" fmla="*/ 11621 h 21335"/>
                <a:gd name="connsiteX80" fmla="*/ 2572 w 61531"/>
                <a:gd name="connsiteY80" fmla="*/ 19907 h 21335"/>
                <a:gd name="connsiteX81" fmla="*/ 5715 w 61531"/>
                <a:gd name="connsiteY81" fmla="*/ 17812 h 21335"/>
                <a:gd name="connsiteX82" fmla="*/ 9144 w 61531"/>
                <a:gd name="connsiteY82" fmla="*/ 15716 h 21335"/>
                <a:gd name="connsiteX83" fmla="*/ 16669 w 61531"/>
                <a:gd name="connsiteY83" fmla="*/ 12382 h 21335"/>
                <a:gd name="connsiteX84" fmla="*/ 27146 w 61531"/>
                <a:gd name="connsiteY84" fmla="*/ 10573 h 21335"/>
                <a:gd name="connsiteX85" fmla="*/ 30480 w 61531"/>
                <a:gd name="connsiteY85" fmla="*/ 10382 h 21335"/>
                <a:gd name="connsiteX86" fmla="*/ 27527 w 61531"/>
                <a:gd name="connsiteY86" fmla="*/ 10382 h 21335"/>
                <a:gd name="connsiteX87" fmla="*/ 21336 w 61531"/>
                <a:gd name="connsiteY87" fmla="*/ 10954 h 21335"/>
                <a:gd name="connsiteX88" fmla="*/ 18193 w 61531"/>
                <a:gd name="connsiteY88" fmla="*/ 11525 h 21335"/>
                <a:gd name="connsiteX89" fmla="*/ 24575 w 61531"/>
                <a:gd name="connsiteY89" fmla="*/ 9811 h 21335"/>
                <a:gd name="connsiteX90" fmla="*/ 24289 w 61531"/>
                <a:gd name="connsiteY90" fmla="*/ 9811 h 21335"/>
                <a:gd name="connsiteX91" fmla="*/ 24003 w 61531"/>
                <a:gd name="connsiteY91" fmla="*/ 9811 h 21335"/>
                <a:gd name="connsiteX92" fmla="*/ 29146 w 61531"/>
                <a:gd name="connsiteY92" fmla="*/ 9620 h 21335"/>
                <a:gd name="connsiteX93" fmla="*/ 33814 w 61531"/>
                <a:gd name="connsiteY93" fmla="*/ 10382 h 21335"/>
                <a:gd name="connsiteX94" fmla="*/ 32766 w 61531"/>
                <a:gd name="connsiteY94" fmla="*/ 9811 h 21335"/>
                <a:gd name="connsiteX95" fmla="*/ 36290 w 61531"/>
                <a:gd name="connsiteY95" fmla="*/ 10096 h 21335"/>
                <a:gd name="connsiteX96" fmla="*/ 31813 w 61531"/>
                <a:gd name="connsiteY96" fmla="*/ 9239 h 21335"/>
                <a:gd name="connsiteX97" fmla="*/ 34766 w 61531"/>
                <a:gd name="connsiteY97" fmla="*/ 9525 h 21335"/>
                <a:gd name="connsiteX98" fmla="*/ 38957 w 61531"/>
                <a:gd name="connsiteY98" fmla="*/ 10001 h 21335"/>
                <a:gd name="connsiteX99" fmla="*/ 43434 w 61531"/>
                <a:gd name="connsiteY99" fmla="*/ 10001 h 21335"/>
                <a:gd name="connsiteX100" fmla="*/ 40862 w 61531"/>
                <a:gd name="connsiteY100" fmla="*/ 9525 h 21335"/>
                <a:gd name="connsiteX101" fmla="*/ 38481 w 61531"/>
                <a:gd name="connsiteY101" fmla="*/ 9049 h 21335"/>
                <a:gd name="connsiteX102" fmla="*/ 37243 w 61531"/>
                <a:gd name="connsiteY102" fmla="*/ 8763 h 21335"/>
                <a:gd name="connsiteX103" fmla="*/ 33718 w 61531"/>
                <a:gd name="connsiteY103" fmla="*/ 7906 h 21335"/>
                <a:gd name="connsiteX104" fmla="*/ 23431 w 61531"/>
                <a:gd name="connsiteY104" fmla="*/ 7620 h 21335"/>
                <a:gd name="connsiteX105" fmla="*/ 34100 w 61531"/>
                <a:gd name="connsiteY105" fmla="*/ 7620 h 21335"/>
                <a:gd name="connsiteX106" fmla="*/ 39052 w 61531"/>
                <a:gd name="connsiteY106" fmla="*/ 8763 h 21335"/>
                <a:gd name="connsiteX107" fmla="*/ 40291 w 61531"/>
                <a:gd name="connsiteY107" fmla="*/ 9049 h 21335"/>
                <a:gd name="connsiteX108" fmla="*/ 44005 w 61531"/>
                <a:gd name="connsiteY108" fmla="*/ 9715 h 21335"/>
                <a:gd name="connsiteX109" fmla="*/ 44005 w 61531"/>
                <a:gd name="connsiteY109" fmla="*/ 9430 h 21335"/>
                <a:gd name="connsiteX110" fmla="*/ 43910 w 61531"/>
                <a:gd name="connsiteY110" fmla="*/ 9430 h 21335"/>
                <a:gd name="connsiteX111" fmla="*/ 43910 w 61531"/>
                <a:gd name="connsiteY111" fmla="*/ 9430 h 21335"/>
                <a:gd name="connsiteX112" fmla="*/ 43910 w 61531"/>
                <a:gd name="connsiteY112" fmla="*/ 9430 h 21335"/>
                <a:gd name="connsiteX113" fmla="*/ 46196 w 61531"/>
                <a:gd name="connsiteY113" fmla="*/ 9906 h 21335"/>
                <a:gd name="connsiteX114" fmla="*/ 40862 w 61531"/>
                <a:gd name="connsiteY114" fmla="*/ 7429 h 21335"/>
                <a:gd name="connsiteX115" fmla="*/ 44101 w 61531"/>
                <a:gd name="connsiteY115" fmla="*/ 8667 h 21335"/>
                <a:gd name="connsiteX116" fmla="*/ 45149 w 61531"/>
                <a:gd name="connsiteY116" fmla="*/ 9049 h 21335"/>
                <a:gd name="connsiteX117" fmla="*/ 41148 w 61531"/>
                <a:gd name="connsiteY117" fmla="*/ 6286 h 21335"/>
                <a:gd name="connsiteX118" fmla="*/ 39719 w 61531"/>
                <a:gd name="connsiteY118" fmla="*/ 5715 h 21335"/>
                <a:gd name="connsiteX119" fmla="*/ 43339 w 61531"/>
                <a:gd name="connsiteY119" fmla="*/ 7048 h 21335"/>
                <a:gd name="connsiteX120" fmla="*/ 46101 w 61531"/>
                <a:gd name="connsiteY120" fmla="*/ 9239 h 21335"/>
                <a:gd name="connsiteX121" fmla="*/ 46292 w 61531"/>
                <a:gd name="connsiteY121" fmla="*/ 9430 h 21335"/>
                <a:gd name="connsiteX122" fmla="*/ 46577 w 61531"/>
                <a:gd name="connsiteY122" fmla="*/ 9430 h 21335"/>
                <a:gd name="connsiteX123" fmla="*/ 45244 w 61531"/>
                <a:gd name="connsiteY123" fmla="*/ 7810 h 21335"/>
                <a:gd name="connsiteX124" fmla="*/ 47339 w 61531"/>
                <a:gd name="connsiteY124" fmla="*/ 9811 h 21335"/>
                <a:gd name="connsiteX125" fmla="*/ 45815 w 61531"/>
                <a:gd name="connsiteY125" fmla="*/ 7525 h 21335"/>
                <a:gd name="connsiteX126" fmla="*/ 46577 w 61531"/>
                <a:gd name="connsiteY126" fmla="*/ 7906 h 21335"/>
                <a:gd name="connsiteX127" fmla="*/ 40672 w 61531"/>
                <a:gd name="connsiteY127" fmla="*/ 4477 h 21335"/>
                <a:gd name="connsiteX128" fmla="*/ 46768 w 61531"/>
                <a:gd name="connsiteY128" fmla="*/ 7429 h 21335"/>
                <a:gd name="connsiteX129" fmla="*/ 48482 w 61531"/>
                <a:gd name="connsiteY129" fmla="*/ 9334 h 21335"/>
                <a:gd name="connsiteX130" fmla="*/ 47720 w 61531"/>
                <a:gd name="connsiteY130" fmla="*/ 8001 h 21335"/>
                <a:gd name="connsiteX131" fmla="*/ 47720 w 61531"/>
                <a:gd name="connsiteY131" fmla="*/ 8001 h 21335"/>
                <a:gd name="connsiteX132" fmla="*/ 48577 w 61531"/>
                <a:gd name="connsiteY132" fmla="*/ 8763 h 21335"/>
                <a:gd name="connsiteX133" fmla="*/ 45434 w 61531"/>
                <a:gd name="connsiteY133" fmla="*/ 5334 h 21335"/>
                <a:gd name="connsiteX134" fmla="*/ 46768 w 61531"/>
                <a:gd name="connsiteY134" fmla="*/ 5905 h 21335"/>
                <a:gd name="connsiteX135" fmla="*/ 47911 w 61531"/>
                <a:gd name="connsiteY135" fmla="*/ 6858 h 21335"/>
                <a:gd name="connsiteX136" fmla="*/ 49911 w 61531"/>
                <a:gd name="connsiteY136" fmla="*/ 9430 h 21335"/>
                <a:gd name="connsiteX137" fmla="*/ 49244 w 61531"/>
                <a:gd name="connsiteY137" fmla="*/ 7810 h 21335"/>
                <a:gd name="connsiteX138" fmla="*/ 49625 w 61531"/>
                <a:gd name="connsiteY138" fmla="*/ 7906 h 21335"/>
                <a:gd name="connsiteX139" fmla="*/ 50959 w 61531"/>
                <a:gd name="connsiteY139" fmla="*/ 9239 h 21335"/>
                <a:gd name="connsiteX140" fmla="*/ 50578 w 61531"/>
                <a:gd name="connsiteY140" fmla="*/ 8191 h 21335"/>
                <a:gd name="connsiteX141" fmla="*/ 51435 w 61531"/>
                <a:gd name="connsiteY141" fmla="*/ 9144 h 21335"/>
                <a:gd name="connsiteX142" fmla="*/ 50387 w 61531"/>
                <a:gd name="connsiteY142" fmla="*/ 6858 h 21335"/>
                <a:gd name="connsiteX143" fmla="*/ 51816 w 61531"/>
                <a:gd name="connsiteY143" fmla="*/ 8667 h 21335"/>
                <a:gd name="connsiteX144" fmla="*/ 51435 w 61531"/>
                <a:gd name="connsiteY144" fmla="*/ 7334 h 21335"/>
                <a:gd name="connsiteX145" fmla="*/ 52388 w 61531"/>
                <a:gd name="connsiteY145" fmla="*/ 8096 h 21335"/>
                <a:gd name="connsiteX146" fmla="*/ 53150 w 61531"/>
                <a:gd name="connsiteY146" fmla="*/ 8858 h 21335"/>
                <a:gd name="connsiteX147" fmla="*/ 51721 w 61531"/>
                <a:gd name="connsiteY147" fmla="*/ 6858 h 21335"/>
                <a:gd name="connsiteX148" fmla="*/ 54007 w 61531"/>
                <a:gd name="connsiteY148" fmla="*/ 8954 h 21335"/>
                <a:gd name="connsiteX149" fmla="*/ 51911 w 61531"/>
                <a:gd name="connsiteY149" fmla="*/ 5905 h 21335"/>
                <a:gd name="connsiteX150" fmla="*/ 54483 w 61531"/>
                <a:gd name="connsiteY150" fmla="*/ 8858 h 21335"/>
                <a:gd name="connsiteX151" fmla="*/ 54292 w 61531"/>
                <a:gd name="connsiteY151" fmla="*/ 7715 h 21335"/>
                <a:gd name="connsiteX152" fmla="*/ 54483 w 61531"/>
                <a:gd name="connsiteY152" fmla="*/ 7906 h 21335"/>
                <a:gd name="connsiteX153" fmla="*/ 55245 w 61531"/>
                <a:gd name="connsiteY153" fmla="*/ 8954 h 21335"/>
                <a:gd name="connsiteX154" fmla="*/ 54959 w 61531"/>
                <a:gd name="connsiteY154" fmla="*/ 7525 h 21335"/>
                <a:gd name="connsiteX155" fmla="*/ 55912 w 61531"/>
                <a:gd name="connsiteY155" fmla="*/ 8858 h 21335"/>
                <a:gd name="connsiteX156" fmla="*/ 55435 w 61531"/>
                <a:gd name="connsiteY156" fmla="*/ 7048 h 21335"/>
                <a:gd name="connsiteX157" fmla="*/ 55721 w 61531"/>
                <a:gd name="connsiteY157" fmla="*/ 7239 h 21335"/>
                <a:gd name="connsiteX158" fmla="*/ 56864 w 61531"/>
                <a:gd name="connsiteY158" fmla="*/ 8477 h 21335"/>
                <a:gd name="connsiteX159" fmla="*/ 56293 w 61531"/>
                <a:gd name="connsiteY159" fmla="*/ 7429 h 21335"/>
                <a:gd name="connsiteX160" fmla="*/ 56579 w 61531"/>
                <a:gd name="connsiteY160" fmla="*/ 7429 h 21335"/>
                <a:gd name="connsiteX161" fmla="*/ 57150 w 61531"/>
                <a:gd name="connsiteY161" fmla="*/ 7810 h 2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61531" h="21335">
                  <a:moveTo>
                    <a:pt x="56579" y="7144"/>
                  </a:moveTo>
                  <a:cubicBezTo>
                    <a:pt x="56579" y="7144"/>
                    <a:pt x="57055" y="7429"/>
                    <a:pt x="57341" y="7620"/>
                  </a:cubicBezTo>
                  <a:cubicBezTo>
                    <a:pt x="56959" y="6763"/>
                    <a:pt x="55626" y="5620"/>
                    <a:pt x="55054" y="4953"/>
                  </a:cubicBezTo>
                  <a:cubicBezTo>
                    <a:pt x="55531" y="5239"/>
                    <a:pt x="55817" y="5334"/>
                    <a:pt x="56388" y="5905"/>
                  </a:cubicBezTo>
                  <a:cubicBezTo>
                    <a:pt x="56864" y="6382"/>
                    <a:pt x="57150" y="6858"/>
                    <a:pt x="57626" y="7429"/>
                  </a:cubicBezTo>
                  <a:cubicBezTo>
                    <a:pt x="57626" y="6667"/>
                    <a:pt x="57245" y="6286"/>
                    <a:pt x="57055" y="5620"/>
                  </a:cubicBezTo>
                  <a:cubicBezTo>
                    <a:pt x="57436" y="6096"/>
                    <a:pt x="57817" y="6953"/>
                    <a:pt x="58007" y="7525"/>
                  </a:cubicBezTo>
                  <a:cubicBezTo>
                    <a:pt x="57626" y="5429"/>
                    <a:pt x="57531" y="5620"/>
                    <a:pt x="56483" y="3810"/>
                  </a:cubicBezTo>
                  <a:cubicBezTo>
                    <a:pt x="57436" y="4286"/>
                    <a:pt x="58388" y="6001"/>
                    <a:pt x="58674" y="7048"/>
                  </a:cubicBezTo>
                  <a:cubicBezTo>
                    <a:pt x="58864" y="6572"/>
                    <a:pt x="58674" y="6001"/>
                    <a:pt x="58674" y="5429"/>
                  </a:cubicBezTo>
                  <a:cubicBezTo>
                    <a:pt x="59150" y="6096"/>
                    <a:pt x="59246" y="6382"/>
                    <a:pt x="59246" y="7144"/>
                  </a:cubicBezTo>
                  <a:lnTo>
                    <a:pt x="59722" y="6286"/>
                  </a:lnTo>
                  <a:cubicBezTo>
                    <a:pt x="59722" y="6763"/>
                    <a:pt x="59626" y="6953"/>
                    <a:pt x="59626" y="7334"/>
                  </a:cubicBezTo>
                  <a:cubicBezTo>
                    <a:pt x="60484" y="6382"/>
                    <a:pt x="61913" y="3524"/>
                    <a:pt x="61436" y="2191"/>
                  </a:cubicBezTo>
                  <a:cubicBezTo>
                    <a:pt x="61436" y="2762"/>
                    <a:pt x="61150" y="3905"/>
                    <a:pt x="60865" y="4286"/>
                  </a:cubicBezTo>
                  <a:cubicBezTo>
                    <a:pt x="60865" y="3238"/>
                    <a:pt x="61055" y="2191"/>
                    <a:pt x="60674" y="1048"/>
                  </a:cubicBezTo>
                  <a:cubicBezTo>
                    <a:pt x="60484" y="1810"/>
                    <a:pt x="60674" y="2762"/>
                    <a:pt x="60674" y="3524"/>
                  </a:cubicBezTo>
                  <a:cubicBezTo>
                    <a:pt x="60674" y="4381"/>
                    <a:pt x="60388" y="5334"/>
                    <a:pt x="60198" y="5905"/>
                  </a:cubicBezTo>
                  <a:cubicBezTo>
                    <a:pt x="60198" y="4191"/>
                    <a:pt x="60484" y="2762"/>
                    <a:pt x="59722" y="1048"/>
                  </a:cubicBezTo>
                  <a:lnTo>
                    <a:pt x="59722" y="1524"/>
                  </a:lnTo>
                  <a:cubicBezTo>
                    <a:pt x="59817" y="2381"/>
                    <a:pt x="60008" y="3334"/>
                    <a:pt x="60008" y="4191"/>
                  </a:cubicBezTo>
                  <a:cubicBezTo>
                    <a:pt x="59531" y="2667"/>
                    <a:pt x="59436" y="1238"/>
                    <a:pt x="58007" y="286"/>
                  </a:cubicBezTo>
                  <a:cubicBezTo>
                    <a:pt x="58388" y="857"/>
                    <a:pt x="58769" y="1238"/>
                    <a:pt x="59055" y="1905"/>
                  </a:cubicBezTo>
                  <a:cubicBezTo>
                    <a:pt x="58198" y="1333"/>
                    <a:pt x="57721" y="0"/>
                    <a:pt x="56674" y="95"/>
                  </a:cubicBezTo>
                  <a:cubicBezTo>
                    <a:pt x="57245" y="571"/>
                    <a:pt x="57817" y="857"/>
                    <a:pt x="58483" y="1619"/>
                  </a:cubicBezTo>
                  <a:cubicBezTo>
                    <a:pt x="58960" y="2191"/>
                    <a:pt x="59722" y="3238"/>
                    <a:pt x="59626" y="4096"/>
                  </a:cubicBezTo>
                  <a:cubicBezTo>
                    <a:pt x="58483" y="1429"/>
                    <a:pt x="56674" y="190"/>
                    <a:pt x="54578" y="0"/>
                  </a:cubicBezTo>
                  <a:cubicBezTo>
                    <a:pt x="55150" y="190"/>
                    <a:pt x="56959" y="1143"/>
                    <a:pt x="57245" y="1810"/>
                  </a:cubicBezTo>
                  <a:lnTo>
                    <a:pt x="57245" y="1810"/>
                  </a:lnTo>
                  <a:cubicBezTo>
                    <a:pt x="57245" y="2667"/>
                    <a:pt x="56959" y="1238"/>
                    <a:pt x="57245" y="2096"/>
                  </a:cubicBezTo>
                  <a:cubicBezTo>
                    <a:pt x="57721" y="2381"/>
                    <a:pt x="58198" y="2857"/>
                    <a:pt x="58483" y="3334"/>
                  </a:cubicBezTo>
                  <a:cubicBezTo>
                    <a:pt x="58769" y="3619"/>
                    <a:pt x="58960" y="3905"/>
                    <a:pt x="59055" y="4286"/>
                  </a:cubicBezTo>
                  <a:cubicBezTo>
                    <a:pt x="59055" y="4477"/>
                    <a:pt x="59341" y="4763"/>
                    <a:pt x="59341" y="4858"/>
                  </a:cubicBezTo>
                  <a:cubicBezTo>
                    <a:pt x="59341" y="5048"/>
                    <a:pt x="59341" y="5048"/>
                    <a:pt x="59341" y="5143"/>
                  </a:cubicBezTo>
                  <a:lnTo>
                    <a:pt x="59341" y="5334"/>
                  </a:lnTo>
                  <a:cubicBezTo>
                    <a:pt x="58483" y="3524"/>
                    <a:pt x="57626" y="2667"/>
                    <a:pt x="56197" y="1810"/>
                  </a:cubicBezTo>
                  <a:cubicBezTo>
                    <a:pt x="55340" y="1333"/>
                    <a:pt x="53340" y="476"/>
                    <a:pt x="52197" y="476"/>
                  </a:cubicBezTo>
                  <a:cubicBezTo>
                    <a:pt x="52197" y="476"/>
                    <a:pt x="52226" y="476"/>
                    <a:pt x="52292" y="476"/>
                  </a:cubicBezTo>
                  <a:lnTo>
                    <a:pt x="53245" y="762"/>
                  </a:lnTo>
                  <a:cubicBezTo>
                    <a:pt x="55531" y="1524"/>
                    <a:pt x="57817" y="2476"/>
                    <a:pt x="58864" y="5048"/>
                  </a:cubicBezTo>
                  <a:cubicBezTo>
                    <a:pt x="58674" y="4953"/>
                    <a:pt x="58864" y="5048"/>
                    <a:pt x="58579" y="4858"/>
                  </a:cubicBezTo>
                  <a:cubicBezTo>
                    <a:pt x="58579" y="4858"/>
                    <a:pt x="58550" y="4829"/>
                    <a:pt x="58483" y="4763"/>
                  </a:cubicBezTo>
                  <a:cubicBezTo>
                    <a:pt x="57912" y="4000"/>
                    <a:pt x="57341" y="3334"/>
                    <a:pt x="56579" y="2762"/>
                  </a:cubicBezTo>
                  <a:cubicBezTo>
                    <a:pt x="55721" y="2191"/>
                    <a:pt x="54769" y="1619"/>
                    <a:pt x="54007" y="1333"/>
                  </a:cubicBezTo>
                  <a:cubicBezTo>
                    <a:pt x="52959" y="952"/>
                    <a:pt x="49721" y="286"/>
                    <a:pt x="48101" y="762"/>
                  </a:cubicBezTo>
                  <a:cubicBezTo>
                    <a:pt x="48577" y="667"/>
                    <a:pt x="51625" y="1048"/>
                    <a:pt x="52102" y="1143"/>
                  </a:cubicBezTo>
                  <a:cubicBezTo>
                    <a:pt x="53245" y="1429"/>
                    <a:pt x="54769" y="1810"/>
                    <a:pt x="55721" y="2762"/>
                  </a:cubicBezTo>
                  <a:cubicBezTo>
                    <a:pt x="55245" y="2762"/>
                    <a:pt x="54674" y="2476"/>
                    <a:pt x="54292" y="2381"/>
                  </a:cubicBezTo>
                  <a:cubicBezTo>
                    <a:pt x="51340" y="1619"/>
                    <a:pt x="46387" y="571"/>
                    <a:pt x="43625" y="1143"/>
                  </a:cubicBezTo>
                  <a:cubicBezTo>
                    <a:pt x="45434" y="1143"/>
                    <a:pt x="48006" y="1619"/>
                    <a:pt x="49435" y="2096"/>
                  </a:cubicBezTo>
                  <a:lnTo>
                    <a:pt x="48292" y="2096"/>
                  </a:lnTo>
                  <a:cubicBezTo>
                    <a:pt x="48292" y="2096"/>
                    <a:pt x="48958" y="2286"/>
                    <a:pt x="49244" y="2381"/>
                  </a:cubicBezTo>
                  <a:cubicBezTo>
                    <a:pt x="49530" y="2381"/>
                    <a:pt x="49816" y="2572"/>
                    <a:pt x="50197" y="2667"/>
                  </a:cubicBezTo>
                  <a:cubicBezTo>
                    <a:pt x="51816" y="3238"/>
                    <a:pt x="54197" y="4381"/>
                    <a:pt x="55245" y="5810"/>
                  </a:cubicBezTo>
                  <a:cubicBezTo>
                    <a:pt x="54864" y="5524"/>
                    <a:pt x="54292" y="5143"/>
                    <a:pt x="53816" y="4858"/>
                  </a:cubicBezTo>
                  <a:cubicBezTo>
                    <a:pt x="53245" y="4572"/>
                    <a:pt x="52768" y="4286"/>
                    <a:pt x="52197" y="4000"/>
                  </a:cubicBezTo>
                  <a:cubicBezTo>
                    <a:pt x="51149" y="3524"/>
                    <a:pt x="50006" y="2953"/>
                    <a:pt x="48958" y="2667"/>
                  </a:cubicBezTo>
                  <a:cubicBezTo>
                    <a:pt x="46577" y="2000"/>
                    <a:pt x="44387" y="1429"/>
                    <a:pt x="41910" y="1333"/>
                  </a:cubicBezTo>
                  <a:cubicBezTo>
                    <a:pt x="42196" y="1333"/>
                    <a:pt x="42672" y="1429"/>
                    <a:pt x="42958" y="1810"/>
                  </a:cubicBezTo>
                  <a:cubicBezTo>
                    <a:pt x="40958" y="2000"/>
                    <a:pt x="37529" y="952"/>
                    <a:pt x="32575" y="1524"/>
                  </a:cubicBezTo>
                  <a:cubicBezTo>
                    <a:pt x="33718" y="1714"/>
                    <a:pt x="35433" y="1524"/>
                    <a:pt x="36671" y="1810"/>
                  </a:cubicBezTo>
                  <a:lnTo>
                    <a:pt x="37909" y="2096"/>
                  </a:lnTo>
                  <a:cubicBezTo>
                    <a:pt x="37243" y="2096"/>
                    <a:pt x="34957" y="2000"/>
                    <a:pt x="34195" y="2000"/>
                  </a:cubicBezTo>
                  <a:cubicBezTo>
                    <a:pt x="29908" y="1905"/>
                    <a:pt x="27146" y="1714"/>
                    <a:pt x="22574" y="2572"/>
                  </a:cubicBezTo>
                  <a:cubicBezTo>
                    <a:pt x="19621" y="3048"/>
                    <a:pt x="16954" y="3524"/>
                    <a:pt x="14192" y="5239"/>
                  </a:cubicBezTo>
                  <a:cubicBezTo>
                    <a:pt x="12383" y="6382"/>
                    <a:pt x="10763" y="7620"/>
                    <a:pt x="9430" y="9144"/>
                  </a:cubicBezTo>
                  <a:cubicBezTo>
                    <a:pt x="8954" y="9715"/>
                    <a:pt x="8763" y="10096"/>
                    <a:pt x="8287" y="10573"/>
                  </a:cubicBezTo>
                  <a:cubicBezTo>
                    <a:pt x="9430" y="9811"/>
                    <a:pt x="11525" y="6763"/>
                    <a:pt x="14097" y="5810"/>
                  </a:cubicBezTo>
                  <a:cubicBezTo>
                    <a:pt x="10477" y="8763"/>
                    <a:pt x="7620" y="11430"/>
                    <a:pt x="5334" y="14954"/>
                  </a:cubicBezTo>
                  <a:cubicBezTo>
                    <a:pt x="6001" y="14383"/>
                    <a:pt x="6953" y="13144"/>
                    <a:pt x="7620" y="12382"/>
                  </a:cubicBezTo>
                  <a:cubicBezTo>
                    <a:pt x="8477" y="11430"/>
                    <a:pt x="9334" y="10668"/>
                    <a:pt x="10192" y="9811"/>
                  </a:cubicBezTo>
                  <a:cubicBezTo>
                    <a:pt x="11716" y="8382"/>
                    <a:pt x="14288" y="6286"/>
                    <a:pt x="16478" y="5334"/>
                  </a:cubicBezTo>
                  <a:cubicBezTo>
                    <a:pt x="16002" y="5810"/>
                    <a:pt x="14764" y="6763"/>
                    <a:pt x="14097" y="7239"/>
                  </a:cubicBezTo>
                  <a:cubicBezTo>
                    <a:pt x="9620" y="10858"/>
                    <a:pt x="5429" y="14859"/>
                    <a:pt x="1619" y="19240"/>
                  </a:cubicBezTo>
                  <a:cubicBezTo>
                    <a:pt x="1238" y="19717"/>
                    <a:pt x="286" y="20955"/>
                    <a:pt x="0" y="21336"/>
                  </a:cubicBezTo>
                  <a:cubicBezTo>
                    <a:pt x="476" y="21050"/>
                    <a:pt x="2000" y="19336"/>
                    <a:pt x="2572" y="18859"/>
                  </a:cubicBezTo>
                  <a:cubicBezTo>
                    <a:pt x="5429" y="16097"/>
                    <a:pt x="8096" y="13621"/>
                    <a:pt x="11811" y="11906"/>
                  </a:cubicBezTo>
                  <a:cubicBezTo>
                    <a:pt x="10954" y="12859"/>
                    <a:pt x="4286" y="16859"/>
                    <a:pt x="2476" y="19240"/>
                  </a:cubicBezTo>
                  <a:lnTo>
                    <a:pt x="8096" y="15240"/>
                  </a:lnTo>
                  <a:cubicBezTo>
                    <a:pt x="9811" y="14097"/>
                    <a:pt x="12668" y="12192"/>
                    <a:pt x="14668" y="11621"/>
                  </a:cubicBezTo>
                  <a:cubicBezTo>
                    <a:pt x="12478" y="12478"/>
                    <a:pt x="4096" y="18002"/>
                    <a:pt x="2572" y="19907"/>
                  </a:cubicBezTo>
                  <a:cubicBezTo>
                    <a:pt x="3429" y="19431"/>
                    <a:pt x="4763" y="18383"/>
                    <a:pt x="5715" y="17812"/>
                  </a:cubicBezTo>
                  <a:cubicBezTo>
                    <a:pt x="6858" y="17050"/>
                    <a:pt x="8001" y="16383"/>
                    <a:pt x="9144" y="15716"/>
                  </a:cubicBezTo>
                  <a:cubicBezTo>
                    <a:pt x="11525" y="14383"/>
                    <a:pt x="14097" y="13144"/>
                    <a:pt x="16669" y="12382"/>
                  </a:cubicBezTo>
                  <a:cubicBezTo>
                    <a:pt x="20193" y="11239"/>
                    <a:pt x="23622" y="10763"/>
                    <a:pt x="27146" y="10573"/>
                  </a:cubicBezTo>
                  <a:cubicBezTo>
                    <a:pt x="28194" y="10573"/>
                    <a:pt x="29527" y="10573"/>
                    <a:pt x="30480" y="10382"/>
                  </a:cubicBezTo>
                  <a:cubicBezTo>
                    <a:pt x="29813" y="10096"/>
                    <a:pt x="28099" y="10382"/>
                    <a:pt x="27527" y="10382"/>
                  </a:cubicBezTo>
                  <a:cubicBezTo>
                    <a:pt x="25432" y="10382"/>
                    <a:pt x="23336" y="10573"/>
                    <a:pt x="21336" y="10954"/>
                  </a:cubicBezTo>
                  <a:cubicBezTo>
                    <a:pt x="20479" y="11049"/>
                    <a:pt x="18955" y="11525"/>
                    <a:pt x="18193" y="11525"/>
                  </a:cubicBezTo>
                  <a:cubicBezTo>
                    <a:pt x="20574" y="10477"/>
                    <a:pt x="22574" y="10477"/>
                    <a:pt x="24575" y="9811"/>
                  </a:cubicBezTo>
                  <a:cubicBezTo>
                    <a:pt x="24384" y="9811"/>
                    <a:pt x="24575" y="9811"/>
                    <a:pt x="24289" y="9811"/>
                  </a:cubicBezTo>
                  <a:cubicBezTo>
                    <a:pt x="24098" y="9811"/>
                    <a:pt x="24193" y="9811"/>
                    <a:pt x="24003" y="9811"/>
                  </a:cubicBezTo>
                  <a:cubicBezTo>
                    <a:pt x="25337" y="9525"/>
                    <a:pt x="27908" y="9525"/>
                    <a:pt x="29146" y="9620"/>
                  </a:cubicBezTo>
                  <a:cubicBezTo>
                    <a:pt x="30671" y="9715"/>
                    <a:pt x="33623" y="10382"/>
                    <a:pt x="33814" y="10382"/>
                  </a:cubicBezTo>
                  <a:cubicBezTo>
                    <a:pt x="33433" y="10192"/>
                    <a:pt x="33052" y="10096"/>
                    <a:pt x="32766" y="9811"/>
                  </a:cubicBezTo>
                  <a:lnTo>
                    <a:pt x="36290" y="10096"/>
                  </a:lnTo>
                  <a:lnTo>
                    <a:pt x="31813" y="9239"/>
                  </a:lnTo>
                  <a:cubicBezTo>
                    <a:pt x="32671" y="9239"/>
                    <a:pt x="33909" y="9430"/>
                    <a:pt x="34766" y="9525"/>
                  </a:cubicBezTo>
                  <a:cubicBezTo>
                    <a:pt x="35814" y="9525"/>
                    <a:pt x="38005" y="9811"/>
                    <a:pt x="38957" y="10001"/>
                  </a:cubicBezTo>
                  <a:cubicBezTo>
                    <a:pt x="40100" y="10287"/>
                    <a:pt x="42196" y="10192"/>
                    <a:pt x="43434" y="10001"/>
                  </a:cubicBezTo>
                  <a:cubicBezTo>
                    <a:pt x="42958" y="9811"/>
                    <a:pt x="41529" y="9715"/>
                    <a:pt x="40862" y="9525"/>
                  </a:cubicBezTo>
                  <a:lnTo>
                    <a:pt x="38481" y="9049"/>
                  </a:lnTo>
                  <a:cubicBezTo>
                    <a:pt x="38481" y="9049"/>
                    <a:pt x="37624" y="8954"/>
                    <a:pt x="37243" y="8763"/>
                  </a:cubicBezTo>
                  <a:cubicBezTo>
                    <a:pt x="36100" y="8382"/>
                    <a:pt x="34862" y="8191"/>
                    <a:pt x="33718" y="7906"/>
                  </a:cubicBezTo>
                  <a:cubicBezTo>
                    <a:pt x="31623" y="7429"/>
                    <a:pt x="25432" y="6667"/>
                    <a:pt x="23431" y="7620"/>
                  </a:cubicBezTo>
                  <a:cubicBezTo>
                    <a:pt x="26099" y="6286"/>
                    <a:pt x="32004" y="7048"/>
                    <a:pt x="34100" y="7620"/>
                  </a:cubicBezTo>
                  <a:lnTo>
                    <a:pt x="39052" y="8763"/>
                  </a:lnTo>
                  <a:cubicBezTo>
                    <a:pt x="39052" y="8763"/>
                    <a:pt x="39814" y="8954"/>
                    <a:pt x="40291" y="9049"/>
                  </a:cubicBezTo>
                  <a:cubicBezTo>
                    <a:pt x="41434" y="9334"/>
                    <a:pt x="42672" y="9620"/>
                    <a:pt x="44005" y="9715"/>
                  </a:cubicBezTo>
                  <a:lnTo>
                    <a:pt x="44005" y="9430"/>
                  </a:lnTo>
                  <a:cubicBezTo>
                    <a:pt x="44005" y="9430"/>
                    <a:pt x="43910" y="9430"/>
                    <a:pt x="43910" y="9430"/>
                  </a:cubicBezTo>
                  <a:lnTo>
                    <a:pt x="43910" y="9430"/>
                  </a:lnTo>
                  <a:cubicBezTo>
                    <a:pt x="43910" y="9430"/>
                    <a:pt x="43910" y="9430"/>
                    <a:pt x="43910" y="9430"/>
                  </a:cubicBezTo>
                  <a:cubicBezTo>
                    <a:pt x="44387" y="9620"/>
                    <a:pt x="45625" y="9906"/>
                    <a:pt x="46196" y="9906"/>
                  </a:cubicBezTo>
                  <a:cubicBezTo>
                    <a:pt x="44958" y="9049"/>
                    <a:pt x="42005" y="8572"/>
                    <a:pt x="40862" y="7429"/>
                  </a:cubicBezTo>
                  <a:cubicBezTo>
                    <a:pt x="41815" y="7620"/>
                    <a:pt x="43148" y="8191"/>
                    <a:pt x="44101" y="8667"/>
                  </a:cubicBezTo>
                  <a:cubicBezTo>
                    <a:pt x="44482" y="8858"/>
                    <a:pt x="44767" y="8954"/>
                    <a:pt x="45149" y="9049"/>
                  </a:cubicBezTo>
                  <a:cubicBezTo>
                    <a:pt x="44196" y="7810"/>
                    <a:pt x="42481" y="6953"/>
                    <a:pt x="41148" y="6286"/>
                  </a:cubicBezTo>
                  <a:lnTo>
                    <a:pt x="39719" y="5715"/>
                  </a:lnTo>
                  <a:cubicBezTo>
                    <a:pt x="40862" y="5715"/>
                    <a:pt x="42386" y="6477"/>
                    <a:pt x="43339" y="7048"/>
                  </a:cubicBezTo>
                  <a:cubicBezTo>
                    <a:pt x="44291" y="7715"/>
                    <a:pt x="45149" y="8477"/>
                    <a:pt x="46101" y="9239"/>
                  </a:cubicBezTo>
                  <a:cubicBezTo>
                    <a:pt x="46101" y="9239"/>
                    <a:pt x="46168" y="9306"/>
                    <a:pt x="46292" y="9430"/>
                  </a:cubicBezTo>
                  <a:cubicBezTo>
                    <a:pt x="46292" y="9430"/>
                    <a:pt x="46292" y="9430"/>
                    <a:pt x="46577" y="9430"/>
                  </a:cubicBezTo>
                  <a:lnTo>
                    <a:pt x="45244" y="7810"/>
                  </a:lnTo>
                  <a:cubicBezTo>
                    <a:pt x="45244" y="7810"/>
                    <a:pt x="47149" y="9334"/>
                    <a:pt x="47339" y="9811"/>
                  </a:cubicBezTo>
                  <a:cubicBezTo>
                    <a:pt x="47054" y="8858"/>
                    <a:pt x="46292" y="8287"/>
                    <a:pt x="45815" y="7525"/>
                  </a:cubicBezTo>
                  <a:lnTo>
                    <a:pt x="46577" y="7906"/>
                  </a:lnTo>
                  <a:cubicBezTo>
                    <a:pt x="45244" y="6286"/>
                    <a:pt x="42481" y="5429"/>
                    <a:pt x="40672" y="4477"/>
                  </a:cubicBezTo>
                  <a:cubicBezTo>
                    <a:pt x="42291" y="4477"/>
                    <a:pt x="45529" y="6096"/>
                    <a:pt x="46768" y="7429"/>
                  </a:cubicBezTo>
                  <a:cubicBezTo>
                    <a:pt x="47434" y="8001"/>
                    <a:pt x="47911" y="8858"/>
                    <a:pt x="48482" y="9334"/>
                  </a:cubicBezTo>
                  <a:lnTo>
                    <a:pt x="47720" y="8001"/>
                  </a:lnTo>
                  <a:cubicBezTo>
                    <a:pt x="47720" y="8001"/>
                    <a:pt x="47720" y="8001"/>
                    <a:pt x="47720" y="8001"/>
                  </a:cubicBezTo>
                  <a:lnTo>
                    <a:pt x="48577" y="8763"/>
                  </a:lnTo>
                  <a:cubicBezTo>
                    <a:pt x="47720" y="7048"/>
                    <a:pt x="46672" y="6286"/>
                    <a:pt x="45434" y="5334"/>
                  </a:cubicBezTo>
                  <a:cubicBezTo>
                    <a:pt x="45910" y="5334"/>
                    <a:pt x="46292" y="5620"/>
                    <a:pt x="46768" y="5905"/>
                  </a:cubicBezTo>
                  <a:cubicBezTo>
                    <a:pt x="47149" y="6191"/>
                    <a:pt x="47530" y="6477"/>
                    <a:pt x="47911" y="6858"/>
                  </a:cubicBezTo>
                  <a:cubicBezTo>
                    <a:pt x="48673" y="7620"/>
                    <a:pt x="49339" y="8477"/>
                    <a:pt x="49911" y="9430"/>
                  </a:cubicBezTo>
                  <a:cubicBezTo>
                    <a:pt x="49911" y="8954"/>
                    <a:pt x="49435" y="8287"/>
                    <a:pt x="49244" y="7810"/>
                  </a:cubicBezTo>
                  <a:cubicBezTo>
                    <a:pt x="49625" y="7810"/>
                    <a:pt x="49244" y="7810"/>
                    <a:pt x="49625" y="7906"/>
                  </a:cubicBezTo>
                  <a:cubicBezTo>
                    <a:pt x="50197" y="8191"/>
                    <a:pt x="50578" y="8763"/>
                    <a:pt x="50959" y="9239"/>
                  </a:cubicBezTo>
                  <a:lnTo>
                    <a:pt x="50578" y="8191"/>
                  </a:lnTo>
                  <a:lnTo>
                    <a:pt x="51435" y="9144"/>
                  </a:lnTo>
                  <a:cubicBezTo>
                    <a:pt x="51149" y="8191"/>
                    <a:pt x="50673" y="7715"/>
                    <a:pt x="50387" y="6858"/>
                  </a:cubicBezTo>
                  <a:cubicBezTo>
                    <a:pt x="51054" y="7144"/>
                    <a:pt x="51435" y="7906"/>
                    <a:pt x="51816" y="8667"/>
                  </a:cubicBezTo>
                  <a:cubicBezTo>
                    <a:pt x="51816" y="8287"/>
                    <a:pt x="51625" y="7810"/>
                    <a:pt x="51435" y="7334"/>
                  </a:cubicBezTo>
                  <a:lnTo>
                    <a:pt x="52388" y="8096"/>
                  </a:lnTo>
                  <a:cubicBezTo>
                    <a:pt x="52388" y="8096"/>
                    <a:pt x="52864" y="8667"/>
                    <a:pt x="53150" y="8858"/>
                  </a:cubicBezTo>
                  <a:cubicBezTo>
                    <a:pt x="52768" y="8001"/>
                    <a:pt x="52197" y="7525"/>
                    <a:pt x="51721" y="6858"/>
                  </a:cubicBezTo>
                  <a:cubicBezTo>
                    <a:pt x="52768" y="7334"/>
                    <a:pt x="53150" y="8096"/>
                    <a:pt x="54007" y="8954"/>
                  </a:cubicBezTo>
                  <a:cubicBezTo>
                    <a:pt x="53626" y="7906"/>
                    <a:pt x="52578" y="6382"/>
                    <a:pt x="51911" y="5905"/>
                  </a:cubicBezTo>
                  <a:cubicBezTo>
                    <a:pt x="52864" y="5905"/>
                    <a:pt x="53912" y="8287"/>
                    <a:pt x="54483" y="8858"/>
                  </a:cubicBezTo>
                  <a:lnTo>
                    <a:pt x="54292" y="7715"/>
                  </a:lnTo>
                  <a:cubicBezTo>
                    <a:pt x="54292" y="7715"/>
                    <a:pt x="54292" y="7715"/>
                    <a:pt x="54483" y="7906"/>
                  </a:cubicBezTo>
                  <a:lnTo>
                    <a:pt x="55245" y="8954"/>
                  </a:lnTo>
                  <a:lnTo>
                    <a:pt x="54959" y="7525"/>
                  </a:lnTo>
                  <a:cubicBezTo>
                    <a:pt x="54959" y="7525"/>
                    <a:pt x="55531" y="8287"/>
                    <a:pt x="55912" y="8858"/>
                  </a:cubicBezTo>
                  <a:cubicBezTo>
                    <a:pt x="55912" y="8858"/>
                    <a:pt x="55721" y="7715"/>
                    <a:pt x="55435" y="7048"/>
                  </a:cubicBezTo>
                  <a:cubicBezTo>
                    <a:pt x="55626" y="7048"/>
                    <a:pt x="55435" y="7048"/>
                    <a:pt x="55721" y="7239"/>
                  </a:cubicBezTo>
                  <a:cubicBezTo>
                    <a:pt x="56197" y="7525"/>
                    <a:pt x="56483" y="8096"/>
                    <a:pt x="56864" y="8477"/>
                  </a:cubicBezTo>
                  <a:lnTo>
                    <a:pt x="56293" y="7429"/>
                  </a:lnTo>
                  <a:cubicBezTo>
                    <a:pt x="56293" y="7429"/>
                    <a:pt x="56293" y="7429"/>
                    <a:pt x="56579" y="7429"/>
                  </a:cubicBezTo>
                  <a:lnTo>
                    <a:pt x="57150" y="7810"/>
                  </a:lnTo>
                  <a:close/>
                </a:path>
              </a:pathLst>
            </a:custGeom>
            <a:solidFill>
              <a:srgbClr val="125AA3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2" name="任意多边形: 形状 41" descr="9eebc874-d170-4e26-83b0-a6d12e858174">
              <a:extLst>
                <a:ext uri="{FF2B5EF4-FFF2-40B4-BE49-F238E27FC236}">
                  <a16:creationId xmlns:a16="http://schemas.microsoft.com/office/drawing/2014/main" id="{CF6A7BFA-BDD5-05DC-7DE7-B82FD0BECFA7}"/>
                </a:ext>
              </a:extLst>
            </p:cNvPr>
            <p:cNvSpPr/>
            <p:nvPr/>
          </p:nvSpPr>
          <p:spPr>
            <a:xfrm>
              <a:off x="4973703" y="4513661"/>
              <a:ext cx="9019" cy="12266"/>
            </a:xfrm>
            <a:custGeom>
              <a:avLst/>
              <a:gdLst>
                <a:gd name="connsiteX0" fmla="*/ 6624 w 15057"/>
                <a:gd name="connsiteY0" fmla="*/ 0 h 20478"/>
                <a:gd name="connsiteX1" fmla="*/ 15006 w 15057"/>
                <a:gd name="connsiteY1" fmla="*/ 10096 h 20478"/>
                <a:gd name="connsiteX2" fmla="*/ 8434 w 15057"/>
                <a:gd name="connsiteY2" fmla="*/ 20479 h 20478"/>
                <a:gd name="connsiteX3" fmla="*/ 52 w 15057"/>
                <a:gd name="connsiteY3" fmla="*/ 10382 h 20478"/>
                <a:gd name="connsiteX4" fmla="*/ 6529 w 15057"/>
                <a:gd name="connsiteY4" fmla="*/ 0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57" h="20478">
                  <a:moveTo>
                    <a:pt x="6624" y="0"/>
                  </a:moveTo>
                  <a:cubicBezTo>
                    <a:pt x="10720" y="0"/>
                    <a:pt x="14530" y="4477"/>
                    <a:pt x="15006" y="10096"/>
                  </a:cubicBezTo>
                  <a:cubicBezTo>
                    <a:pt x="15482" y="15716"/>
                    <a:pt x="12625" y="20479"/>
                    <a:pt x="8434" y="20479"/>
                  </a:cubicBezTo>
                  <a:cubicBezTo>
                    <a:pt x="4338" y="20479"/>
                    <a:pt x="623" y="16002"/>
                    <a:pt x="52" y="10382"/>
                  </a:cubicBezTo>
                  <a:cubicBezTo>
                    <a:pt x="-424" y="4763"/>
                    <a:pt x="2433" y="0"/>
                    <a:pt x="6529" y="0"/>
                  </a:cubicBezTo>
                  <a:close/>
                </a:path>
              </a:pathLst>
            </a:custGeom>
            <a:solidFill>
              <a:srgbClr val="BBDBFA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3" name="任意多边形: 形状 42" descr="9b6f503e-33a6-4444-8d28-08e9694b4625">
              <a:extLst>
                <a:ext uri="{FF2B5EF4-FFF2-40B4-BE49-F238E27FC236}">
                  <a16:creationId xmlns:a16="http://schemas.microsoft.com/office/drawing/2014/main" id="{D01B2797-BF2C-BA0E-470B-E3FEE6D19133}"/>
                </a:ext>
              </a:extLst>
            </p:cNvPr>
            <p:cNvSpPr/>
            <p:nvPr/>
          </p:nvSpPr>
          <p:spPr>
            <a:xfrm>
              <a:off x="4973748" y="4513660"/>
              <a:ext cx="8985" cy="12382"/>
            </a:xfrm>
            <a:custGeom>
              <a:avLst/>
              <a:gdLst>
                <a:gd name="connsiteX0" fmla="*/ 8454 w 15001"/>
                <a:gd name="connsiteY0" fmla="*/ 20480 h 20672"/>
                <a:gd name="connsiteX1" fmla="*/ 14930 w 15001"/>
                <a:gd name="connsiteY1" fmla="*/ 10098 h 20672"/>
                <a:gd name="connsiteX2" fmla="*/ 6549 w 15001"/>
                <a:gd name="connsiteY2" fmla="*/ 1 h 20672"/>
                <a:gd name="connsiteX3" fmla="*/ 2167 w 15001"/>
                <a:gd name="connsiteY3" fmla="*/ 2287 h 20672"/>
                <a:gd name="connsiteX4" fmla="*/ 2738 w 15001"/>
                <a:gd name="connsiteY4" fmla="*/ 2287 h 20672"/>
                <a:gd name="connsiteX5" fmla="*/ 5501 w 15001"/>
                <a:gd name="connsiteY5" fmla="*/ 5430 h 20672"/>
                <a:gd name="connsiteX6" fmla="*/ 3310 w 15001"/>
                <a:gd name="connsiteY6" fmla="*/ 8860 h 20672"/>
                <a:gd name="connsiteX7" fmla="*/ 643 w 15001"/>
                <a:gd name="connsiteY7" fmla="*/ 5621 h 20672"/>
                <a:gd name="connsiteX8" fmla="*/ 643 w 15001"/>
                <a:gd name="connsiteY8" fmla="*/ 5240 h 20672"/>
                <a:gd name="connsiteX9" fmla="*/ 71 w 15001"/>
                <a:gd name="connsiteY9" fmla="*/ 10574 h 20672"/>
                <a:gd name="connsiteX10" fmla="*/ 8454 w 15001"/>
                <a:gd name="connsiteY10" fmla="*/ 20671 h 20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001" h="20672">
                  <a:moveTo>
                    <a:pt x="8454" y="20480"/>
                  </a:moveTo>
                  <a:cubicBezTo>
                    <a:pt x="12549" y="20480"/>
                    <a:pt x="15502" y="15718"/>
                    <a:pt x="14930" y="10098"/>
                  </a:cubicBezTo>
                  <a:cubicBezTo>
                    <a:pt x="14454" y="4478"/>
                    <a:pt x="10644" y="-94"/>
                    <a:pt x="6549" y="1"/>
                  </a:cubicBezTo>
                  <a:cubicBezTo>
                    <a:pt x="4834" y="1"/>
                    <a:pt x="3310" y="859"/>
                    <a:pt x="2167" y="2287"/>
                  </a:cubicBezTo>
                  <a:lnTo>
                    <a:pt x="2738" y="2287"/>
                  </a:lnTo>
                  <a:cubicBezTo>
                    <a:pt x="4072" y="2097"/>
                    <a:pt x="5310" y="3621"/>
                    <a:pt x="5501" y="5430"/>
                  </a:cubicBezTo>
                  <a:cubicBezTo>
                    <a:pt x="5691" y="7336"/>
                    <a:pt x="4643" y="8764"/>
                    <a:pt x="3310" y="8860"/>
                  </a:cubicBezTo>
                  <a:cubicBezTo>
                    <a:pt x="1976" y="8860"/>
                    <a:pt x="738" y="7431"/>
                    <a:pt x="643" y="5621"/>
                  </a:cubicBezTo>
                  <a:lnTo>
                    <a:pt x="643" y="5240"/>
                  </a:lnTo>
                  <a:cubicBezTo>
                    <a:pt x="71" y="6859"/>
                    <a:pt x="-119" y="8574"/>
                    <a:pt x="71" y="10574"/>
                  </a:cubicBezTo>
                  <a:cubicBezTo>
                    <a:pt x="548" y="16194"/>
                    <a:pt x="4262" y="20766"/>
                    <a:pt x="8454" y="20671"/>
                  </a:cubicBezTo>
                  <a:close/>
                </a:path>
              </a:pathLst>
            </a:custGeom>
            <a:solidFill>
              <a:srgbClr val="125AA3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39" name="任意多边形: 形状 38" descr="eb6169a5-c75f-4952-aab5-71b6d5b275ea">
              <a:extLst>
                <a:ext uri="{FF2B5EF4-FFF2-40B4-BE49-F238E27FC236}">
                  <a16:creationId xmlns:a16="http://schemas.microsoft.com/office/drawing/2014/main" id="{FDBA4352-FB93-FB62-F87C-1687E0F80F58}"/>
                </a:ext>
              </a:extLst>
            </p:cNvPr>
            <p:cNvSpPr/>
            <p:nvPr/>
          </p:nvSpPr>
          <p:spPr>
            <a:xfrm>
              <a:off x="4964606" y="4504761"/>
              <a:ext cx="27612" cy="9185"/>
            </a:xfrm>
            <a:custGeom>
              <a:avLst/>
              <a:gdLst>
                <a:gd name="connsiteX0" fmla="*/ 4382 w 46100"/>
                <a:gd name="connsiteY0" fmla="*/ 14383 h 15335"/>
                <a:gd name="connsiteX1" fmla="*/ 4096 w 46100"/>
                <a:gd name="connsiteY1" fmla="*/ 15049 h 15335"/>
                <a:gd name="connsiteX2" fmla="*/ 4953 w 46100"/>
                <a:gd name="connsiteY2" fmla="*/ 11906 h 15335"/>
                <a:gd name="connsiteX3" fmla="*/ 4286 w 46100"/>
                <a:gd name="connsiteY3" fmla="*/ 13144 h 15335"/>
                <a:gd name="connsiteX4" fmla="*/ 3905 w 46100"/>
                <a:gd name="connsiteY4" fmla="*/ 14954 h 15335"/>
                <a:gd name="connsiteX5" fmla="*/ 3905 w 46100"/>
                <a:gd name="connsiteY5" fmla="*/ 13049 h 15335"/>
                <a:gd name="connsiteX6" fmla="*/ 3715 w 46100"/>
                <a:gd name="connsiteY6" fmla="*/ 15145 h 15335"/>
                <a:gd name="connsiteX7" fmla="*/ 3715 w 46100"/>
                <a:gd name="connsiteY7" fmla="*/ 11144 h 15335"/>
                <a:gd name="connsiteX8" fmla="*/ 3143 w 46100"/>
                <a:gd name="connsiteY8" fmla="*/ 14859 h 15335"/>
                <a:gd name="connsiteX9" fmla="*/ 2667 w 46100"/>
                <a:gd name="connsiteY9" fmla="*/ 13240 h 15335"/>
                <a:gd name="connsiteX10" fmla="*/ 2667 w 46100"/>
                <a:gd name="connsiteY10" fmla="*/ 15049 h 15335"/>
                <a:gd name="connsiteX11" fmla="*/ 2191 w 46100"/>
                <a:gd name="connsiteY11" fmla="*/ 14383 h 15335"/>
                <a:gd name="connsiteX12" fmla="*/ 2572 w 46100"/>
                <a:gd name="connsiteY12" fmla="*/ 15335 h 15335"/>
                <a:gd name="connsiteX13" fmla="*/ 0 w 46100"/>
                <a:gd name="connsiteY13" fmla="*/ 10858 h 15335"/>
                <a:gd name="connsiteX14" fmla="*/ 953 w 46100"/>
                <a:gd name="connsiteY14" fmla="*/ 12764 h 15335"/>
                <a:gd name="connsiteX15" fmla="*/ 286 w 46100"/>
                <a:gd name="connsiteY15" fmla="*/ 9620 h 15335"/>
                <a:gd name="connsiteX16" fmla="*/ 953 w 46100"/>
                <a:gd name="connsiteY16" fmla="*/ 12001 h 15335"/>
                <a:gd name="connsiteX17" fmla="*/ 1905 w 46100"/>
                <a:gd name="connsiteY17" fmla="*/ 14097 h 15335"/>
                <a:gd name="connsiteX18" fmla="*/ 953 w 46100"/>
                <a:gd name="connsiteY18" fmla="*/ 9334 h 15335"/>
                <a:gd name="connsiteX19" fmla="*/ 953 w 46100"/>
                <a:gd name="connsiteY19" fmla="*/ 9811 h 15335"/>
                <a:gd name="connsiteX20" fmla="*/ 1524 w 46100"/>
                <a:gd name="connsiteY20" fmla="*/ 12478 h 15335"/>
                <a:gd name="connsiteX21" fmla="*/ 1905 w 46100"/>
                <a:gd name="connsiteY21" fmla="*/ 8191 h 15335"/>
                <a:gd name="connsiteX22" fmla="*/ 1619 w 46100"/>
                <a:gd name="connsiteY22" fmla="*/ 10097 h 15335"/>
                <a:gd name="connsiteX23" fmla="*/ 2762 w 46100"/>
                <a:gd name="connsiteY23" fmla="*/ 7715 h 15335"/>
                <a:gd name="connsiteX24" fmla="*/ 2000 w 46100"/>
                <a:gd name="connsiteY24" fmla="*/ 9716 h 15335"/>
                <a:gd name="connsiteX25" fmla="*/ 1810 w 46100"/>
                <a:gd name="connsiteY25" fmla="*/ 12382 h 15335"/>
                <a:gd name="connsiteX26" fmla="*/ 4096 w 46100"/>
                <a:gd name="connsiteY26" fmla="*/ 7049 h 15335"/>
                <a:gd name="connsiteX27" fmla="*/ 2762 w 46100"/>
                <a:gd name="connsiteY27" fmla="*/ 9430 h 15335"/>
                <a:gd name="connsiteX28" fmla="*/ 2762 w 46100"/>
                <a:gd name="connsiteY28" fmla="*/ 9430 h 15335"/>
                <a:gd name="connsiteX29" fmla="*/ 2762 w 46100"/>
                <a:gd name="connsiteY29" fmla="*/ 9716 h 15335"/>
                <a:gd name="connsiteX30" fmla="*/ 2191 w 46100"/>
                <a:gd name="connsiteY30" fmla="*/ 11240 h 15335"/>
                <a:gd name="connsiteX31" fmla="*/ 2096 w 46100"/>
                <a:gd name="connsiteY31" fmla="*/ 12287 h 15335"/>
                <a:gd name="connsiteX32" fmla="*/ 2096 w 46100"/>
                <a:gd name="connsiteY32" fmla="*/ 12859 h 15335"/>
                <a:gd name="connsiteX33" fmla="*/ 2096 w 46100"/>
                <a:gd name="connsiteY33" fmla="*/ 13144 h 15335"/>
                <a:gd name="connsiteX34" fmla="*/ 2096 w 46100"/>
                <a:gd name="connsiteY34" fmla="*/ 13335 h 15335"/>
                <a:gd name="connsiteX35" fmla="*/ 3334 w 46100"/>
                <a:gd name="connsiteY35" fmla="*/ 9049 h 15335"/>
                <a:gd name="connsiteX36" fmla="*/ 5715 w 46100"/>
                <a:gd name="connsiteY36" fmla="*/ 6667 h 15335"/>
                <a:gd name="connsiteX37" fmla="*/ 5715 w 46100"/>
                <a:gd name="connsiteY37" fmla="*/ 6667 h 15335"/>
                <a:gd name="connsiteX38" fmla="*/ 5144 w 46100"/>
                <a:gd name="connsiteY38" fmla="*/ 7239 h 15335"/>
                <a:gd name="connsiteX39" fmla="*/ 2476 w 46100"/>
                <a:gd name="connsiteY39" fmla="*/ 12859 h 15335"/>
                <a:gd name="connsiteX40" fmla="*/ 2476 w 46100"/>
                <a:gd name="connsiteY40" fmla="*/ 12573 h 15335"/>
                <a:gd name="connsiteX41" fmla="*/ 2476 w 46100"/>
                <a:gd name="connsiteY41" fmla="*/ 12382 h 15335"/>
                <a:gd name="connsiteX42" fmla="*/ 3238 w 46100"/>
                <a:gd name="connsiteY42" fmla="*/ 9906 h 15335"/>
                <a:gd name="connsiteX43" fmla="*/ 4572 w 46100"/>
                <a:gd name="connsiteY43" fmla="*/ 7810 h 15335"/>
                <a:gd name="connsiteX44" fmla="*/ 8287 w 46100"/>
                <a:gd name="connsiteY44" fmla="*/ 5620 h 15335"/>
                <a:gd name="connsiteX45" fmla="*/ 5715 w 46100"/>
                <a:gd name="connsiteY45" fmla="*/ 7144 h 15335"/>
                <a:gd name="connsiteX46" fmla="*/ 3715 w 46100"/>
                <a:gd name="connsiteY46" fmla="*/ 9716 h 15335"/>
                <a:gd name="connsiteX47" fmla="*/ 4572 w 46100"/>
                <a:gd name="connsiteY47" fmla="*/ 8858 h 15335"/>
                <a:gd name="connsiteX48" fmla="*/ 11430 w 46100"/>
                <a:gd name="connsiteY48" fmla="*/ 4858 h 15335"/>
                <a:gd name="connsiteX49" fmla="*/ 7811 w 46100"/>
                <a:gd name="connsiteY49" fmla="*/ 7334 h 15335"/>
                <a:gd name="connsiteX50" fmla="*/ 8573 w 46100"/>
                <a:gd name="connsiteY50" fmla="*/ 6953 h 15335"/>
                <a:gd name="connsiteX51" fmla="*/ 8001 w 46100"/>
                <a:gd name="connsiteY51" fmla="*/ 7525 h 15335"/>
                <a:gd name="connsiteX52" fmla="*/ 7429 w 46100"/>
                <a:gd name="connsiteY52" fmla="*/ 8096 h 15335"/>
                <a:gd name="connsiteX53" fmla="*/ 4858 w 46100"/>
                <a:gd name="connsiteY53" fmla="*/ 12478 h 15335"/>
                <a:gd name="connsiteX54" fmla="*/ 5620 w 46100"/>
                <a:gd name="connsiteY54" fmla="*/ 11240 h 15335"/>
                <a:gd name="connsiteX55" fmla="*/ 6477 w 46100"/>
                <a:gd name="connsiteY55" fmla="*/ 10001 h 15335"/>
                <a:gd name="connsiteX56" fmla="*/ 8382 w 46100"/>
                <a:gd name="connsiteY56" fmla="*/ 7810 h 15335"/>
                <a:gd name="connsiteX57" fmla="*/ 12763 w 46100"/>
                <a:gd name="connsiteY57" fmla="*/ 4572 h 15335"/>
                <a:gd name="connsiteX58" fmla="*/ 12192 w 46100"/>
                <a:gd name="connsiteY58" fmla="*/ 5239 h 15335"/>
                <a:gd name="connsiteX59" fmla="*/ 19145 w 46100"/>
                <a:gd name="connsiteY59" fmla="*/ 2191 h 15335"/>
                <a:gd name="connsiteX60" fmla="*/ 16478 w 46100"/>
                <a:gd name="connsiteY60" fmla="*/ 3524 h 15335"/>
                <a:gd name="connsiteX61" fmla="*/ 15716 w 46100"/>
                <a:gd name="connsiteY61" fmla="*/ 4096 h 15335"/>
                <a:gd name="connsiteX62" fmla="*/ 18193 w 46100"/>
                <a:gd name="connsiteY62" fmla="*/ 2953 h 15335"/>
                <a:gd name="connsiteX63" fmla="*/ 26194 w 46100"/>
                <a:gd name="connsiteY63" fmla="*/ 286 h 15335"/>
                <a:gd name="connsiteX64" fmla="*/ 32575 w 46100"/>
                <a:gd name="connsiteY64" fmla="*/ 572 h 15335"/>
                <a:gd name="connsiteX65" fmla="*/ 36767 w 46100"/>
                <a:gd name="connsiteY65" fmla="*/ 3048 h 15335"/>
                <a:gd name="connsiteX66" fmla="*/ 37909 w 46100"/>
                <a:gd name="connsiteY66" fmla="*/ 4096 h 15335"/>
                <a:gd name="connsiteX67" fmla="*/ 32766 w 46100"/>
                <a:gd name="connsiteY67" fmla="*/ 1143 h 15335"/>
                <a:gd name="connsiteX68" fmla="*/ 40958 w 46100"/>
                <a:gd name="connsiteY68" fmla="*/ 7525 h 15335"/>
                <a:gd name="connsiteX69" fmla="*/ 38767 w 46100"/>
                <a:gd name="connsiteY69" fmla="*/ 5620 h 15335"/>
                <a:gd name="connsiteX70" fmla="*/ 36386 w 46100"/>
                <a:gd name="connsiteY70" fmla="*/ 3905 h 15335"/>
                <a:gd name="connsiteX71" fmla="*/ 30956 w 46100"/>
                <a:gd name="connsiteY71" fmla="*/ 1333 h 15335"/>
                <a:gd name="connsiteX72" fmla="*/ 33052 w 46100"/>
                <a:gd name="connsiteY72" fmla="*/ 2476 h 15335"/>
                <a:gd name="connsiteX73" fmla="*/ 44482 w 46100"/>
                <a:gd name="connsiteY73" fmla="*/ 10477 h 15335"/>
                <a:gd name="connsiteX74" fmla="*/ 46101 w 46100"/>
                <a:gd name="connsiteY74" fmla="*/ 12097 h 15335"/>
                <a:gd name="connsiteX75" fmla="*/ 43720 w 46100"/>
                <a:gd name="connsiteY75" fmla="*/ 10382 h 15335"/>
                <a:gd name="connsiteX76" fmla="*/ 35719 w 46100"/>
                <a:gd name="connsiteY76" fmla="*/ 6191 h 15335"/>
                <a:gd name="connsiteX77" fmla="*/ 43910 w 46100"/>
                <a:gd name="connsiteY77" fmla="*/ 10763 h 15335"/>
                <a:gd name="connsiteX78" fmla="*/ 39148 w 46100"/>
                <a:gd name="connsiteY78" fmla="*/ 8382 h 15335"/>
                <a:gd name="connsiteX79" fmla="*/ 33719 w 46100"/>
                <a:gd name="connsiteY79" fmla="*/ 6763 h 15335"/>
                <a:gd name="connsiteX80" fmla="*/ 44101 w 46100"/>
                <a:gd name="connsiteY80" fmla="*/ 11335 h 15335"/>
                <a:gd name="connsiteX81" fmla="*/ 41434 w 46100"/>
                <a:gd name="connsiteY81" fmla="*/ 10192 h 15335"/>
                <a:gd name="connsiteX82" fmla="*/ 38576 w 46100"/>
                <a:gd name="connsiteY82" fmla="*/ 9144 h 15335"/>
                <a:gd name="connsiteX83" fmla="*/ 32671 w 46100"/>
                <a:gd name="connsiteY83" fmla="*/ 8001 h 15335"/>
                <a:gd name="connsiteX84" fmla="*/ 25146 w 46100"/>
                <a:gd name="connsiteY84" fmla="*/ 9144 h 15335"/>
                <a:gd name="connsiteX85" fmla="*/ 22860 w 46100"/>
                <a:gd name="connsiteY85" fmla="*/ 9906 h 15335"/>
                <a:gd name="connsiteX86" fmla="*/ 24860 w 46100"/>
                <a:gd name="connsiteY86" fmla="*/ 9049 h 15335"/>
                <a:gd name="connsiteX87" fmla="*/ 29146 w 46100"/>
                <a:gd name="connsiteY87" fmla="*/ 7906 h 15335"/>
                <a:gd name="connsiteX88" fmla="*/ 31433 w 46100"/>
                <a:gd name="connsiteY88" fmla="*/ 7620 h 15335"/>
                <a:gd name="connsiteX89" fmla="*/ 26765 w 46100"/>
                <a:gd name="connsiteY89" fmla="*/ 7620 h 15335"/>
                <a:gd name="connsiteX90" fmla="*/ 26956 w 46100"/>
                <a:gd name="connsiteY90" fmla="*/ 7620 h 15335"/>
                <a:gd name="connsiteX91" fmla="*/ 27146 w 46100"/>
                <a:gd name="connsiteY91" fmla="*/ 7430 h 15335"/>
                <a:gd name="connsiteX92" fmla="*/ 23622 w 46100"/>
                <a:gd name="connsiteY92" fmla="*/ 8668 h 15335"/>
                <a:gd name="connsiteX93" fmla="*/ 20669 w 46100"/>
                <a:gd name="connsiteY93" fmla="*/ 10668 h 15335"/>
                <a:gd name="connsiteX94" fmla="*/ 21241 w 46100"/>
                <a:gd name="connsiteY94" fmla="*/ 9906 h 15335"/>
                <a:gd name="connsiteX95" fmla="*/ 18859 w 46100"/>
                <a:gd name="connsiteY95" fmla="*/ 11144 h 15335"/>
                <a:gd name="connsiteX96" fmla="*/ 21717 w 46100"/>
                <a:gd name="connsiteY96" fmla="*/ 9049 h 15335"/>
                <a:gd name="connsiteX97" fmla="*/ 19812 w 46100"/>
                <a:gd name="connsiteY97" fmla="*/ 10097 h 15335"/>
                <a:gd name="connsiteX98" fmla="*/ 17145 w 46100"/>
                <a:gd name="connsiteY98" fmla="*/ 11716 h 15335"/>
                <a:gd name="connsiteX99" fmla="*/ 14192 w 46100"/>
                <a:gd name="connsiteY99" fmla="*/ 12954 h 15335"/>
                <a:gd name="connsiteX100" fmla="*/ 15812 w 46100"/>
                <a:gd name="connsiteY100" fmla="*/ 11811 h 15335"/>
                <a:gd name="connsiteX101" fmla="*/ 17336 w 46100"/>
                <a:gd name="connsiteY101" fmla="*/ 10763 h 15335"/>
                <a:gd name="connsiteX102" fmla="*/ 18098 w 46100"/>
                <a:gd name="connsiteY102" fmla="*/ 10192 h 15335"/>
                <a:gd name="connsiteX103" fmla="*/ 20288 w 46100"/>
                <a:gd name="connsiteY103" fmla="*/ 8382 h 15335"/>
                <a:gd name="connsiteX104" fmla="*/ 27146 w 46100"/>
                <a:gd name="connsiteY104" fmla="*/ 5334 h 15335"/>
                <a:gd name="connsiteX105" fmla="*/ 19907 w 46100"/>
                <a:gd name="connsiteY105" fmla="*/ 8191 h 15335"/>
                <a:gd name="connsiteX106" fmla="*/ 16954 w 46100"/>
                <a:gd name="connsiteY106" fmla="*/ 10668 h 15335"/>
                <a:gd name="connsiteX107" fmla="*/ 16192 w 46100"/>
                <a:gd name="connsiteY107" fmla="*/ 11240 h 15335"/>
                <a:gd name="connsiteX108" fmla="*/ 13811 w 46100"/>
                <a:gd name="connsiteY108" fmla="*/ 12954 h 15335"/>
                <a:gd name="connsiteX109" fmla="*/ 13811 w 46100"/>
                <a:gd name="connsiteY109" fmla="*/ 12668 h 15335"/>
                <a:gd name="connsiteX110" fmla="*/ 13811 w 46100"/>
                <a:gd name="connsiteY110" fmla="*/ 12668 h 15335"/>
                <a:gd name="connsiteX111" fmla="*/ 13811 w 46100"/>
                <a:gd name="connsiteY111" fmla="*/ 12668 h 15335"/>
                <a:gd name="connsiteX112" fmla="*/ 13811 w 46100"/>
                <a:gd name="connsiteY112" fmla="*/ 12668 h 15335"/>
                <a:gd name="connsiteX113" fmla="*/ 12383 w 46100"/>
                <a:gd name="connsiteY113" fmla="*/ 13716 h 15335"/>
                <a:gd name="connsiteX114" fmla="*/ 15335 w 46100"/>
                <a:gd name="connsiteY114" fmla="*/ 9906 h 15335"/>
                <a:gd name="connsiteX115" fmla="*/ 13430 w 46100"/>
                <a:gd name="connsiteY115" fmla="*/ 11906 h 15335"/>
                <a:gd name="connsiteX116" fmla="*/ 12859 w 46100"/>
                <a:gd name="connsiteY116" fmla="*/ 12573 h 15335"/>
                <a:gd name="connsiteX117" fmla="*/ 14859 w 46100"/>
                <a:gd name="connsiteY117" fmla="*/ 8858 h 15335"/>
                <a:gd name="connsiteX118" fmla="*/ 15716 w 46100"/>
                <a:gd name="connsiteY118" fmla="*/ 7906 h 15335"/>
                <a:gd name="connsiteX119" fmla="*/ 13621 w 46100"/>
                <a:gd name="connsiteY119" fmla="*/ 10192 h 15335"/>
                <a:gd name="connsiteX120" fmla="*/ 12383 w 46100"/>
                <a:gd name="connsiteY120" fmla="*/ 13049 h 15335"/>
                <a:gd name="connsiteX121" fmla="*/ 12287 w 46100"/>
                <a:gd name="connsiteY121" fmla="*/ 13240 h 15335"/>
                <a:gd name="connsiteX122" fmla="*/ 12192 w 46100"/>
                <a:gd name="connsiteY122" fmla="*/ 13430 h 15335"/>
                <a:gd name="connsiteX123" fmla="*/ 12668 w 46100"/>
                <a:gd name="connsiteY123" fmla="*/ 11525 h 15335"/>
                <a:gd name="connsiteX124" fmla="*/ 11811 w 46100"/>
                <a:gd name="connsiteY124" fmla="*/ 14002 h 15335"/>
                <a:gd name="connsiteX125" fmla="*/ 12287 w 46100"/>
                <a:gd name="connsiteY125" fmla="*/ 11430 h 15335"/>
                <a:gd name="connsiteX126" fmla="*/ 11906 w 46100"/>
                <a:gd name="connsiteY126" fmla="*/ 12001 h 15335"/>
                <a:gd name="connsiteX127" fmla="*/ 14954 w 46100"/>
                <a:gd name="connsiteY127" fmla="*/ 7144 h 15335"/>
                <a:gd name="connsiteX128" fmla="*/ 11621 w 46100"/>
                <a:gd name="connsiteY128" fmla="*/ 11620 h 15335"/>
                <a:gd name="connsiteX129" fmla="*/ 10954 w 46100"/>
                <a:gd name="connsiteY129" fmla="*/ 13907 h 15335"/>
                <a:gd name="connsiteX130" fmla="*/ 11144 w 46100"/>
                <a:gd name="connsiteY130" fmla="*/ 12382 h 15335"/>
                <a:gd name="connsiteX131" fmla="*/ 11144 w 46100"/>
                <a:gd name="connsiteY131" fmla="*/ 12382 h 15335"/>
                <a:gd name="connsiteX132" fmla="*/ 10668 w 46100"/>
                <a:gd name="connsiteY132" fmla="*/ 13430 h 15335"/>
                <a:gd name="connsiteX133" fmla="*/ 11906 w 46100"/>
                <a:gd name="connsiteY133" fmla="*/ 9239 h 15335"/>
                <a:gd name="connsiteX134" fmla="*/ 11144 w 46100"/>
                <a:gd name="connsiteY134" fmla="*/ 10192 h 15335"/>
                <a:gd name="connsiteX135" fmla="*/ 10573 w 46100"/>
                <a:gd name="connsiteY135" fmla="*/ 11430 h 15335"/>
                <a:gd name="connsiteX136" fmla="*/ 9906 w 46100"/>
                <a:gd name="connsiteY136" fmla="*/ 14478 h 15335"/>
                <a:gd name="connsiteX137" fmla="*/ 9906 w 46100"/>
                <a:gd name="connsiteY137" fmla="*/ 12668 h 15335"/>
                <a:gd name="connsiteX138" fmla="*/ 9716 w 46100"/>
                <a:gd name="connsiteY138" fmla="*/ 12859 h 15335"/>
                <a:gd name="connsiteX139" fmla="*/ 9144 w 46100"/>
                <a:gd name="connsiteY139" fmla="*/ 14478 h 15335"/>
                <a:gd name="connsiteX140" fmla="*/ 9144 w 46100"/>
                <a:gd name="connsiteY140" fmla="*/ 13335 h 15335"/>
                <a:gd name="connsiteX141" fmla="*/ 8763 w 46100"/>
                <a:gd name="connsiteY141" fmla="*/ 14478 h 15335"/>
                <a:gd name="connsiteX142" fmla="*/ 8954 w 46100"/>
                <a:gd name="connsiteY142" fmla="*/ 12097 h 15335"/>
                <a:gd name="connsiteX143" fmla="*/ 8382 w 46100"/>
                <a:gd name="connsiteY143" fmla="*/ 14192 h 15335"/>
                <a:gd name="connsiteX144" fmla="*/ 8382 w 46100"/>
                <a:gd name="connsiteY144" fmla="*/ 12859 h 15335"/>
                <a:gd name="connsiteX145" fmla="*/ 7906 w 46100"/>
                <a:gd name="connsiteY145" fmla="*/ 13811 h 15335"/>
                <a:gd name="connsiteX146" fmla="*/ 7620 w 46100"/>
                <a:gd name="connsiteY146" fmla="*/ 14764 h 15335"/>
                <a:gd name="connsiteX147" fmla="*/ 8001 w 46100"/>
                <a:gd name="connsiteY147" fmla="*/ 12478 h 15335"/>
                <a:gd name="connsiteX148" fmla="*/ 7049 w 46100"/>
                <a:gd name="connsiteY148" fmla="*/ 15049 h 15335"/>
                <a:gd name="connsiteX149" fmla="*/ 7715 w 46100"/>
                <a:gd name="connsiteY149" fmla="*/ 11525 h 15335"/>
                <a:gd name="connsiteX150" fmla="*/ 6763 w 46100"/>
                <a:gd name="connsiteY150" fmla="*/ 15049 h 15335"/>
                <a:gd name="connsiteX151" fmla="*/ 6572 w 46100"/>
                <a:gd name="connsiteY151" fmla="*/ 13907 h 15335"/>
                <a:gd name="connsiteX152" fmla="*/ 6477 w 46100"/>
                <a:gd name="connsiteY152" fmla="*/ 14097 h 15335"/>
                <a:gd name="connsiteX153" fmla="*/ 6191 w 46100"/>
                <a:gd name="connsiteY153" fmla="*/ 15240 h 15335"/>
                <a:gd name="connsiteX154" fmla="*/ 6001 w 46100"/>
                <a:gd name="connsiteY154" fmla="*/ 13811 h 15335"/>
                <a:gd name="connsiteX155" fmla="*/ 5715 w 46100"/>
                <a:gd name="connsiteY155" fmla="*/ 15335 h 15335"/>
                <a:gd name="connsiteX156" fmla="*/ 5525 w 46100"/>
                <a:gd name="connsiteY156" fmla="*/ 13430 h 15335"/>
                <a:gd name="connsiteX157" fmla="*/ 5334 w 46100"/>
                <a:gd name="connsiteY157" fmla="*/ 13716 h 15335"/>
                <a:gd name="connsiteX158" fmla="*/ 4858 w 46100"/>
                <a:gd name="connsiteY158" fmla="*/ 15240 h 15335"/>
                <a:gd name="connsiteX159" fmla="*/ 5048 w 46100"/>
                <a:gd name="connsiteY159" fmla="*/ 14097 h 15335"/>
                <a:gd name="connsiteX160" fmla="*/ 4858 w 46100"/>
                <a:gd name="connsiteY160" fmla="*/ 14288 h 15335"/>
                <a:gd name="connsiteX161" fmla="*/ 4572 w 46100"/>
                <a:gd name="connsiteY161" fmla="*/ 14764 h 1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46100" h="15335">
                  <a:moveTo>
                    <a:pt x="4382" y="14383"/>
                  </a:moveTo>
                  <a:cubicBezTo>
                    <a:pt x="4382" y="14383"/>
                    <a:pt x="4096" y="14764"/>
                    <a:pt x="4096" y="15049"/>
                  </a:cubicBezTo>
                  <a:cubicBezTo>
                    <a:pt x="4096" y="14097"/>
                    <a:pt x="4763" y="12668"/>
                    <a:pt x="4953" y="11906"/>
                  </a:cubicBezTo>
                  <a:cubicBezTo>
                    <a:pt x="4667" y="12287"/>
                    <a:pt x="4477" y="12478"/>
                    <a:pt x="4286" y="13144"/>
                  </a:cubicBezTo>
                  <a:cubicBezTo>
                    <a:pt x="4096" y="13716"/>
                    <a:pt x="4000" y="14288"/>
                    <a:pt x="3905" y="14954"/>
                  </a:cubicBezTo>
                  <a:cubicBezTo>
                    <a:pt x="3810" y="14192"/>
                    <a:pt x="3905" y="13716"/>
                    <a:pt x="3905" y="13049"/>
                  </a:cubicBezTo>
                  <a:cubicBezTo>
                    <a:pt x="3715" y="13525"/>
                    <a:pt x="3715" y="14573"/>
                    <a:pt x="3715" y="15145"/>
                  </a:cubicBezTo>
                  <a:cubicBezTo>
                    <a:pt x="3429" y="13049"/>
                    <a:pt x="3524" y="13240"/>
                    <a:pt x="3715" y="11144"/>
                  </a:cubicBezTo>
                  <a:cubicBezTo>
                    <a:pt x="3238" y="11811"/>
                    <a:pt x="3048" y="13811"/>
                    <a:pt x="3143" y="14859"/>
                  </a:cubicBezTo>
                  <a:cubicBezTo>
                    <a:pt x="2953" y="14383"/>
                    <a:pt x="2858" y="13811"/>
                    <a:pt x="2667" y="13240"/>
                  </a:cubicBezTo>
                  <a:cubicBezTo>
                    <a:pt x="2572" y="14002"/>
                    <a:pt x="2667" y="14383"/>
                    <a:pt x="2667" y="15049"/>
                  </a:cubicBezTo>
                  <a:lnTo>
                    <a:pt x="2191" y="14383"/>
                  </a:lnTo>
                  <a:cubicBezTo>
                    <a:pt x="2286" y="14859"/>
                    <a:pt x="2476" y="14954"/>
                    <a:pt x="2572" y="15335"/>
                  </a:cubicBezTo>
                  <a:cubicBezTo>
                    <a:pt x="1715" y="14668"/>
                    <a:pt x="95" y="12192"/>
                    <a:pt x="0" y="10858"/>
                  </a:cubicBezTo>
                  <a:cubicBezTo>
                    <a:pt x="191" y="11430"/>
                    <a:pt x="667" y="12478"/>
                    <a:pt x="953" y="12764"/>
                  </a:cubicBezTo>
                  <a:cubicBezTo>
                    <a:pt x="762" y="11811"/>
                    <a:pt x="381" y="10763"/>
                    <a:pt x="286" y="9620"/>
                  </a:cubicBezTo>
                  <a:cubicBezTo>
                    <a:pt x="571" y="10287"/>
                    <a:pt x="667" y="11240"/>
                    <a:pt x="953" y="12001"/>
                  </a:cubicBezTo>
                  <a:cubicBezTo>
                    <a:pt x="1238" y="12764"/>
                    <a:pt x="1619" y="13621"/>
                    <a:pt x="1905" y="14097"/>
                  </a:cubicBezTo>
                  <a:cubicBezTo>
                    <a:pt x="1429" y="12478"/>
                    <a:pt x="953" y="11144"/>
                    <a:pt x="953" y="9334"/>
                  </a:cubicBezTo>
                  <a:lnTo>
                    <a:pt x="953" y="9811"/>
                  </a:lnTo>
                  <a:cubicBezTo>
                    <a:pt x="1238" y="10668"/>
                    <a:pt x="1333" y="11620"/>
                    <a:pt x="1524" y="12478"/>
                  </a:cubicBezTo>
                  <a:cubicBezTo>
                    <a:pt x="1524" y="10954"/>
                    <a:pt x="1143" y="9525"/>
                    <a:pt x="1905" y="8191"/>
                  </a:cubicBezTo>
                  <a:cubicBezTo>
                    <a:pt x="1810" y="8858"/>
                    <a:pt x="1619" y="9239"/>
                    <a:pt x="1619" y="10097"/>
                  </a:cubicBezTo>
                  <a:cubicBezTo>
                    <a:pt x="2000" y="9334"/>
                    <a:pt x="2000" y="8001"/>
                    <a:pt x="2762" y="7715"/>
                  </a:cubicBezTo>
                  <a:cubicBezTo>
                    <a:pt x="2476" y="8382"/>
                    <a:pt x="2191" y="8858"/>
                    <a:pt x="2000" y="9716"/>
                  </a:cubicBezTo>
                  <a:cubicBezTo>
                    <a:pt x="1810" y="10382"/>
                    <a:pt x="1524" y="11620"/>
                    <a:pt x="1810" y="12382"/>
                  </a:cubicBezTo>
                  <a:cubicBezTo>
                    <a:pt x="1905" y="9430"/>
                    <a:pt x="2858" y="7810"/>
                    <a:pt x="4096" y="7049"/>
                  </a:cubicBezTo>
                  <a:cubicBezTo>
                    <a:pt x="3810" y="7430"/>
                    <a:pt x="2762" y="8763"/>
                    <a:pt x="2762" y="9430"/>
                  </a:cubicBezTo>
                  <a:lnTo>
                    <a:pt x="2762" y="9430"/>
                  </a:lnTo>
                  <a:cubicBezTo>
                    <a:pt x="3048" y="10287"/>
                    <a:pt x="2762" y="8858"/>
                    <a:pt x="2762" y="9716"/>
                  </a:cubicBezTo>
                  <a:cubicBezTo>
                    <a:pt x="2476" y="10001"/>
                    <a:pt x="2286" y="10763"/>
                    <a:pt x="2191" y="11240"/>
                  </a:cubicBezTo>
                  <a:cubicBezTo>
                    <a:pt x="2191" y="11525"/>
                    <a:pt x="2191" y="11906"/>
                    <a:pt x="2096" y="12287"/>
                  </a:cubicBezTo>
                  <a:cubicBezTo>
                    <a:pt x="2096" y="12478"/>
                    <a:pt x="2096" y="12764"/>
                    <a:pt x="2096" y="12859"/>
                  </a:cubicBezTo>
                  <a:cubicBezTo>
                    <a:pt x="2096" y="12859"/>
                    <a:pt x="2096" y="12954"/>
                    <a:pt x="2096" y="13144"/>
                  </a:cubicBezTo>
                  <a:lnTo>
                    <a:pt x="2096" y="13335"/>
                  </a:lnTo>
                  <a:cubicBezTo>
                    <a:pt x="2286" y="11430"/>
                    <a:pt x="2572" y="10287"/>
                    <a:pt x="3334" y="9049"/>
                  </a:cubicBezTo>
                  <a:cubicBezTo>
                    <a:pt x="3810" y="8287"/>
                    <a:pt x="4953" y="6953"/>
                    <a:pt x="5715" y="6667"/>
                  </a:cubicBezTo>
                  <a:cubicBezTo>
                    <a:pt x="5715" y="6667"/>
                    <a:pt x="5715" y="6667"/>
                    <a:pt x="5715" y="6667"/>
                  </a:cubicBezTo>
                  <a:lnTo>
                    <a:pt x="5144" y="7239"/>
                  </a:lnTo>
                  <a:cubicBezTo>
                    <a:pt x="3810" y="8573"/>
                    <a:pt x="2572" y="10097"/>
                    <a:pt x="2476" y="12859"/>
                  </a:cubicBezTo>
                  <a:cubicBezTo>
                    <a:pt x="2476" y="12764"/>
                    <a:pt x="2476" y="12859"/>
                    <a:pt x="2476" y="12573"/>
                  </a:cubicBezTo>
                  <a:cubicBezTo>
                    <a:pt x="2476" y="12573"/>
                    <a:pt x="2476" y="12506"/>
                    <a:pt x="2476" y="12382"/>
                  </a:cubicBezTo>
                  <a:cubicBezTo>
                    <a:pt x="2667" y="11525"/>
                    <a:pt x="2858" y="10668"/>
                    <a:pt x="3238" y="9906"/>
                  </a:cubicBezTo>
                  <a:cubicBezTo>
                    <a:pt x="3620" y="9144"/>
                    <a:pt x="4096" y="8382"/>
                    <a:pt x="4572" y="7810"/>
                  </a:cubicBezTo>
                  <a:cubicBezTo>
                    <a:pt x="5144" y="7144"/>
                    <a:pt x="7239" y="5620"/>
                    <a:pt x="8287" y="5620"/>
                  </a:cubicBezTo>
                  <a:cubicBezTo>
                    <a:pt x="8001" y="5620"/>
                    <a:pt x="6001" y="6858"/>
                    <a:pt x="5715" y="7144"/>
                  </a:cubicBezTo>
                  <a:cubicBezTo>
                    <a:pt x="5048" y="7715"/>
                    <a:pt x="4096" y="8477"/>
                    <a:pt x="3715" y="9716"/>
                  </a:cubicBezTo>
                  <a:cubicBezTo>
                    <a:pt x="4000" y="9525"/>
                    <a:pt x="4286" y="9144"/>
                    <a:pt x="4572" y="8858"/>
                  </a:cubicBezTo>
                  <a:cubicBezTo>
                    <a:pt x="6382" y="7334"/>
                    <a:pt x="9430" y="4953"/>
                    <a:pt x="11430" y="4858"/>
                  </a:cubicBezTo>
                  <a:cubicBezTo>
                    <a:pt x="10192" y="5429"/>
                    <a:pt x="8573" y="6477"/>
                    <a:pt x="7811" y="7334"/>
                  </a:cubicBezTo>
                  <a:lnTo>
                    <a:pt x="8573" y="6953"/>
                  </a:lnTo>
                  <a:cubicBezTo>
                    <a:pt x="8573" y="6953"/>
                    <a:pt x="8192" y="7334"/>
                    <a:pt x="8001" y="7525"/>
                  </a:cubicBezTo>
                  <a:cubicBezTo>
                    <a:pt x="7811" y="7715"/>
                    <a:pt x="7620" y="7810"/>
                    <a:pt x="7429" y="8096"/>
                  </a:cubicBezTo>
                  <a:cubicBezTo>
                    <a:pt x="6572" y="9049"/>
                    <a:pt x="5144" y="10763"/>
                    <a:pt x="4858" y="12478"/>
                  </a:cubicBezTo>
                  <a:cubicBezTo>
                    <a:pt x="5048" y="12097"/>
                    <a:pt x="5334" y="11620"/>
                    <a:pt x="5620" y="11240"/>
                  </a:cubicBezTo>
                  <a:cubicBezTo>
                    <a:pt x="5905" y="10763"/>
                    <a:pt x="6096" y="10382"/>
                    <a:pt x="6477" y="10001"/>
                  </a:cubicBezTo>
                  <a:cubicBezTo>
                    <a:pt x="7049" y="9239"/>
                    <a:pt x="7715" y="8382"/>
                    <a:pt x="8382" y="7810"/>
                  </a:cubicBezTo>
                  <a:cubicBezTo>
                    <a:pt x="9716" y="6572"/>
                    <a:pt x="11049" y="5429"/>
                    <a:pt x="12763" y="4572"/>
                  </a:cubicBezTo>
                  <a:cubicBezTo>
                    <a:pt x="12478" y="4763"/>
                    <a:pt x="12287" y="4953"/>
                    <a:pt x="12192" y="5239"/>
                  </a:cubicBezTo>
                  <a:cubicBezTo>
                    <a:pt x="13621" y="4953"/>
                    <a:pt x="15621" y="2953"/>
                    <a:pt x="19145" y="2191"/>
                  </a:cubicBezTo>
                  <a:cubicBezTo>
                    <a:pt x="18479" y="2667"/>
                    <a:pt x="17240" y="3048"/>
                    <a:pt x="16478" y="3524"/>
                  </a:cubicBezTo>
                  <a:lnTo>
                    <a:pt x="15716" y="4096"/>
                  </a:lnTo>
                  <a:cubicBezTo>
                    <a:pt x="15716" y="4096"/>
                    <a:pt x="17621" y="3239"/>
                    <a:pt x="18193" y="2953"/>
                  </a:cubicBezTo>
                  <a:cubicBezTo>
                    <a:pt x="21050" y="1619"/>
                    <a:pt x="22860" y="762"/>
                    <a:pt x="26194" y="286"/>
                  </a:cubicBezTo>
                  <a:cubicBezTo>
                    <a:pt x="28289" y="0"/>
                    <a:pt x="30194" y="-286"/>
                    <a:pt x="32575" y="572"/>
                  </a:cubicBezTo>
                  <a:cubicBezTo>
                    <a:pt x="34100" y="1143"/>
                    <a:pt x="35433" y="1905"/>
                    <a:pt x="36767" y="3048"/>
                  </a:cubicBezTo>
                  <a:cubicBezTo>
                    <a:pt x="37243" y="3429"/>
                    <a:pt x="37433" y="3715"/>
                    <a:pt x="37909" y="4096"/>
                  </a:cubicBezTo>
                  <a:cubicBezTo>
                    <a:pt x="36957" y="3619"/>
                    <a:pt x="34671" y="1333"/>
                    <a:pt x="32766" y="1143"/>
                  </a:cubicBezTo>
                  <a:cubicBezTo>
                    <a:pt x="35909" y="3048"/>
                    <a:pt x="38576" y="4763"/>
                    <a:pt x="40958" y="7525"/>
                  </a:cubicBezTo>
                  <a:cubicBezTo>
                    <a:pt x="40386" y="7144"/>
                    <a:pt x="39433" y="6191"/>
                    <a:pt x="38767" y="5620"/>
                  </a:cubicBezTo>
                  <a:cubicBezTo>
                    <a:pt x="37909" y="5048"/>
                    <a:pt x="37243" y="4477"/>
                    <a:pt x="36386" y="3905"/>
                  </a:cubicBezTo>
                  <a:cubicBezTo>
                    <a:pt x="34957" y="2953"/>
                    <a:pt x="32575" y="1619"/>
                    <a:pt x="30956" y="1333"/>
                  </a:cubicBezTo>
                  <a:cubicBezTo>
                    <a:pt x="31337" y="1715"/>
                    <a:pt x="32480" y="2191"/>
                    <a:pt x="33052" y="2476"/>
                  </a:cubicBezTo>
                  <a:cubicBezTo>
                    <a:pt x="36957" y="4763"/>
                    <a:pt x="40862" y="7430"/>
                    <a:pt x="44482" y="10477"/>
                  </a:cubicBezTo>
                  <a:cubicBezTo>
                    <a:pt x="44863" y="10858"/>
                    <a:pt x="45815" y="11811"/>
                    <a:pt x="46101" y="12097"/>
                  </a:cubicBezTo>
                  <a:cubicBezTo>
                    <a:pt x="45815" y="11906"/>
                    <a:pt x="44196" y="10763"/>
                    <a:pt x="43720" y="10382"/>
                  </a:cubicBezTo>
                  <a:cubicBezTo>
                    <a:pt x="41053" y="8573"/>
                    <a:pt x="38671" y="6858"/>
                    <a:pt x="35719" y="6191"/>
                  </a:cubicBezTo>
                  <a:cubicBezTo>
                    <a:pt x="36576" y="6858"/>
                    <a:pt x="42100" y="8858"/>
                    <a:pt x="43910" y="10763"/>
                  </a:cubicBezTo>
                  <a:lnTo>
                    <a:pt x="39148" y="8382"/>
                  </a:lnTo>
                  <a:cubicBezTo>
                    <a:pt x="37719" y="7715"/>
                    <a:pt x="35242" y="6763"/>
                    <a:pt x="33719" y="6763"/>
                  </a:cubicBezTo>
                  <a:cubicBezTo>
                    <a:pt x="35528" y="6953"/>
                    <a:pt x="42577" y="10001"/>
                    <a:pt x="44101" y="11335"/>
                  </a:cubicBezTo>
                  <a:cubicBezTo>
                    <a:pt x="43339" y="11144"/>
                    <a:pt x="42196" y="10477"/>
                    <a:pt x="41434" y="10192"/>
                  </a:cubicBezTo>
                  <a:cubicBezTo>
                    <a:pt x="40481" y="9811"/>
                    <a:pt x="39529" y="9430"/>
                    <a:pt x="38576" y="9144"/>
                  </a:cubicBezTo>
                  <a:cubicBezTo>
                    <a:pt x="36671" y="8477"/>
                    <a:pt x="34576" y="8096"/>
                    <a:pt x="32671" y="8001"/>
                  </a:cubicBezTo>
                  <a:cubicBezTo>
                    <a:pt x="30004" y="8001"/>
                    <a:pt x="27623" y="8382"/>
                    <a:pt x="25146" y="9144"/>
                  </a:cubicBezTo>
                  <a:cubicBezTo>
                    <a:pt x="24479" y="9334"/>
                    <a:pt x="23527" y="9716"/>
                    <a:pt x="22860" y="9906"/>
                  </a:cubicBezTo>
                  <a:cubicBezTo>
                    <a:pt x="23241" y="9525"/>
                    <a:pt x="24479" y="9144"/>
                    <a:pt x="24860" y="9049"/>
                  </a:cubicBezTo>
                  <a:cubicBezTo>
                    <a:pt x="26289" y="8573"/>
                    <a:pt x="27718" y="8096"/>
                    <a:pt x="29146" y="7906"/>
                  </a:cubicBezTo>
                  <a:cubicBezTo>
                    <a:pt x="29718" y="7810"/>
                    <a:pt x="30956" y="7810"/>
                    <a:pt x="31433" y="7620"/>
                  </a:cubicBezTo>
                  <a:cubicBezTo>
                    <a:pt x="29623" y="7239"/>
                    <a:pt x="28289" y="7715"/>
                    <a:pt x="26765" y="7620"/>
                  </a:cubicBezTo>
                  <a:cubicBezTo>
                    <a:pt x="26861" y="7620"/>
                    <a:pt x="26765" y="7620"/>
                    <a:pt x="26956" y="7620"/>
                  </a:cubicBezTo>
                  <a:cubicBezTo>
                    <a:pt x="27051" y="7620"/>
                    <a:pt x="26956" y="7620"/>
                    <a:pt x="27146" y="7430"/>
                  </a:cubicBezTo>
                  <a:cubicBezTo>
                    <a:pt x="26194" y="7430"/>
                    <a:pt x="24479" y="8191"/>
                    <a:pt x="23622" y="8668"/>
                  </a:cubicBezTo>
                  <a:cubicBezTo>
                    <a:pt x="22670" y="9144"/>
                    <a:pt x="20765" y="10668"/>
                    <a:pt x="20669" y="10668"/>
                  </a:cubicBezTo>
                  <a:cubicBezTo>
                    <a:pt x="20955" y="10382"/>
                    <a:pt x="21050" y="10192"/>
                    <a:pt x="21241" y="9906"/>
                  </a:cubicBezTo>
                  <a:lnTo>
                    <a:pt x="18859" y="11144"/>
                  </a:lnTo>
                  <a:lnTo>
                    <a:pt x="21717" y="9049"/>
                  </a:lnTo>
                  <a:cubicBezTo>
                    <a:pt x="21146" y="9239"/>
                    <a:pt x="20383" y="9811"/>
                    <a:pt x="19812" y="10097"/>
                  </a:cubicBezTo>
                  <a:cubicBezTo>
                    <a:pt x="19145" y="10477"/>
                    <a:pt x="17717" y="11240"/>
                    <a:pt x="17145" y="11716"/>
                  </a:cubicBezTo>
                  <a:cubicBezTo>
                    <a:pt x="16383" y="12287"/>
                    <a:pt x="15050" y="12764"/>
                    <a:pt x="14192" y="12954"/>
                  </a:cubicBezTo>
                  <a:cubicBezTo>
                    <a:pt x="14478" y="12668"/>
                    <a:pt x="15335" y="12097"/>
                    <a:pt x="15812" y="11811"/>
                  </a:cubicBezTo>
                  <a:lnTo>
                    <a:pt x="17336" y="10763"/>
                  </a:lnTo>
                  <a:cubicBezTo>
                    <a:pt x="17336" y="10763"/>
                    <a:pt x="17907" y="10382"/>
                    <a:pt x="18098" y="10192"/>
                  </a:cubicBezTo>
                  <a:cubicBezTo>
                    <a:pt x="18764" y="9525"/>
                    <a:pt x="19526" y="8953"/>
                    <a:pt x="20288" y="8382"/>
                  </a:cubicBezTo>
                  <a:cubicBezTo>
                    <a:pt x="21622" y="7334"/>
                    <a:pt x="25527" y="4953"/>
                    <a:pt x="27146" y="5334"/>
                  </a:cubicBezTo>
                  <a:cubicBezTo>
                    <a:pt x="25051" y="4763"/>
                    <a:pt x="21241" y="7144"/>
                    <a:pt x="19907" y="8191"/>
                  </a:cubicBezTo>
                  <a:lnTo>
                    <a:pt x="16954" y="10668"/>
                  </a:lnTo>
                  <a:cubicBezTo>
                    <a:pt x="16954" y="10668"/>
                    <a:pt x="16478" y="11049"/>
                    <a:pt x="16192" y="11240"/>
                  </a:cubicBezTo>
                  <a:cubicBezTo>
                    <a:pt x="15430" y="11811"/>
                    <a:pt x="14669" y="12478"/>
                    <a:pt x="13811" y="12954"/>
                  </a:cubicBezTo>
                  <a:lnTo>
                    <a:pt x="13811" y="12668"/>
                  </a:lnTo>
                  <a:cubicBezTo>
                    <a:pt x="13811" y="12668"/>
                    <a:pt x="13811" y="12668"/>
                    <a:pt x="13811" y="12668"/>
                  </a:cubicBezTo>
                  <a:lnTo>
                    <a:pt x="13811" y="12668"/>
                  </a:lnTo>
                  <a:cubicBezTo>
                    <a:pt x="13811" y="12668"/>
                    <a:pt x="13811" y="12668"/>
                    <a:pt x="13811" y="12668"/>
                  </a:cubicBezTo>
                  <a:cubicBezTo>
                    <a:pt x="13525" y="12954"/>
                    <a:pt x="12763" y="13621"/>
                    <a:pt x="12383" y="13716"/>
                  </a:cubicBezTo>
                  <a:cubicBezTo>
                    <a:pt x="13049" y="12573"/>
                    <a:pt x="14859" y="11335"/>
                    <a:pt x="15335" y="9906"/>
                  </a:cubicBezTo>
                  <a:cubicBezTo>
                    <a:pt x="14669" y="10287"/>
                    <a:pt x="14002" y="11240"/>
                    <a:pt x="13430" y="11906"/>
                  </a:cubicBezTo>
                  <a:cubicBezTo>
                    <a:pt x="13240" y="12192"/>
                    <a:pt x="13049" y="12382"/>
                    <a:pt x="12859" y="12573"/>
                  </a:cubicBezTo>
                  <a:cubicBezTo>
                    <a:pt x="13240" y="11144"/>
                    <a:pt x="14097" y="9906"/>
                    <a:pt x="14859" y="8858"/>
                  </a:cubicBezTo>
                  <a:lnTo>
                    <a:pt x="15716" y="7906"/>
                  </a:lnTo>
                  <a:cubicBezTo>
                    <a:pt x="14954" y="8096"/>
                    <a:pt x="14097" y="9334"/>
                    <a:pt x="13621" y="10192"/>
                  </a:cubicBezTo>
                  <a:cubicBezTo>
                    <a:pt x="13145" y="11049"/>
                    <a:pt x="12763" y="12001"/>
                    <a:pt x="12383" y="13049"/>
                  </a:cubicBezTo>
                  <a:cubicBezTo>
                    <a:pt x="12383" y="13144"/>
                    <a:pt x="12383" y="13049"/>
                    <a:pt x="12287" y="13240"/>
                  </a:cubicBezTo>
                  <a:cubicBezTo>
                    <a:pt x="12287" y="13430"/>
                    <a:pt x="12287" y="13240"/>
                    <a:pt x="12192" y="13430"/>
                  </a:cubicBezTo>
                  <a:lnTo>
                    <a:pt x="12668" y="11525"/>
                  </a:lnTo>
                  <a:cubicBezTo>
                    <a:pt x="12668" y="11525"/>
                    <a:pt x="11811" y="13525"/>
                    <a:pt x="11811" y="14002"/>
                  </a:cubicBezTo>
                  <a:cubicBezTo>
                    <a:pt x="11811" y="13049"/>
                    <a:pt x="12097" y="12192"/>
                    <a:pt x="12287" y="11430"/>
                  </a:cubicBezTo>
                  <a:lnTo>
                    <a:pt x="11906" y="12001"/>
                  </a:lnTo>
                  <a:cubicBezTo>
                    <a:pt x="12383" y="10097"/>
                    <a:pt x="14002" y="8477"/>
                    <a:pt x="14954" y="7144"/>
                  </a:cubicBezTo>
                  <a:cubicBezTo>
                    <a:pt x="13907" y="7525"/>
                    <a:pt x="12192" y="10097"/>
                    <a:pt x="11621" y="11620"/>
                  </a:cubicBezTo>
                  <a:cubicBezTo>
                    <a:pt x="11335" y="12382"/>
                    <a:pt x="11240" y="13240"/>
                    <a:pt x="10954" y="13907"/>
                  </a:cubicBezTo>
                  <a:lnTo>
                    <a:pt x="11144" y="12382"/>
                  </a:lnTo>
                  <a:lnTo>
                    <a:pt x="11144" y="12382"/>
                  </a:lnTo>
                  <a:cubicBezTo>
                    <a:pt x="11144" y="12382"/>
                    <a:pt x="10668" y="13430"/>
                    <a:pt x="10668" y="13430"/>
                  </a:cubicBezTo>
                  <a:cubicBezTo>
                    <a:pt x="10858" y="11525"/>
                    <a:pt x="11335" y="10477"/>
                    <a:pt x="11906" y="9239"/>
                  </a:cubicBezTo>
                  <a:cubicBezTo>
                    <a:pt x="11621" y="9430"/>
                    <a:pt x="11335" y="9811"/>
                    <a:pt x="11144" y="10192"/>
                  </a:cubicBezTo>
                  <a:cubicBezTo>
                    <a:pt x="10858" y="10477"/>
                    <a:pt x="10763" y="10954"/>
                    <a:pt x="10573" y="11430"/>
                  </a:cubicBezTo>
                  <a:cubicBezTo>
                    <a:pt x="10287" y="12382"/>
                    <a:pt x="10001" y="13335"/>
                    <a:pt x="9906" y="14478"/>
                  </a:cubicBezTo>
                  <a:cubicBezTo>
                    <a:pt x="9811" y="14002"/>
                    <a:pt x="9906" y="13240"/>
                    <a:pt x="9906" y="12668"/>
                  </a:cubicBezTo>
                  <a:cubicBezTo>
                    <a:pt x="9716" y="12764"/>
                    <a:pt x="9906" y="12668"/>
                    <a:pt x="9716" y="12859"/>
                  </a:cubicBezTo>
                  <a:cubicBezTo>
                    <a:pt x="9430" y="13240"/>
                    <a:pt x="9239" y="14002"/>
                    <a:pt x="9144" y="14478"/>
                  </a:cubicBezTo>
                  <a:lnTo>
                    <a:pt x="9144" y="13335"/>
                  </a:lnTo>
                  <a:cubicBezTo>
                    <a:pt x="9144" y="13335"/>
                    <a:pt x="8763" y="14478"/>
                    <a:pt x="8763" y="14478"/>
                  </a:cubicBezTo>
                  <a:cubicBezTo>
                    <a:pt x="8763" y="13525"/>
                    <a:pt x="8763" y="12954"/>
                    <a:pt x="8954" y="12097"/>
                  </a:cubicBezTo>
                  <a:cubicBezTo>
                    <a:pt x="8573" y="12573"/>
                    <a:pt x="8477" y="13335"/>
                    <a:pt x="8382" y="14192"/>
                  </a:cubicBezTo>
                  <a:cubicBezTo>
                    <a:pt x="8382" y="13907"/>
                    <a:pt x="8382" y="13335"/>
                    <a:pt x="8382" y="12859"/>
                  </a:cubicBezTo>
                  <a:lnTo>
                    <a:pt x="7906" y="13811"/>
                  </a:lnTo>
                  <a:cubicBezTo>
                    <a:pt x="7906" y="13811"/>
                    <a:pt x="7715" y="14478"/>
                    <a:pt x="7620" y="14764"/>
                  </a:cubicBezTo>
                  <a:cubicBezTo>
                    <a:pt x="7620" y="13811"/>
                    <a:pt x="7906" y="13240"/>
                    <a:pt x="8001" y="12478"/>
                  </a:cubicBezTo>
                  <a:cubicBezTo>
                    <a:pt x="7429" y="13144"/>
                    <a:pt x="7334" y="14002"/>
                    <a:pt x="7049" y="15049"/>
                  </a:cubicBezTo>
                  <a:cubicBezTo>
                    <a:pt x="7049" y="13907"/>
                    <a:pt x="7334" y="12192"/>
                    <a:pt x="7715" y="11525"/>
                  </a:cubicBezTo>
                  <a:cubicBezTo>
                    <a:pt x="7049" y="11811"/>
                    <a:pt x="6953" y="14478"/>
                    <a:pt x="6763" y="15049"/>
                  </a:cubicBezTo>
                  <a:lnTo>
                    <a:pt x="6572" y="13907"/>
                  </a:lnTo>
                  <a:cubicBezTo>
                    <a:pt x="6572" y="13907"/>
                    <a:pt x="6572" y="13907"/>
                    <a:pt x="6477" y="14097"/>
                  </a:cubicBezTo>
                  <a:lnTo>
                    <a:pt x="6191" y="15240"/>
                  </a:lnTo>
                  <a:lnTo>
                    <a:pt x="6001" y="13811"/>
                  </a:lnTo>
                  <a:cubicBezTo>
                    <a:pt x="6001" y="13811"/>
                    <a:pt x="5810" y="14668"/>
                    <a:pt x="5715" y="15335"/>
                  </a:cubicBezTo>
                  <a:cubicBezTo>
                    <a:pt x="5715" y="15335"/>
                    <a:pt x="5525" y="14192"/>
                    <a:pt x="5525" y="13430"/>
                  </a:cubicBezTo>
                  <a:cubicBezTo>
                    <a:pt x="5429" y="13525"/>
                    <a:pt x="5525" y="13430"/>
                    <a:pt x="5334" y="13716"/>
                  </a:cubicBezTo>
                  <a:cubicBezTo>
                    <a:pt x="5048" y="14192"/>
                    <a:pt x="5048" y="14859"/>
                    <a:pt x="4858" y="15240"/>
                  </a:cubicBezTo>
                  <a:lnTo>
                    <a:pt x="5048" y="14097"/>
                  </a:lnTo>
                  <a:cubicBezTo>
                    <a:pt x="5048" y="14097"/>
                    <a:pt x="5048" y="14097"/>
                    <a:pt x="4858" y="14288"/>
                  </a:cubicBezTo>
                  <a:lnTo>
                    <a:pt x="4572" y="14764"/>
                  </a:lnTo>
                  <a:close/>
                </a:path>
              </a:pathLst>
            </a:custGeom>
            <a:solidFill>
              <a:srgbClr val="125AA3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0" name="任意多边形: 形状 39" descr="c5516926-2ea6-4474-b132-87aed7490eb7">
              <a:extLst>
                <a:ext uri="{FF2B5EF4-FFF2-40B4-BE49-F238E27FC236}">
                  <a16:creationId xmlns:a16="http://schemas.microsoft.com/office/drawing/2014/main" id="{8B2C35CD-A96A-BD70-CB96-D8598CB56574}"/>
                </a:ext>
              </a:extLst>
            </p:cNvPr>
            <p:cNvSpPr/>
            <p:nvPr/>
          </p:nvSpPr>
          <p:spPr>
            <a:xfrm>
              <a:off x="4961138" y="4526073"/>
              <a:ext cx="15813" cy="34654"/>
            </a:xfrm>
            <a:custGeom>
              <a:avLst/>
              <a:gdLst>
                <a:gd name="connsiteX0" fmla="*/ 10457 w 26401"/>
                <a:gd name="connsiteY0" fmla="*/ 57858 h 57857"/>
                <a:gd name="connsiteX1" fmla="*/ 9123 w 26401"/>
                <a:gd name="connsiteY1" fmla="*/ 57286 h 57857"/>
                <a:gd name="connsiteX2" fmla="*/ 9123 w 26401"/>
                <a:gd name="connsiteY2" fmla="*/ 54905 h 57857"/>
                <a:gd name="connsiteX3" fmla="*/ 13600 w 26401"/>
                <a:gd name="connsiteY3" fmla="*/ 53286 h 57857"/>
                <a:gd name="connsiteX4" fmla="*/ 22744 w 26401"/>
                <a:gd name="connsiteY4" fmla="*/ 44046 h 57857"/>
                <a:gd name="connsiteX5" fmla="*/ 741 w 26401"/>
                <a:gd name="connsiteY5" fmla="*/ 3279 h 57857"/>
                <a:gd name="connsiteX6" fmla="*/ 360 w 26401"/>
                <a:gd name="connsiteY6" fmla="*/ 803 h 57857"/>
                <a:gd name="connsiteX7" fmla="*/ 2837 w 26401"/>
                <a:gd name="connsiteY7" fmla="*/ 327 h 57857"/>
                <a:gd name="connsiteX8" fmla="*/ 26363 w 26401"/>
                <a:gd name="connsiteY8" fmla="*/ 43761 h 57857"/>
                <a:gd name="connsiteX9" fmla="*/ 14362 w 26401"/>
                <a:gd name="connsiteY9" fmla="*/ 56715 h 57857"/>
                <a:gd name="connsiteX10" fmla="*/ 11600 w 26401"/>
                <a:gd name="connsiteY10" fmla="*/ 57477 h 57857"/>
                <a:gd name="connsiteX11" fmla="*/ 10361 w 26401"/>
                <a:gd name="connsiteY11" fmla="*/ 57858 h 5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401" h="57857">
                  <a:moveTo>
                    <a:pt x="10457" y="57858"/>
                  </a:moveTo>
                  <a:cubicBezTo>
                    <a:pt x="9980" y="57858"/>
                    <a:pt x="9504" y="57667"/>
                    <a:pt x="9123" y="57286"/>
                  </a:cubicBezTo>
                  <a:cubicBezTo>
                    <a:pt x="8456" y="56619"/>
                    <a:pt x="8456" y="55572"/>
                    <a:pt x="9123" y="54905"/>
                  </a:cubicBezTo>
                  <a:cubicBezTo>
                    <a:pt x="10076" y="53952"/>
                    <a:pt x="11600" y="53667"/>
                    <a:pt x="13600" y="53286"/>
                  </a:cubicBezTo>
                  <a:cubicBezTo>
                    <a:pt x="19029" y="52143"/>
                    <a:pt x="23220" y="50714"/>
                    <a:pt x="22744" y="44046"/>
                  </a:cubicBezTo>
                  <a:cubicBezTo>
                    <a:pt x="22268" y="40427"/>
                    <a:pt x="4170" y="5661"/>
                    <a:pt x="741" y="3279"/>
                  </a:cubicBezTo>
                  <a:cubicBezTo>
                    <a:pt x="-116" y="2708"/>
                    <a:pt x="-211" y="1660"/>
                    <a:pt x="360" y="803"/>
                  </a:cubicBezTo>
                  <a:cubicBezTo>
                    <a:pt x="932" y="-54"/>
                    <a:pt x="1980" y="-245"/>
                    <a:pt x="2837" y="327"/>
                  </a:cubicBezTo>
                  <a:cubicBezTo>
                    <a:pt x="7123" y="3279"/>
                    <a:pt x="26078" y="39855"/>
                    <a:pt x="26363" y="43761"/>
                  </a:cubicBezTo>
                  <a:cubicBezTo>
                    <a:pt x="27030" y="54048"/>
                    <a:pt x="18743" y="55762"/>
                    <a:pt x="14362" y="56715"/>
                  </a:cubicBezTo>
                  <a:cubicBezTo>
                    <a:pt x="13314" y="57000"/>
                    <a:pt x="11885" y="57286"/>
                    <a:pt x="11600" y="57477"/>
                  </a:cubicBezTo>
                  <a:cubicBezTo>
                    <a:pt x="11219" y="57762"/>
                    <a:pt x="10743" y="57858"/>
                    <a:pt x="10361" y="57858"/>
                  </a:cubicBezTo>
                  <a:close/>
                </a:path>
              </a:pathLst>
            </a:custGeom>
            <a:solidFill>
              <a:srgbClr val="FC977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41" name="任意多边形: 形状 40" descr="fa48a516-191d-46e1-b9f8-356b62974dd7">
              <a:extLst>
                <a:ext uri="{FF2B5EF4-FFF2-40B4-BE49-F238E27FC236}">
                  <a16:creationId xmlns:a16="http://schemas.microsoft.com/office/drawing/2014/main" id="{7F79930E-683F-D032-E423-3D57F77A291F}"/>
                </a:ext>
              </a:extLst>
            </p:cNvPr>
            <p:cNvSpPr/>
            <p:nvPr/>
          </p:nvSpPr>
          <p:spPr>
            <a:xfrm>
              <a:off x="4941729" y="4574476"/>
              <a:ext cx="39193" cy="7588"/>
            </a:xfrm>
            <a:custGeom>
              <a:avLst/>
              <a:gdLst>
                <a:gd name="connsiteX0" fmla="*/ 0 w 65436"/>
                <a:gd name="connsiteY0" fmla="*/ 3810 h 12668"/>
                <a:gd name="connsiteX1" fmla="*/ 65437 w 65436"/>
                <a:gd name="connsiteY1" fmla="*/ 0 h 12668"/>
                <a:gd name="connsiteX2" fmla="*/ 0 w 65436"/>
                <a:gd name="connsiteY2" fmla="*/ 3810 h 12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36" h="12668">
                  <a:moveTo>
                    <a:pt x="0" y="3810"/>
                  </a:moveTo>
                  <a:cubicBezTo>
                    <a:pt x="41148" y="16764"/>
                    <a:pt x="62960" y="15526"/>
                    <a:pt x="65437" y="0"/>
                  </a:cubicBezTo>
                  <a:cubicBezTo>
                    <a:pt x="38957" y="4763"/>
                    <a:pt x="17145" y="6096"/>
                    <a:pt x="0" y="3810"/>
                  </a:cubicBezTo>
                  <a:close/>
                </a:path>
              </a:pathLst>
            </a:custGeom>
            <a:solidFill>
              <a:srgbClr val="FC9774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31" name="任意多边形: 形状 30" descr="834f471b-75f5-49e5-a422-7bd855a9d38c">
              <a:extLst>
                <a:ext uri="{FF2B5EF4-FFF2-40B4-BE49-F238E27FC236}">
                  <a16:creationId xmlns:a16="http://schemas.microsoft.com/office/drawing/2014/main" id="{8EF0F7F3-4100-75FA-2C3E-03F3375BE137}"/>
                </a:ext>
              </a:extLst>
            </p:cNvPr>
            <p:cNvSpPr/>
            <p:nvPr/>
          </p:nvSpPr>
          <p:spPr>
            <a:xfrm>
              <a:off x="6916875" y="2952146"/>
              <a:ext cx="504892" cy="522692"/>
            </a:xfrm>
            <a:custGeom>
              <a:avLst/>
              <a:gdLst>
                <a:gd name="connsiteX0" fmla="*/ 421481 w 842962"/>
                <a:gd name="connsiteY0" fmla="*/ 0 h 872680"/>
                <a:gd name="connsiteX1" fmla="*/ 0 w 842962"/>
                <a:gd name="connsiteY1" fmla="*/ 436340 h 872680"/>
                <a:gd name="connsiteX2" fmla="*/ 421481 w 842962"/>
                <a:gd name="connsiteY2" fmla="*/ 872681 h 872680"/>
                <a:gd name="connsiteX3" fmla="*/ 842963 w 842962"/>
                <a:gd name="connsiteY3" fmla="*/ 436340 h 872680"/>
                <a:gd name="connsiteX4" fmla="*/ 421481 w 842962"/>
                <a:gd name="connsiteY4" fmla="*/ 0 h 87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962" h="872680">
                  <a:moveTo>
                    <a:pt x="421481" y="0"/>
                  </a:moveTo>
                  <a:cubicBezTo>
                    <a:pt x="395288" y="359092"/>
                    <a:pt x="342329" y="408718"/>
                    <a:pt x="0" y="436340"/>
                  </a:cubicBezTo>
                  <a:cubicBezTo>
                    <a:pt x="342424" y="463963"/>
                    <a:pt x="395383" y="513588"/>
                    <a:pt x="421481" y="872681"/>
                  </a:cubicBezTo>
                  <a:cubicBezTo>
                    <a:pt x="447675" y="513588"/>
                    <a:pt x="500634" y="463963"/>
                    <a:pt x="842963" y="436340"/>
                  </a:cubicBezTo>
                  <a:cubicBezTo>
                    <a:pt x="500539" y="408718"/>
                    <a:pt x="447675" y="359092"/>
                    <a:pt x="42148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32" name="任意多边形: 形状 31" descr="acf3017c-cf34-4c14-adf2-bdd443719213">
              <a:extLst>
                <a:ext uri="{FF2B5EF4-FFF2-40B4-BE49-F238E27FC236}">
                  <a16:creationId xmlns:a16="http://schemas.microsoft.com/office/drawing/2014/main" id="{2065CFBC-C605-385E-E7D3-4F6158D3DF45}"/>
                </a:ext>
              </a:extLst>
            </p:cNvPr>
            <p:cNvSpPr/>
            <p:nvPr/>
          </p:nvSpPr>
          <p:spPr>
            <a:xfrm>
              <a:off x="7498613" y="3352066"/>
              <a:ext cx="371909" cy="354223"/>
            </a:xfrm>
            <a:custGeom>
              <a:avLst/>
              <a:gdLst>
                <a:gd name="connsiteX0" fmla="*/ 128397 w 620934"/>
                <a:gd name="connsiteY0" fmla="*/ 160972 h 591407"/>
                <a:gd name="connsiteX1" fmla="*/ 0 w 620934"/>
                <a:gd name="connsiteY1" fmla="*/ 293846 h 591407"/>
                <a:gd name="connsiteX2" fmla="*/ 128397 w 620934"/>
                <a:gd name="connsiteY2" fmla="*/ 426720 h 591407"/>
                <a:gd name="connsiteX3" fmla="*/ 256794 w 620934"/>
                <a:gd name="connsiteY3" fmla="*/ 293846 h 591407"/>
                <a:gd name="connsiteX4" fmla="*/ 128397 w 620934"/>
                <a:gd name="connsiteY4" fmla="*/ 160972 h 591407"/>
                <a:gd name="connsiteX5" fmla="*/ 128397 w 620934"/>
                <a:gd name="connsiteY5" fmla="*/ 160972 h 591407"/>
                <a:gd name="connsiteX6" fmla="*/ 552355 w 620934"/>
                <a:gd name="connsiteY6" fmla="*/ 449485 h 591407"/>
                <a:gd name="connsiteX7" fmla="*/ 483775 w 620934"/>
                <a:gd name="connsiteY7" fmla="*/ 520446 h 591407"/>
                <a:gd name="connsiteX8" fmla="*/ 552355 w 620934"/>
                <a:gd name="connsiteY8" fmla="*/ 591407 h 591407"/>
                <a:gd name="connsiteX9" fmla="*/ 620935 w 620934"/>
                <a:gd name="connsiteY9" fmla="*/ 520446 h 591407"/>
                <a:gd name="connsiteX10" fmla="*/ 552355 w 620934"/>
                <a:gd name="connsiteY10" fmla="*/ 449485 h 591407"/>
                <a:gd name="connsiteX11" fmla="*/ 552355 w 620934"/>
                <a:gd name="connsiteY11" fmla="*/ 449485 h 591407"/>
                <a:gd name="connsiteX12" fmla="*/ 366617 w 620934"/>
                <a:gd name="connsiteY12" fmla="*/ 0 h 591407"/>
                <a:gd name="connsiteX13" fmla="*/ 297180 w 620934"/>
                <a:gd name="connsiteY13" fmla="*/ 71818 h 591407"/>
                <a:gd name="connsiteX14" fmla="*/ 366617 w 620934"/>
                <a:gd name="connsiteY14" fmla="*/ 143732 h 591407"/>
                <a:gd name="connsiteX15" fmla="*/ 436054 w 620934"/>
                <a:gd name="connsiteY15" fmla="*/ 71818 h 591407"/>
                <a:gd name="connsiteX16" fmla="*/ 366617 w 620934"/>
                <a:gd name="connsiteY16" fmla="*/ 0 h 591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0934" h="591407">
                  <a:moveTo>
                    <a:pt x="128397" y="160972"/>
                  </a:moveTo>
                  <a:cubicBezTo>
                    <a:pt x="120396" y="270320"/>
                    <a:pt x="104299" y="285464"/>
                    <a:pt x="0" y="293846"/>
                  </a:cubicBezTo>
                  <a:cubicBezTo>
                    <a:pt x="104299" y="302228"/>
                    <a:pt x="120396" y="317373"/>
                    <a:pt x="128397" y="426720"/>
                  </a:cubicBezTo>
                  <a:cubicBezTo>
                    <a:pt x="136398" y="317373"/>
                    <a:pt x="152495" y="302228"/>
                    <a:pt x="256794" y="293846"/>
                  </a:cubicBezTo>
                  <a:cubicBezTo>
                    <a:pt x="152495" y="285369"/>
                    <a:pt x="136398" y="270320"/>
                    <a:pt x="128397" y="160972"/>
                  </a:cubicBezTo>
                  <a:lnTo>
                    <a:pt x="128397" y="160972"/>
                  </a:lnTo>
                  <a:close/>
                  <a:moveTo>
                    <a:pt x="552355" y="449485"/>
                  </a:moveTo>
                  <a:cubicBezTo>
                    <a:pt x="548068" y="507873"/>
                    <a:pt x="539496" y="515969"/>
                    <a:pt x="483775" y="520446"/>
                  </a:cubicBezTo>
                  <a:cubicBezTo>
                    <a:pt x="539496" y="524923"/>
                    <a:pt x="548068" y="533019"/>
                    <a:pt x="552355" y="591407"/>
                  </a:cubicBezTo>
                  <a:cubicBezTo>
                    <a:pt x="556641" y="533019"/>
                    <a:pt x="565213" y="524923"/>
                    <a:pt x="620935" y="520446"/>
                  </a:cubicBezTo>
                  <a:cubicBezTo>
                    <a:pt x="565213" y="515969"/>
                    <a:pt x="556641" y="507873"/>
                    <a:pt x="552355" y="449485"/>
                  </a:cubicBezTo>
                  <a:lnTo>
                    <a:pt x="552355" y="449485"/>
                  </a:lnTo>
                  <a:close/>
                  <a:moveTo>
                    <a:pt x="366617" y="0"/>
                  </a:moveTo>
                  <a:cubicBezTo>
                    <a:pt x="362331" y="59150"/>
                    <a:pt x="353568" y="67342"/>
                    <a:pt x="297180" y="71818"/>
                  </a:cubicBezTo>
                  <a:cubicBezTo>
                    <a:pt x="353568" y="76391"/>
                    <a:pt x="362331" y="84582"/>
                    <a:pt x="366617" y="143732"/>
                  </a:cubicBezTo>
                  <a:cubicBezTo>
                    <a:pt x="370999" y="84582"/>
                    <a:pt x="379666" y="76391"/>
                    <a:pt x="436054" y="71818"/>
                  </a:cubicBezTo>
                  <a:cubicBezTo>
                    <a:pt x="379666" y="67246"/>
                    <a:pt x="370999" y="59150"/>
                    <a:pt x="36661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33" name="任意多边形: 形状 32" descr="e36e7e8d-0e55-47dd-bdbd-8b09dbe28b65">
              <a:extLst>
                <a:ext uri="{FF2B5EF4-FFF2-40B4-BE49-F238E27FC236}">
                  <a16:creationId xmlns:a16="http://schemas.microsoft.com/office/drawing/2014/main" id="{EEAEFC74-A391-BD56-C4AE-E0361B363DA1}"/>
                </a:ext>
              </a:extLst>
            </p:cNvPr>
            <p:cNvSpPr/>
            <p:nvPr/>
          </p:nvSpPr>
          <p:spPr>
            <a:xfrm>
              <a:off x="4801975" y="2654516"/>
              <a:ext cx="371852" cy="354223"/>
            </a:xfrm>
            <a:custGeom>
              <a:avLst/>
              <a:gdLst>
                <a:gd name="connsiteX0" fmla="*/ 128397 w 620839"/>
                <a:gd name="connsiteY0" fmla="*/ 160973 h 591407"/>
                <a:gd name="connsiteX1" fmla="*/ 0 w 620839"/>
                <a:gd name="connsiteY1" fmla="*/ 293846 h 591407"/>
                <a:gd name="connsiteX2" fmla="*/ 128397 w 620839"/>
                <a:gd name="connsiteY2" fmla="*/ 426720 h 591407"/>
                <a:gd name="connsiteX3" fmla="*/ 256794 w 620839"/>
                <a:gd name="connsiteY3" fmla="*/ 293846 h 591407"/>
                <a:gd name="connsiteX4" fmla="*/ 128397 w 620839"/>
                <a:gd name="connsiteY4" fmla="*/ 160973 h 591407"/>
                <a:gd name="connsiteX5" fmla="*/ 128397 w 620839"/>
                <a:gd name="connsiteY5" fmla="*/ 160973 h 591407"/>
                <a:gd name="connsiteX6" fmla="*/ 552355 w 620839"/>
                <a:gd name="connsiteY6" fmla="*/ 449485 h 591407"/>
                <a:gd name="connsiteX7" fmla="*/ 483775 w 620839"/>
                <a:gd name="connsiteY7" fmla="*/ 520446 h 591407"/>
                <a:gd name="connsiteX8" fmla="*/ 552355 w 620839"/>
                <a:gd name="connsiteY8" fmla="*/ 591407 h 591407"/>
                <a:gd name="connsiteX9" fmla="*/ 620839 w 620839"/>
                <a:gd name="connsiteY9" fmla="*/ 520446 h 591407"/>
                <a:gd name="connsiteX10" fmla="*/ 552355 w 620839"/>
                <a:gd name="connsiteY10" fmla="*/ 449485 h 591407"/>
                <a:gd name="connsiteX11" fmla="*/ 552355 w 620839"/>
                <a:gd name="connsiteY11" fmla="*/ 449485 h 591407"/>
                <a:gd name="connsiteX12" fmla="*/ 366713 w 620839"/>
                <a:gd name="connsiteY12" fmla="*/ 0 h 591407"/>
                <a:gd name="connsiteX13" fmla="*/ 297275 w 620839"/>
                <a:gd name="connsiteY13" fmla="*/ 71914 h 591407"/>
                <a:gd name="connsiteX14" fmla="*/ 366713 w 620839"/>
                <a:gd name="connsiteY14" fmla="*/ 143827 h 591407"/>
                <a:gd name="connsiteX15" fmla="*/ 436150 w 620839"/>
                <a:gd name="connsiteY15" fmla="*/ 71914 h 591407"/>
                <a:gd name="connsiteX16" fmla="*/ 366713 w 620839"/>
                <a:gd name="connsiteY16" fmla="*/ 0 h 591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20839" h="591407">
                  <a:moveTo>
                    <a:pt x="128397" y="160973"/>
                  </a:moveTo>
                  <a:cubicBezTo>
                    <a:pt x="120491" y="270320"/>
                    <a:pt x="104299" y="285464"/>
                    <a:pt x="0" y="293846"/>
                  </a:cubicBezTo>
                  <a:cubicBezTo>
                    <a:pt x="104299" y="302324"/>
                    <a:pt x="120491" y="317373"/>
                    <a:pt x="128397" y="426720"/>
                  </a:cubicBezTo>
                  <a:cubicBezTo>
                    <a:pt x="136398" y="317373"/>
                    <a:pt x="152495" y="302228"/>
                    <a:pt x="256794" y="293846"/>
                  </a:cubicBezTo>
                  <a:cubicBezTo>
                    <a:pt x="152495" y="285464"/>
                    <a:pt x="136398" y="270320"/>
                    <a:pt x="128397" y="160973"/>
                  </a:cubicBezTo>
                  <a:lnTo>
                    <a:pt x="128397" y="160973"/>
                  </a:lnTo>
                  <a:close/>
                  <a:moveTo>
                    <a:pt x="552355" y="449485"/>
                  </a:moveTo>
                  <a:cubicBezTo>
                    <a:pt x="548069" y="507873"/>
                    <a:pt x="539496" y="515969"/>
                    <a:pt x="483775" y="520446"/>
                  </a:cubicBezTo>
                  <a:cubicBezTo>
                    <a:pt x="539401" y="525018"/>
                    <a:pt x="548069" y="533019"/>
                    <a:pt x="552355" y="591407"/>
                  </a:cubicBezTo>
                  <a:cubicBezTo>
                    <a:pt x="556641" y="533019"/>
                    <a:pt x="565213" y="524923"/>
                    <a:pt x="620839" y="520446"/>
                  </a:cubicBezTo>
                  <a:cubicBezTo>
                    <a:pt x="565213" y="515969"/>
                    <a:pt x="556546" y="507873"/>
                    <a:pt x="552355" y="449485"/>
                  </a:cubicBezTo>
                  <a:lnTo>
                    <a:pt x="552355" y="449485"/>
                  </a:lnTo>
                  <a:close/>
                  <a:moveTo>
                    <a:pt x="366713" y="0"/>
                  </a:moveTo>
                  <a:cubicBezTo>
                    <a:pt x="362426" y="59150"/>
                    <a:pt x="353663" y="67342"/>
                    <a:pt x="297275" y="71914"/>
                  </a:cubicBezTo>
                  <a:cubicBezTo>
                    <a:pt x="353663" y="76486"/>
                    <a:pt x="362426" y="84677"/>
                    <a:pt x="366713" y="143827"/>
                  </a:cubicBezTo>
                  <a:cubicBezTo>
                    <a:pt x="370999" y="84677"/>
                    <a:pt x="379762" y="76486"/>
                    <a:pt x="436150" y="71914"/>
                  </a:cubicBezTo>
                  <a:cubicBezTo>
                    <a:pt x="379762" y="67342"/>
                    <a:pt x="370999" y="59150"/>
                    <a:pt x="36671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紧致肌肤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4A7F06-43DC-DBFC-FCC9-4625D8B3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60" y="1850471"/>
            <a:ext cx="4437082" cy="43175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DA5C40-E8E6-DE01-683C-DA54AE36A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650" y="2211432"/>
            <a:ext cx="5816550" cy="7535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26eea12f-98a3-422c-a8da-e2bbb9d450b6.source.2.zh-Hans.pptx" descr="45873797-ab6f-4f4d-828f-8504e3207067">
            <a:extLst>
              <a:ext uri="{FF2B5EF4-FFF2-40B4-BE49-F238E27FC236}">
                <a16:creationId xmlns:a16="http://schemas.microsoft.com/office/drawing/2014/main" id="{66B87A8F-2E90-CA34-044C-BFA899A2A1AF}"/>
              </a:ext>
            </a:extLst>
          </p:cNvPr>
          <p:cNvGrpSpPr/>
          <p:nvPr/>
        </p:nvGrpSpPr>
        <p:grpSpPr>
          <a:xfrm>
            <a:off x="660400" y="1130300"/>
            <a:ext cx="10858500" cy="4889031"/>
            <a:chOff x="660400" y="1130300"/>
            <a:chExt cx="10858500" cy="4889031"/>
          </a:xfrm>
        </p:grpSpPr>
        <p:grpSp>
          <p:nvGrpSpPr>
            <p:cNvPr id="6" name="组合 5" descr="ec211810-37f6-4798-89b5-36c5d2f78fa2">
              <a:extLst>
                <a:ext uri="{FF2B5EF4-FFF2-40B4-BE49-F238E27FC236}">
                  <a16:creationId xmlns:a16="http://schemas.microsoft.com/office/drawing/2014/main" id="{4B5F5F15-79BC-5831-EDB3-0AAF354C6AEA}"/>
                </a:ext>
              </a:extLst>
            </p:cNvPr>
            <p:cNvGrpSpPr/>
            <p:nvPr/>
          </p:nvGrpSpPr>
          <p:grpSpPr>
            <a:xfrm>
              <a:off x="1887855" y="2281099"/>
              <a:ext cx="4055907" cy="3715372"/>
              <a:chOff x="660399" y="1823899"/>
              <a:chExt cx="4055907" cy="3715372"/>
            </a:xfrm>
          </p:grpSpPr>
          <p:sp>
            <p:nvSpPr>
              <p:cNvPr id="12" name="矩形: 圆角 11" descr="d6a3e203-a8c1-4d83-b7f7-861235f9e841">
                <a:extLst>
                  <a:ext uri="{FF2B5EF4-FFF2-40B4-BE49-F238E27FC236}">
                    <a16:creationId xmlns:a16="http://schemas.microsoft.com/office/drawing/2014/main" id="{40142FEA-8C13-41A6-A040-8C925638C379}"/>
                  </a:ext>
                </a:extLst>
              </p:cNvPr>
              <p:cNvSpPr/>
              <p:nvPr/>
            </p:nvSpPr>
            <p:spPr>
              <a:xfrm>
                <a:off x="660399" y="1823899"/>
                <a:ext cx="3878885" cy="3536302"/>
              </a:xfrm>
              <a:prstGeom prst="roundRect">
                <a:avLst>
                  <a:gd name="adj" fmla="val 6790"/>
                </a:avLst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" name="矩形: 圆角 1" descr="2865b022-076a-4c07-9cfc-6a1f354dcbd4">
                <a:extLst>
                  <a:ext uri="{FF2B5EF4-FFF2-40B4-BE49-F238E27FC236}">
                    <a16:creationId xmlns:a16="http://schemas.microsoft.com/office/drawing/2014/main" id="{56B13459-79EF-420B-BFD4-C901B668DDC2}"/>
                  </a:ext>
                </a:extLst>
              </p:cNvPr>
              <p:cNvSpPr/>
              <p:nvPr/>
            </p:nvSpPr>
            <p:spPr>
              <a:xfrm>
                <a:off x="837421" y="2002969"/>
                <a:ext cx="3878885" cy="3536302"/>
              </a:xfrm>
              <a:prstGeom prst="roundRect">
                <a:avLst>
                  <a:gd name="adj" fmla="val 6790"/>
                </a:avLst>
              </a:prstGeom>
              <a:solidFill>
                <a:srgbClr val="FFFFFF">
                  <a:alpha val="10000"/>
                </a:srgbClr>
              </a:solidFill>
              <a:ln w="12700">
                <a:gradFill flip="none" rotWithShape="1">
                  <a:gsLst>
                    <a:gs pos="0">
                      <a:srgbClr val="FFFFFF"/>
                    </a:gs>
                    <a:gs pos="28000">
                      <a:srgbClr val="FFFFFF">
                        <a:alpha val="20000"/>
                      </a:srgbClr>
                    </a:gs>
                    <a:gs pos="53000">
                      <a:srgbClr val="FFFFFF"/>
                    </a:gs>
                    <a:gs pos="76000">
                      <a:srgbClr val="FFFFFF">
                        <a:alpha val="20000"/>
                      </a:srgbClr>
                    </a:gs>
                    <a:gs pos="100000">
                      <a:srgbClr val="FFFFFF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4" name="Text1" descr="4a2cf7cf-e6d9-441c-a5cb-f68e97d06110">
                <a:extLst>
                  <a:ext uri="{FF2B5EF4-FFF2-40B4-BE49-F238E27FC236}">
                    <a16:creationId xmlns:a16="http://schemas.microsoft.com/office/drawing/2014/main" id="{87EB4278-1942-4CAB-965A-427DD073BDAA}"/>
                  </a:ext>
                </a:extLst>
              </p:cNvPr>
              <p:cNvSpPr txBox="1"/>
              <p:nvPr/>
            </p:nvSpPr>
            <p:spPr>
              <a:xfrm>
                <a:off x="923251" y="3187362"/>
                <a:ext cx="3591599" cy="1443152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/>
                  </a:rPr>
                  <a:t>长期使用玻色因，能有效改善肌肤暗沉问题，使肤色更加均匀。</a:t>
                </a:r>
              </a:p>
            </p:txBody>
          </p:sp>
          <p:grpSp>
            <p:nvGrpSpPr>
              <p:cNvPr id="26" name="组合 25" descr="9346e6d0-45e1-48e8-b268-57ecabfb5ed3">
                <a:extLst>
                  <a:ext uri="{FF2B5EF4-FFF2-40B4-BE49-F238E27FC236}">
                    <a16:creationId xmlns:a16="http://schemas.microsoft.com/office/drawing/2014/main" id="{A264404D-45F2-4DD8-822C-BC35A99CA494}"/>
                  </a:ext>
                </a:extLst>
              </p:cNvPr>
              <p:cNvGrpSpPr/>
              <p:nvPr/>
            </p:nvGrpSpPr>
            <p:grpSpPr>
              <a:xfrm>
                <a:off x="3867153" y="4713503"/>
                <a:ext cx="410200" cy="410198"/>
                <a:chOff x="7010403" y="-713161"/>
                <a:chExt cx="410200" cy="410198"/>
              </a:xfrm>
            </p:grpSpPr>
            <p:sp>
              <p:nvSpPr>
                <p:cNvPr id="22" name="椭圆 21" descr="cc98b3ef-c89c-4e4e-9a0e-ffad7cf2ec2b">
                  <a:extLst>
                    <a:ext uri="{FF2B5EF4-FFF2-40B4-BE49-F238E27FC236}">
                      <a16:creationId xmlns:a16="http://schemas.microsoft.com/office/drawing/2014/main" id="{B05E5361-2DC1-4023-8C0A-38B3A1733370}"/>
                    </a:ext>
                  </a:extLst>
                </p:cNvPr>
                <p:cNvSpPr/>
                <p:nvPr/>
              </p:nvSpPr>
              <p:spPr>
                <a:xfrm>
                  <a:off x="7010403" y="-713161"/>
                  <a:ext cx="410200" cy="410198"/>
                </a:xfrm>
                <a:prstGeom prst="ellipse">
                  <a:avLst/>
                </a:prstGeom>
                <a:solidFill>
                  <a:schemeClr val="bg1">
                    <a:alpha val="10000"/>
                  </a:schemeClr>
                </a:solidFill>
                <a:ln w="6350">
                  <a:gradFill flip="none" rotWithShape="1">
                    <a:gsLst>
                      <a:gs pos="0">
                        <a:srgbClr val="FFFFFF"/>
                      </a:gs>
                      <a:gs pos="28000">
                        <a:srgbClr val="FFFFFF">
                          <a:alpha val="20000"/>
                        </a:srgbClr>
                      </a:gs>
                      <a:gs pos="53000">
                        <a:srgbClr val="FFFFFF"/>
                      </a:gs>
                      <a:gs pos="76000">
                        <a:srgbClr val="FFFFFF">
                          <a:alpha val="20000"/>
                        </a:srgbClr>
                      </a:gs>
                      <a:gs pos="100000">
                        <a:srgbClr val="FFFFFF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23" name="Icon1" descr="fdcae058-0578-41ef-8f78-4c7d4c6cd721">
                  <a:extLst>
                    <a:ext uri="{FF2B5EF4-FFF2-40B4-BE49-F238E27FC236}">
                      <a16:creationId xmlns:a16="http://schemas.microsoft.com/office/drawing/2014/main" id="{E6869650-A188-4D53-83C2-65F999FFE8EA}"/>
                    </a:ext>
                  </a:extLst>
                </p:cNvPr>
                <p:cNvSpPr/>
                <p:nvPr/>
              </p:nvSpPr>
              <p:spPr>
                <a:xfrm>
                  <a:off x="7126502" y="-592299"/>
                  <a:ext cx="178001" cy="174822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408 h 523875"/>
                    <a:gd name="connsiteX30" fmla="*/ 11151 w 533400"/>
                    <a:gd name="connsiteY30" fmla="*/ 175405 h 523875"/>
                    <a:gd name="connsiteX31" fmla="*/ 56300 w 533400"/>
                    <a:gd name="connsiteY31" fmla="*/ 127018 h 523875"/>
                    <a:gd name="connsiteX32" fmla="*/ 8411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576" y="276846"/>
                        <a:pt x="372339" y="289610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1732"/>
                        <a:pt x="359576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552" y="524496"/>
                        <a:pt x="162789" y="511732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610"/>
                        <a:pt x="175552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5305"/>
                        <a:pt x="159741" y="151973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673" y="153021"/>
                        <a:pt x="390341" y="13701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501" y="114921"/>
                        <a:pt x="534264" y="127685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432"/>
                        <a:pt x="521501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512"/>
                        <a:pt x="375387" y="258844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455" y="257796"/>
                        <a:pt x="144787" y="273798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627" y="410196"/>
                        <a:pt x="864" y="397432"/>
                        <a:pt x="864" y="381621"/>
                      </a:cubicBezTo>
                      <a:lnTo>
                        <a:pt x="864" y="201408"/>
                      </a:lnTo>
                      <a:cubicBezTo>
                        <a:pt x="864" y="191788"/>
                        <a:pt x="4484" y="182454"/>
                        <a:pt x="11151" y="175405"/>
                      </a:cubicBezTo>
                      <a:lnTo>
                        <a:pt x="56300" y="127018"/>
                      </a:lnTo>
                      <a:cubicBezTo>
                        <a:pt x="63538" y="119303"/>
                        <a:pt x="73635" y="114921"/>
                        <a:pt x="8411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4921" y="172071"/>
                        <a:pt x="448539" y="178453"/>
                        <a:pt x="448539" y="186359"/>
                      </a:cubicBezTo>
                      <a:cubicBezTo>
                        <a:pt x="448539" y="194264"/>
                        <a:pt x="454921" y="200646"/>
                        <a:pt x="462827" y="200646"/>
                      </a:cubicBezTo>
                      <a:cubicBezTo>
                        <a:pt x="470732" y="200646"/>
                        <a:pt x="477114" y="194264"/>
                        <a:pt x="477114" y="186359"/>
                      </a:cubicBezTo>
                      <a:cubicBezTo>
                        <a:pt x="477114" y="178453"/>
                        <a:pt x="470732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576" y="621"/>
                        <a:pt x="372339" y="13385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207"/>
                        <a:pt x="359576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552" y="133971"/>
                        <a:pt x="162789" y="121207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385"/>
                        <a:pt x="175552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sp>
            <p:nvSpPr>
              <p:cNvPr id="31" name="Bullet1" descr="1504ecaa-5ba3-4109-b59b-907dc7cd4a0b">
                <a:extLst>
                  <a:ext uri="{FF2B5EF4-FFF2-40B4-BE49-F238E27FC236}">
                    <a16:creationId xmlns:a16="http://schemas.microsoft.com/office/drawing/2014/main" id="{E8190A40-92F1-4634-A148-976ABD32FE1F}"/>
                  </a:ext>
                </a:extLst>
              </p:cNvPr>
              <p:cNvSpPr txBox="1"/>
              <p:nvPr/>
            </p:nvSpPr>
            <p:spPr>
              <a:xfrm flipH="1">
                <a:off x="923247" y="2378715"/>
                <a:ext cx="3238003" cy="36933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改善肌肤暗沉</a:t>
                </a:r>
              </a:p>
            </p:txBody>
          </p:sp>
        </p:grpSp>
        <p:grpSp>
          <p:nvGrpSpPr>
            <p:cNvPr id="8" name="组合 7" descr="62d76eed-5255-4b53-9657-c9a41302691e">
              <a:extLst>
                <a:ext uri="{FF2B5EF4-FFF2-40B4-BE49-F238E27FC236}">
                  <a16:creationId xmlns:a16="http://schemas.microsoft.com/office/drawing/2014/main" id="{8B5030D1-7F7C-5DC2-1250-CF84D0F9C2E1}"/>
                </a:ext>
              </a:extLst>
            </p:cNvPr>
            <p:cNvGrpSpPr/>
            <p:nvPr/>
          </p:nvGrpSpPr>
          <p:grpSpPr>
            <a:xfrm>
              <a:off x="6235538" y="2303959"/>
              <a:ext cx="4055907" cy="3715372"/>
              <a:chOff x="5008082" y="1846759"/>
              <a:chExt cx="4055907" cy="3715372"/>
            </a:xfrm>
          </p:grpSpPr>
          <p:sp>
            <p:nvSpPr>
              <p:cNvPr id="32" name="矩形: 圆角 31" descr="80595866-c5b2-4e1a-95a2-e1f6afdfd92d">
                <a:extLst>
                  <a:ext uri="{FF2B5EF4-FFF2-40B4-BE49-F238E27FC236}">
                    <a16:creationId xmlns:a16="http://schemas.microsoft.com/office/drawing/2014/main" id="{3AC4A184-587A-43AA-927A-8C09E704F2D5}"/>
                  </a:ext>
                </a:extLst>
              </p:cNvPr>
              <p:cNvSpPr/>
              <p:nvPr/>
            </p:nvSpPr>
            <p:spPr>
              <a:xfrm>
                <a:off x="5008082" y="1846759"/>
                <a:ext cx="3878885" cy="3536302"/>
              </a:xfrm>
              <a:prstGeom prst="roundRect">
                <a:avLst>
                  <a:gd name="adj" fmla="val 679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3" name="矩形: 圆角 32" descr="7c8e3ee4-0e53-4435-9714-9b6c4479b69a">
                <a:extLst>
                  <a:ext uri="{FF2B5EF4-FFF2-40B4-BE49-F238E27FC236}">
                    <a16:creationId xmlns:a16="http://schemas.microsoft.com/office/drawing/2014/main" id="{5FF9BF9B-4D47-4D31-9A0E-F7100444727C}"/>
                  </a:ext>
                </a:extLst>
              </p:cNvPr>
              <p:cNvSpPr/>
              <p:nvPr/>
            </p:nvSpPr>
            <p:spPr>
              <a:xfrm>
                <a:off x="5185104" y="2025829"/>
                <a:ext cx="3878885" cy="3536302"/>
              </a:xfrm>
              <a:prstGeom prst="roundRect">
                <a:avLst>
                  <a:gd name="adj" fmla="val 6790"/>
                </a:avLst>
              </a:prstGeom>
              <a:solidFill>
                <a:srgbClr val="FFFFFF">
                  <a:alpha val="10000"/>
                </a:srgbClr>
              </a:solidFill>
              <a:ln w="12700">
                <a:gradFill flip="none" rotWithShape="1">
                  <a:gsLst>
                    <a:gs pos="0">
                      <a:srgbClr val="FFFFFF"/>
                    </a:gs>
                    <a:gs pos="28000">
                      <a:srgbClr val="FFFFFF">
                        <a:alpha val="20000"/>
                      </a:srgbClr>
                    </a:gs>
                    <a:gs pos="53000">
                      <a:srgbClr val="FFFFFF"/>
                    </a:gs>
                    <a:gs pos="76000">
                      <a:srgbClr val="FFFFFF">
                        <a:alpha val="20000"/>
                      </a:srgbClr>
                    </a:gs>
                    <a:gs pos="100000">
                      <a:srgbClr val="FFFFFF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34" name="Text2" descr="0717a86b-9085-4585-94a3-34fbad8e7e99">
                <a:extLst>
                  <a:ext uri="{FF2B5EF4-FFF2-40B4-BE49-F238E27FC236}">
                    <a16:creationId xmlns:a16="http://schemas.microsoft.com/office/drawing/2014/main" id="{C05DB0A7-84F0-482C-9E86-85FD14E6738A}"/>
                  </a:ext>
                </a:extLst>
              </p:cNvPr>
              <p:cNvSpPr txBox="1"/>
              <p:nvPr/>
            </p:nvSpPr>
            <p:spPr>
              <a:xfrm>
                <a:off x="5270934" y="3210222"/>
                <a:ext cx="3587316" cy="1477328"/>
              </a:xfrm>
              <a:prstGeom prst="rect">
                <a:avLst/>
              </a:prstGeom>
              <a:noFill/>
            </p:spPr>
            <p:txBody>
              <a:bodyPr wrap="square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/>
                  </a:rPr>
                  <a:t>加速肌肤细胞的新陈代谢，促进老旧角质脱落，让肌肤更加明亮。</a:t>
                </a:r>
              </a:p>
            </p:txBody>
          </p:sp>
          <p:sp>
            <p:nvSpPr>
              <p:cNvPr id="38" name="Bullet2" descr="e345db83-fb03-49c9-bf2b-e40e4ec9cc32">
                <a:extLst>
                  <a:ext uri="{FF2B5EF4-FFF2-40B4-BE49-F238E27FC236}">
                    <a16:creationId xmlns:a16="http://schemas.microsoft.com/office/drawing/2014/main" id="{E5DCCCEE-584D-41CA-A3C8-DEC73AF2B878}"/>
                  </a:ext>
                </a:extLst>
              </p:cNvPr>
              <p:cNvSpPr txBox="1"/>
              <p:nvPr/>
            </p:nvSpPr>
            <p:spPr>
              <a:xfrm flipH="1">
                <a:off x="5270928" y="2401575"/>
                <a:ext cx="3238003" cy="36933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促进细胞新陈代谢</a:t>
                </a:r>
              </a:p>
            </p:txBody>
          </p:sp>
          <p:grpSp>
            <p:nvGrpSpPr>
              <p:cNvPr id="77" name="组合 76" descr="bbe6b106-3920-43a6-b019-8b209c886ee3"/>
              <p:cNvGrpSpPr/>
              <p:nvPr/>
            </p:nvGrpSpPr>
            <p:grpSpPr>
              <a:xfrm>
                <a:off x="8255322" y="4713503"/>
                <a:ext cx="410200" cy="410198"/>
                <a:chOff x="4174812" y="-713161"/>
                <a:chExt cx="410200" cy="410198"/>
              </a:xfrm>
            </p:grpSpPr>
            <p:sp>
              <p:nvSpPr>
                <p:cNvPr id="91" name="椭圆 90" descr="196dda7f-6388-4f5d-ba7f-083e17990360">
                  <a:extLst>
                    <a:ext uri="{FF2B5EF4-FFF2-40B4-BE49-F238E27FC236}">
                      <a16:creationId xmlns:a16="http://schemas.microsoft.com/office/drawing/2014/main" id="{1E8AB994-1F5F-4CDB-9444-8A859A949839}"/>
                    </a:ext>
                  </a:extLst>
                </p:cNvPr>
                <p:cNvSpPr/>
                <p:nvPr/>
              </p:nvSpPr>
              <p:spPr>
                <a:xfrm>
                  <a:off x="4174812" y="-713161"/>
                  <a:ext cx="410200" cy="410198"/>
                </a:xfrm>
                <a:prstGeom prst="ellipse">
                  <a:avLst/>
                </a:prstGeom>
                <a:solidFill>
                  <a:schemeClr val="bg1">
                    <a:alpha val="10000"/>
                  </a:schemeClr>
                </a:solidFill>
                <a:ln w="6350">
                  <a:gradFill flip="none" rotWithShape="1">
                    <a:gsLst>
                      <a:gs pos="0">
                        <a:srgbClr val="FFFFFF"/>
                      </a:gs>
                      <a:gs pos="28000">
                        <a:srgbClr val="FFFFFF">
                          <a:alpha val="20000"/>
                        </a:srgbClr>
                      </a:gs>
                      <a:gs pos="53000">
                        <a:srgbClr val="FFFFFF"/>
                      </a:gs>
                      <a:gs pos="76000">
                        <a:srgbClr val="FFFFFF">
                          <a:alpha val="20000"/>
                        </a:srgbClr>
                      </a:gs>
                      <a:gs pos="100000">
                        <a:srgbClr val="FFFFFF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92" name="Icon2" descr="beb97c6a-ecdb-4a88-b414-30067fcae293">
                  <a:extLst>
                    <a:ext uri="{FF2B5EF4-FFF2-40B4-BE49-F238E27FC236}">
                      <a16:creationId xmlns:a16="http://schemas.microsoft.com/office/drawing/2014/main" id="{8AF9F099-FA08-46E9-9D53-6FDA578F40F7}"/>
                    </a:ext>
                  </a:extLst>
                </p:cNvPr>
                <p:cNvSpPr/>
                <p:nvPr/>
              </p:nvSpPr>
              <p:spPr>
                <a:xfrm>
                  <a:off x="4298719" y="-590713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40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5" name="Title" descr="b9305884-ae9f-4d94-a4cb-5fc751641010">
              <a:extLst>
                <a:ext uri="{FF2B5EF4-FFF2-40B4-BE49-F238E27FC236}">
                  <a16:creationId xmlns:a16="http://schemas.microsoft.com/office/drawing/2014/main" id="{E0554745-23A2-7E7E-2F56-2379401C168A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1010104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让肌肤焕发自然光彩</a:t>
              </a:r>
            </a:p>
          </p:txBody>
        </p: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提亮肤色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0116f723-e283-4113-8a08-19af2c3d42b7.source.3.zh-Hans.pptx" descr="005ca6d8-1302-4a39-a5dc-3352139b8ba0">
            <a:extLst>
              <a:ext uri="{FF2B5EF4-FFF2-40B4-BE49-F238E27FC236}">
                <a16:creationId xmlns:a16="http://schemas.microsoft.com/office/drawing/2014/main" id="{430E307D-5E73-EFF7-8F6E-323787FDC50A}"/>
              </a:ext>
            </a:extLst>
          </p:cNvPr>
          <p:cNvGrpSpPr/>
          <p:nvPr/>
        </p:nvGrpSpPr>
        <p:grpSpPr>
          <a:xfrm>
            <a:off x="3112956" y="1016734"/>
            <a:ext cx="8407532" cy="5135178"/>
            <a:chOff x="3112956" y="1016734"/>
            <a:chExt cx="8407532" cy="5135178"/>
          </a:xfrm>
        </p:grpSpPr>
        <p:grpSp>
          <p:nvGrpSpPr>
            <p:cNvPr id="67" name="组合 66" descr="885971c1-4c70-4fed-b2c9-1dbe6b39c2c6">
              <a:extLst>
                <a:ext uri="{FF2B5EF4-FFF2-40B4-BE49-F238E27FC236}">
                  <a16:creationId xmlns:a16="http://schemas.microsoft.com/office/drawing/2014/main" id="{35B026F9-857D-7C5F-5E27-08AF7A10FB7E}"/>
                </a:ext>
              </a:extLst>
            </p:cNvPr>
            <p:cNvGrpSpPr/>
            <p:nvPr/>
          </p:nvGrpSpPr>
          <p:grpSpPr>
            <a:xfrm>
              <a:off x="3727438" y="2655347"/>
              <a:ext cx="7793050" cy="2065579"/>
              <a:chOff x="3727438" y="2655347"/>
              <a:chExt cx="7793050" cy="2065579"/>
            </a:xfrm>
          </p:grpSpPr>
          <p:grpSp>
            <p:nvGrpSpPr>
              <p:cNvPr id="42" name="组合 41" descr="0a76624c-0292-4747-9e0c-6ecb18f4615d">
                <a:extLst>
                  <a:ext uri="{FF2B5EF4-FFF2-40B4-BE49-F238E27FC236}">
                    <a16:creationId xmlns:a16="http://schemas.microsoft.com/office/drawing/2014/main" id="{5CBF0606-0DF1-16A5-93B8-771375D7C5E8}"/>
                  </a:ext>
                </a:extLst>
              </p:cNvPr>
              <p:cNvGrpSpPr/>
              <p:nvPr/>
            </p:nvGrpSpPr>
            <p:grpSpPr>
              <a:xfrm>
                <a:off x="3727438" y="2655347"/>
                <a:ext cx="7793050" cy="591684"/>
                <a:chOff x="3727438" y="1770115"/>
                <a:chExt cx="7793050" cy="591684"/>
              </a:xfrm>
            </p:grpSpPr>
            <p:sp>
              <p:nvSpPr>
                <p:cNvPr id="47" name="Bullet1" descr="bee25187-9072-4a23-847f-1314c22d24a4">
                  <a:extLst>
                    <a:ext uri="{FF2B5EF4-FFF2-40B4-BE49-F238E27FC236}">
                      <a16:creationId xmlns:a16="http://schemas.microsoft.com/office/drawing/2014/main" id="{9D846DAA-F0EF-2094-8A5A-1735B006E8D8}"/>
                    </a:ext>
                  </a:extLst>
                </p:cNvPr>
                <p:cNvSpPr/>
                <p:nvPr/>
              </p:nvSpPr>
              <p:spPr bwMode="auto">
                <a:xfrm>
                  <a:off x="3727438" y="1805696"/>
                  <a:ext cx="2339407" cy="520522"/>
                </a:xfrm>
                <a:prstGeom prst="homePlate">
                  <a:avLst/>
                </a:prstGeom>
                <a:solidFill>
                  <a:schemeClr val="tx2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/>
                    </a:rPr>
                    <a:t>刺激GAGs生成</a:t>
                  </a:r>
                </a:p>
              </p:txBody>
            </p:sp>
            <p:sp>
              <p:nvSpPr>
                <p:cNvPr id="48" name="Number1" descr="f2ff1d79-5c0e-4780-ba06-af3323c9cbaf">
                  <a:extLst>
                    <a:ext uri="{FF2B5EF4-FFF2-40B4-BE49-F238E27FC236}">
                      <a16:creationId xmlns:a16="http://schemas.microsoft.com/office/drawing/2014/main" id="{1F172695-A811-8DDA-E281-E370DA38B792}"/>
                    </a:ext>
                  </a:extLst>
                </p:cNvPr>
                <p:cNvSpPr/>
                <p:nvPr/>
              </p:nvSpPr>
              <p:spPr bwMode="auto">
                <a:xfrm>
                  <a:off x="6125155" y="1770115"/>
                  <a:ext cx="591684" cy="59168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anchor="ctr" anchorCtr="1" compatLnSpc="1">
                  <a:normAutofit/>
                </a:bodyPr>
                <a:lstStyle/>
                <a:p>
                  <a:pPr algn="ctr"/>
                  <a:r>
                    <a:rPr lang="en-US" sz="1600" b="1" i="0" u="none">
                      <a:solidFill>
                        <a:srgbClr val="778495"/>
                      </a:solidFill>
                      <a:latin typeface="Arial"/>
                    </a:rPr>
                    <a:t>01</a:t>
                  </a:r>
                </a:p>
              </p:txBody>
            </p:sp>
            <p:sp>
              <p:nvSpPr>
                <p:cNvPr id="49" name="Text1" descr="e0aa649e-1c21-4a1a-9d0a-cb6abf4ab0c4">
                  <a:extLst>
                    <a:ext uri="{FF2B5EF4-FFF2-40B4-BE49-F238E27FC236}">
                      <a16:creationId xmlns:a16="http://schemas.microsoft.com/office/drawing/2014/main" id="{D45192B9-5275-BDC1-DE55-0DCFEBB0400E}"/>
                    </a:ext>
                  </a:extLst>
                </p:cNvPr>
                <p:cNvSpPr txBox="1"/>
                <p:nvPr/>
              </p:nvSpPr>
              <p:spPr>
                <a:xfrm>
                  <a:off x="7181850" y="1772490"/>
                  <a:ext cx="4338638" cy="586934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 dirty="0" err="1">
                      <a:solidFill>
                        <a:srgbClr val="000000"/>
                      </a:solidFill>
                      <a:ea typeface="微软雅黑"/>
                    </a:rPr>
                    <a:t>基于仿生学原理，玻色因激活木糖刺激GAGs合成，增强肌肤弹性</a:t>
                  </a:r>
                  <a:r>
                    <a:rPr lang="en-US" sz="1400" b="0" i="0" u="none" dirty="0">
                      <a:solidFill>
                        <a:srgbClr val="000000"/>
                      </a:solidFill>
                      <a:ea typeface="微软雅黑"/>
                    </a:rPr>
                    <a:t>。</a:t>
                  </a:r>
                </a:p>
              </p:txBody>
            </p:sp>
          </p:grpSp>
          <p:grpSp>
            <p:nvGrpSpPr>
              <p:cNvPr id="43" name="组合 42" descr="de89a52a-f4c3-43cf-a895-c4967c33f4d8">
                <a:extLst>
                  <a:ext uri="{FF2B5EF4-FFF2-40B4-BE49-F238E27FC236}">
                    <a16:creationId xmlns:a16="http://schemas.microsoft.com/office/drawing/2014/main" id="{F4241685-B5FD-A9DD-AF68-ADEACAE7660E}"/>
                  </a:ext>
                </a:extLst>
              </p:cNvPr>
              <p:cNvGrpSpPr/>
              <p:nvPr/>
            </p:nvGrpSpPr>
            <p:grpSpPr>
              <a:xfrm>
                <a:off x="3727439" y="3392295"/>
                <a:ext cx="7793048" cy="591684"/>
                <a:chOff x="3727439" y="1770115"/>
                <a:chExt cx="7793048" cy="591684"/>
              </a:xfrm>
            </p:grpSpPr>
            <p:sp>
              <p:nvSpPr>
                <p:cNvPr id="44" name="Bullet2" descr="4888e75f-4713-465e-a8a5-d72eb33b098a">
                  <a:extLst>
                    <a:ext uri="{FF2B5EF4-FFF2-40B4-BE49-F238E27FC236}">
                      <a16:creationId xmlns:a16="http://schemas.microsoft.com/office/drawing/2014/main" id="{672BA96C-699A-1280-C3BB-D82FA674B6C1}"/>
                    </a:ext>
                  </a:extLst>
                </p:cNvPr>
                <p:cNvSpPr/>
                <p:nvPr/>
              </p:nvSpPr>
              <p:spPr bwMode="auto">
                <a:xfrm>
                  <a:off x="3727439" y="1805696"/>
                  <a:ext cx="2886086" cy="520522"/>
                </a:xfrm>
                <a:prstGeom prst="homePlate">
                  <a:avLst/>
                </a:prstGeom>
                <a:solidFill>
                  <a:schemeClr val="accent1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/>
                    </a:rPr>
                    <a:t>促进胶原蛋白合成</a:t>
                  </a:r>
                </a:p>
              </p:txBody>
            </p:sp>
            <p:sp>
              <p:nvSpPr>
                <p:cNvPr id="45" name="Number2" descr="7ac71cf1-96c0-4dea-bee3-01e636873037">
                  <a:extLst>
                    <a:ext uri="{FF2B5EF4-FFF2-40B4-BE49-F238E27FC236}">
                      <a16:creationId xmlns:a16="http://schemas.microsoft.com/office/drawing/2014/main" id="{0A68EF99-44A0-9D16-43A3-D96191DF0C4D}"/>
                    </a:ext>
                  </a:extLst>
                </p:cNvPr>
                <p:cNvSpPr/>
                <p:nvPr/>
              </p:nvSpPr>
              <p:spPr bwMode="auto">
                <a:xfrm>
                  <a:off x="6682956" y="1770115"/>
                  <a:ext cx="591684" cy="59168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anchor="ctr" anchorCtr="1" compatLnSpc="1">
                  <a:normAutofit/>
                </a:bodyPr>
                <a:lstStyle/>
                <a:p>
                  <a:pPr algn="ctr"/>
                  <a:r>
                    <a:rPr lang="en-US" sz="1600" b="1" i="0" u="none">
                      <a:solidFill>
                        <a:srgbClr val="0236DE"/>
                      </a:solidFill>
                      <a:latin typeface="Arial"/>
                    </a:rPr>
                    <a:t>02</a:t>
                  </a:r>
                </a:p>
              </p:txBody>
            </p:sp>
            <p:sp>
              <p:nvSpPr>
                <p:cNvPr id="46" name="Text2" descr="2148d0c0-8967-420a-8820-e5546c6138e8">
                  <a:extLst>
                    <a:ext uri="{FF2B5EF4-FFF2-40B4-BE49-F238E27FC236}">
                      <a16:creationId xmlns:a16="http://schemas.microsoft.com/office/drawing/2014/main" id="{4DAA138F-657A-D539-5875-4CF9ECE9A256}"/>
                    </a:ext>
                  </a:extLst>
                </p:cNvPr>
                <p:cNvSpPr txBox="1"/>
                <p:nvPr/>
              </p:nvSpPr>
              <p:spPr>
                <a:xfrm>
                  <a:off x="7753516" y="1772490"/>
                  <a:ext cx="3766971" cy="586934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 dirty="0" err="1">
                      <a:solidFill>
                        <a:srgbClr val="000000"/>
                      </a:solidFill>
                      <a:ea typeface="微软雅黑"/>
                    </a:rPr>
                    <a:t>推动肌肤胶原蛋白再生，提高真皮弹性和紧致度</a:t>
                  </a:r>
                  <a:r>
                    <a:rPr lang="en-US" sz="1400" b="0" i="0" u="none" dirty="0">
                      <a:solidFill>
                        <a:srgbClr val="000000"/>
                      </a:solidFill>
                      <a:ea typeface="微软雅黑"/>
                    </a:rPr>
                    <a:t>。</a:t>
                  </a:r>
                </a:p>
              </p:txBody>
            </p:sp>
          </p:grpSp>
          <p:grpSp>
            <p:nvGrpSpPr>
              <p:cNvPr id="63" name="组合 62" descr="d9ee6244-1ab6-44dc-b764-7af22905693c">
                <a:extLst>
                  <a:ext uri="{FF2B5EF4-FFF2-40B4-BE49-F238E27FC236}">
                    <a16:creationId xmlns:a16="http://schemas.microsoft.com/office/drawing/2014/main" id="{8AD264AF-7E44-328D-1347-040E56370F8F}"/>
                  </a:ext>
                </a:extLst>
              </p:cNvPr>
              <p:cNvGrpSpPr/>
              <p:nvPr/>
            </p:nvGrpSpPr>
            <p:grpSpPr>
              <a:xfrm>
                <a:off x="3727438" y="4129242"/>
                <a:ext cx="7793050" cy="591684"/>
                <a:chOff x="3727438" y="1770115"/>
                <a:chExt cx="7793050" cy="591684"/>
              </a:xfrm>
            </p:grpSpPr>
            <p:sp>
              <p:nvSpPr>
                <p:cNvPr id="64" name="Bullet3" descr="93dcc142-b520-46dd-97e7-0349c868977e">
                  <a:extLst>
                    <a:ext uri="{FF2B5EF4-FFF2-40B4-BE49-F238E27FC236}">
                      <a16:creationId xmlns:a16="http://schemas.microsoft.com/office/drawing/2014/main" id="{A6242FEE-3CD9-BE02-2784-2925BC0040DD}"/>
                    </a:ext>
                  </a:extLst>
                </p:cNvPr>
                <p:cNvSpPr/>
                <p:nvPr/>
              </p:nvSpPr>
              <p:spPr bwMode="auto">
                <a:xfrm>
                  <a:off x="3727438" y="1805696"/>
                  <a:ext cx="2339407" cy="520522"/>
                </a:xfrm>
                <a:prstGeom prst="homePlate">
                  <a:avLst/>
                </a:prstGeom>
                <a:solidFill>
                  <a:schemeClr val="tx2"/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FFFFFF"/>
                      </a:solidFill>
                      <a:ea typeface="微软雅黑"/>
                    </a:rPr>
                    <a:t>改善皮肤结构</a:t>
                  </a:r>
                </a:p>
              </p:txBody>
            </p:sp>
            <p:sp>
              <p:nvSpPr>
                <p:cNvPr id="65" name="Number3" descr="00b78add-c6b4-43e6-8af2-69d0d405435e">
                  <a:extLst>
                    <a:ext uri="{FF2B5EF4-FFF2-40B4-BE49-F238E27FC236}">
                      <a16:creationId xmlns:a16="http://schemas.microsoft.com/office/drawing/2014/main" id="{6351D938-2657-9015-E08A-B3E45D054248}"/>
                    </a:ext>
                  </a:extLst>
                </p:cNvPr>
                <p:cNvSpPr/>
                <p:nvPr/>
              </p:nvSpPr>
              <p:spPr bwMode="auto">
                <a:xfrm>
                  <a:off x="6125155" y="1770115"/>
                  <a:ext cx="591684" cy="591684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anchor="ctr" anchorCtr="1" compatLnSpc="1">
                  <a:normAutofit/>
                </a:bodyPr>
                <a:lstStyle/>
                <a:p>
                  <a:pPr algn="ctr"/>
                  <a:r>
                    <a:rPr lang="en-US" sz="1600" b="1" i="0" u="none">
                      <a:solidFill>
                        <a:srgbClr val="778495"/>
                      </a:solidFill>
                      <a:latin typeface="Arial"/>
                    </a:rPr>
                    <a:t>03</a:t>
                  </a:r>
                </a:p>
              </p:txBody>
            </p:sp>
            <p:sp>
              <p:nvSpPr>
                <p:cNvPr id="66" name="Text3" descr="702f551f-641e-4c6f-a925-b1e978f37fee">
                  <a:extLst>
                    <a:ext uri="{FF2B5EF4-FFF2-40B4-BE49-F238E27FC236}">
                      <a16:creationId xmlns:a16="http://schemas.microsoft.com/office/drawing/2014/main" id="{CDAE8368-0775-FC6A-E183-7D2708F5C11F}"/>
                    </a:ext>
                  </a:extLst>
                </p:cNvPr>
                <p:cNvSpPr txBox="1"/>
                <p:nvPr/>
              </p:nvSpPr>
              <p:spPr>
                <a:xfrm>
                  <a:off x="7181850" y="1772490"/>
                  <a:ext cx="4338638" cy="586934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 dirty="0" err="1">
                      <a:solidFill>
                        <a:srgbClr val="000000"/>
                      </a:solidFill>
                      <a:ea typeface="微软雅黑"/>
                    </a:rPr>
                    <a:t>在DEJ处发挥作用，促进胶原蛋白合成，使表皮与真皮连接更紧密</a:t>
                  </a:r>
                  <a:r>
                    <a:rPr lang="en-US" sz="1400" b="0" i="0" u="none" dirty="0">
                      <a:solidFill>
                        <a:srgbClr val="000000"/>
                      </a:solidFill>
                      <a:ea typeface="微软雅黑"/>
                    </a:rPr>
                    <a:t>。</a:t>
                  </a:r>
                </a:p>
              </p:txBody>
            </p:sp>
          </p:grpSp>
        </p:grpSp>
        <p:grpSp>
          <p:nvGrpSpPr>
            <p:cNvPr id="17" name="组合 1" descr="653a4d05-9312-4edd-a9f9-5857366afb8d">
              <a:extLst>
                <a:ext uri="{FF2B5EF4-FFF2-40B4-BE49-F238E27FC236}">
                  <a16:creationId xmlns:a16="http://schemas.microsoft.com/office/drawing/2014/main" id="{B9B43FB0-246F-8CF3-33D2-28F0337AED00}"/>
                </a:ext>
              </a:extLst>
            </p:cNvPr>
            <p:cNvGrpSpPr/>
            <p:nvPr/>
          </p:nvGrpSpPr>
          <p:grpSpPr>
            <a:xfrm>
              <a:off x="3112956" y="1016734"/>
              <a:ext cx="649101" cy="5135178"/>
              <a:chOff x="3084381" y="1016734"/>
              <a:chExt cx="649101" cy="5135178"/>
            </a:xfrm>
          </p:grpSpPr>
          <p:sp>
            <p:nvSpPr>
              <p:cNvPr id="3" name="任意多边形: 形状 2" descr="9f4edfff-5309-4e0c-ac00-5838a0421c4d">
                <a:extLst>
                  <a:ext uri="{FF2B5EF4-FFF2-40B4-BE49-F238E27FC236}">
                    <a16:creationId xmlns:a16="http://schemas.microsoft.com/office/drawing/2014/main" id="{923FAFC1-9E97-0374-0FF7-9FE5D42D5F98}"/>
                  </a:ext>
                </a:extLst>
              </p:cNvPr>
              <p:cNvSpPr/>
              <p:nvPr/>
            </p:nvSpPr>
            <p:spPr bwMode="auto">
              <a:xfrm>
                <a:off x="3110974" y="5874944"/>
                <a:ext cx="593498" cy="276968"/>
              </a:xfrm>
              <a:custGeom>
                <a:avLst/>
                <a:gdLst>
                  <a:gd name="T0" fmla="*/ 312 w 312"/>
                  <a:gd name="T1" fmla="*/ 254 h 300"/>
                  <a:gd name="T2" fmla="*/ 266 w 312"/>
                  <a:gd name="T3" fmla="*/ 300 h 300"/>
                  <a:gd name="T4" fmla="*/ 47 w 312"/>
                  <a:gd name="T5" fmla="*/ 300 h 300"/>
                  <a:gd name="T6" fmla="*/ 1 w 312"/>
                  <a:gd name="T7" fmla="*/ 254 h 300"/>
                  <a:gd name="T8" fmla="*/ 0 w 312"/>
                  <a:gd name="T9" fmla="*/ 46 h 300"/>
                  <a:gd name="T10" fmla="*/ 47 w 312"/>
                  <a:gd name="T11" fmla="*/ 0 h 300"/>
                  <a:gd name="T12" fmla="*/ 265 w 312"/>
                  <a:gd name="T13" fmla="*/ 0 h 300"/>
                  <a:gd name="T14" fmla="*/ 312 w 312"/>
                  <a:gd name="T15" fmla="*/ 46 h 300"/>
                  <a:gd name="T16" fmla="*/ 312 w 312"/>
                  <a:gd name="T17" fmla="*/ 254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2" h="300">
                    <a:moveTo>
                      <a:pt x="312" y="254"/>
                    </a:moveTo>
                    <a:cubicBezTo>
                      <a:pt x="312" y="279"/>
                      <a:pt x="291" y="300"/>
                      <a:pt x="266" y="300"/>
                    </a:cubicBezTo>
                    <a:cubicBezTo>
                      <a:pt x="47" y="300"/>
                      <a:pt x="47" y="300"/>
                      <a:pt x="47" y="300"/>
                    </a:cubicBezTo>
                    <a:cubicBezTo>
                      <a:pt x="21" y="300"/>
                      <a:pt x="1" y="279"/>
                      <a:pt x="1" y="25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1"/>
                      <a:pt x="21" y="0"/>
                      <a:pt x="47" y="0"/>
                    </a:cubicBezTo>
                    <a:cubicBezTo>
                      <a:pt x="265" y="0"/>
                      <a:pt x="265" y="0"/>
                      <a:pt x="265" y="0"/>
                    </a:cubicBezTo>
                    <a:cubicBezTo>
                      <a:pt x="291" y="0"/>
                      <a:pt x="312" y="20"/>
                      <a:pt x="312" y="46"/>
                    </a:cubicBezTo>
                    <a:lnTo>
                      <a:pt x="312" y="254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4" name="等腰三角形 3" descr="f79d1895-67c6-4b88-89e3-d1901e8436df">
                <a:extLst>
                  <a:ext uri="{FF2B5EF4-FFF2-40B4-BE49-F238E27FC236}">
                    <a16:creationId xmlns:a16="http://schemas.microsoft.com/office/drawing/2014/main" id="{A37AE55E-5900-3612-7E8A-FAB204FA60B5}"/>
                  </a:ext>
                </a:extLst>
              </p:cNvPr>
              <p:cNvSpPr/>
              <p:nvPr/>
            </p:nvSpPr>
            <p:spPr bwMode="auto">
              <a:xfrm>
                <a:off x="3110974" y="1016734"/>
                <a:ext cx="589872" cy="797779"/>
              </a:xfrm>
              <a:prstGeom prst="triangl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" name="任意多边形: 形状 4" descr="0e628b84-e0d6-4515-a9ef-790b11992ea5">
                <a:extLst>
                  <a:ext uri="{FF2B5EF4-FFF2-40B4-BE49-F238E27FC236}">
                    <a16:creationId xmlns:a16="http://schemas.microsoft.com/office/drawing/2014/main" id="{52FDD9D0-D1D4-C5EF-625E-4624E3C14AF6}"/>
                  </a:ext>
                </a:extLst>
              </p:cNvPr>
              <p:cNvSpPr/>
              <p:nvPr/>
            </p:nvSpPr>
            <p:spPr bwMode="auto">
              <a:xfrm>
                <a:off x="3110974" y="1016734"/>
                <a:ext cx="589872" cy="887958"/>
              </a:xfrm>
              <a:custGeom>
                <a:avLst/>
                <a:gdLst>
                  <a:gd name="T0" fmla="*/ 2 w 488"/>
                  <a:gd name="T1" fmla="*/ 663 h 747"/>
                  <a:gd name="T2" fmla="*/ 244 w 488"/>
                  <a:gd name="T3" fmla="*/ 0 h 747"/>
                  <a:gd name="T4" fmla="*/ 488 w 488"/>
                  <a:gd name="T5" fmla="*/ 663 h 747"/>
                  <a:gd name="T6" fmla="*/ 400 w 488"/>
                  <a:gd name="T7" fmla="*/ 747 h 747"/>
                  <a:gd name="T8" fmla="*/ 0 w 488"/>
                  <a:gd name="T9" fmla="*/ 68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8" h="747">
                    <a:moveTo>
                      <a:pt x="2" y="663"/>
                    </a:moveTo>
                    <a:lnTo>
                      <a:pt x="244" y="0"/>
                    </a:lnTo>
                    <a:lnTo>
                      <a:pt x="488" y="663"/>
                    </a:lnTo>
                    <a:lnTo>
                      <a:pt x="400" y="747"/>
                    </a:lnTo>
                    <a:lnTo>
                      <a:pt x="0" y="68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6" name="组合 5" descr="4bcd28bf-106f-4000-b308-3ab324310e2c">
                <a:extLst>
                  <a:ext uri="{FF2B5EF4-FFF2-40B4-BE49-F238E27FC236}">
                    <a16:creationId xmlns:a16="http://schemas.microsoft.com/office/drawing/2014/main" id="{8978C43A-F65A-95C5-FC05-2D5532E63B79}"/>
                  </a:ext>
                </a:extLst>
              </p:cNvPr>
              <p:cNvGrpSpPr/>
              <p:nvPr/>
            </p:nvGrpSpPr>
            <p:grpSpPr>
              <a:xfrm>
                <a:off x="3110974" y="1739462"/>
                <a:ext cx="593498" cy="3960743"/>
                <a:chOff x="3110974" y="1739463"/>
                <a:chExt cx="593498" cy="3810968"/>
              </a:xfrm>
            </p:grpSpPr>
            <p:sp>
              <p:nvSpPr>
                <p:cNvPr id="13" name="任意多边形: 形状 12" descr="c9aa2e76-1642-438f-ac51-d951fbaa13eb">
                  <a:extLst>
                    <a:ext uri="{FF2B5EF4-FFF2-40B4-BE49-F238E27FC236}">
                      <a16:creationId xmlns:a16="http://schemas.microsoft.com/office/drawing/2014/main" id="{C7D829F8-F2DC-7BD4-8A20-623893C4419E}"/>
                    </a:ext>
                  </a:extLst>
                </p:cNvPr>
                <p:cNvSpPr/>
                <p:nvPr/>
              </p:nvSpPr>
              <p:spPr bwMode="auto">
                <a:xfrm>
                  <a:off x="3306792" y="1739463"/>
                  <a:ext cx="199445" cy="3810968"/>
                </a:xfrm>
                <a:custGeom>
                  <a:avLst/>
                  <a:gdLst>
                    <a:gd name="T0" fmla="*/ 105 w 105"/>
                    <a:gd name="T1" fmla="*/ 2006 h 2053"/>
                    <a:gd name="T2" fmla="*/ 58 w 105"/>
                    <a:gd name="T3" fmla="*/ 2053 h 2053"/>
                    <a:gd name="T4" fmla="*/ 47 w 105"/>
                    <a:gd name="T5" fmla="*/ 2053 h 2053"/>
                    <a:gd name="T6" fmla="*/ 1 w 105"/>
                    <a:gd name="T7" fmla="*/ 2006 h 2053"/>
                    <a:gd name="T8" fmla="*/ 0 w 105"/>
                    <a:gd name="T9" fmla="*/ 46 h 2053"/>
                    <a:gd name="T10" fmla="*/ 46 w 105"/>
                    <a:gd name="T11" fmla="*/ 0 h 2053"/>
                    <a:gd name="T12" fmla="*/ 57 w 105"/>
                    <a:gd name="T13" fmla="*/ 0 h 2053"/>
                    <a:gd name="T14" fmla="*/ 104 w 105"/>
                    <a:gd name="T15" fmla="*/ 46 h 2053"/>
                    <a:gd name="T16" fmla="*/ 105 w 105"/>
                    <a:gd name="T17" fmla="*/ 2006 h 20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5" h="2053">
                      <a:moveTo>
                        <a:pt x="105" y="2006"/>
                      </a:moveTo>
                      <a:cubicBezTo>
                        <a:pt x="105" y="2032"/>
                        <a:pt x="84" y="2053"/>
                        <a:pt x="58" y="2053"/>
                      </a:cubicBezTo>
                      <a:cubicBezTo>
                        <a:pt x="47" y="2053"/>
                        <a:pt x="47" y="2053"/>
                        <a:pt x="47" y="2053"/>
                      </a:cubicBezTo>
                      <a:cubicBezTo>
                        <a:pt x="21" y="2053"/>
                        <a:pt x="1" y="2032"/>
                        <a:pt x="1" y="2006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20"/>
                        <a:pt x="21" y="0"/>
                        <a:pt x="46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83" y="0"/>
                        <a:pt x="104" y="20"/>
                        <a:pt x="104" y="46"/>
                      </a:cubicBezTo>
                      <a:lnTo>
                        <a:pt x="105" y="2006"/>
                      </a:lnTo>
                      <a:close/>
                    </a:path>
                  </a:pathLst>
                </a:custGeom>
                <a:solidFill>
                  <a:schemeClr val="tx2">
                    <a:alpha val="4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" name="任意多边形: 形状 13" descr="7e6ce295-2c95-4627-a891-554599067b1e">
                  <a:extLst>
                    <a:ext uri="{FF2B5EF4-FFF2-40B4-BE49-F238E27FC236}">
                      <a16:creationId xmlns:a16="http://schemas.microsoft.com/office/drawing/2014/main" id="{0153E868-81BF-BD05-EC91-11F4C8198640}"/>
                    </a:ext>
                  </a:extLst>
                </p:cNvPr>
                <p:cNvSpPr/>
                <p:nvPr/>
              </p:nvSpPr>
              <p:spPr bwMode="auto">
                <a:xfrm>
                  <a:off x="3505027" y="1739463"/>
                  <a:ext cx="199445" cy="3810968"/>
                </a:xfrm>
                <a:custGeom>
                  <a:avLst/>
                  <a:gdLst>
                    <a:gd name="T0" fmla="*/ 105 w 105"/>
                    <a:gd name="T1" fmla="*/ 2006 h 2053"/>
                    <a:gd name="T2" fmla="*/ 58 w 105"/>
                    <a:gd name="T3" fmla="*/ 2053 h 2053"/>
                    <a:gd name="T4" fmla="*/ 47 w 105"/>
                    <a:gd name="T5" fmla="*/ 2053 h 2053"/>
                    <a:gd name="T6" fmla="*/ 1 w 105"/>
                    <a:gd name="T7" fmla="*/ 2006 h 2053"/>
                    <a:gd name="T8" fmla="*/ 0 w 105"/>
                    <a:gd name="T9" fmla="*/ 46 h 2053"/>
                    <a:gd name="T10" fmla="*/ 47 w 105"/>
                    <a:gd name="T11" fmla="*/ 0 h 2053"/>
                    <a:gd name="T12" fmla="*/ 58 w 105"/>
                    <a:gd name="T13" fmla="*/ 0 h 2053"/>
                    <a:gd name="T14" fmla="*/ 104 w 105"/>
                    <a:gd name="T15" fmla="*/ 46 h 2053"/>
                    <a:gd name="T16" fmla="*/ 105 w 105"/>
                    <a:gd name="T17" fmla="*/ 2006 h 20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5" h="2053">
                      <a:moveTo>
                        <a:pt x="105" y="2006"/>
                      </a:moveTo>
                      <a:cubicBezTo>
                        <a:pt x="105" y="2032"/>
                        <a:pt x="84" y="2053"/>
                        <a:pt x="58" y="2053"/>
                      </a:cubicBezTo>
                      <a:cubicBezTo>
                        <a:pt x="47" y="2053"/>
                        <a:pt x="47" y="2053"/>
                        <a:pt x="47" y="2053"/>
                      </a:cubicBezTo>
                      <a:cubicBezTo>
                        <a:pt x="22" y="2053"/>
                        <a:pt x="1" y="2032"/>
                        <a:pt x="1" y="2006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20"/>
                        <a:pt x="21" y="0"/>
                        <a:pt x="47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83" y="0"/>
                        <a:pt x="104" y="20"/>
                        <a:pt x="104" y="46"/>
                      </a:cubicBezTo>
                      <a:lnTo>
                        <a:pt x="105" y="200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5" name="任意多边形: 形状 14" descr="3b8a990c-459b-4468-a610-afe85ad57aff">
                  <a:extLst>
                    <a:ext uri="{FF2B5EF4-FFF2-40B4-BE49-F238E27FC236}">
                      <a16:creationId xmlns:a16="http://schemas.microsoft.com/office/drawing/2014/main" id="{DAD4BB62-B4B8-C491-BD8E-39ECCA5CFEA7}"/>
                    </a:ext>
                  </a:extLst>
                </p:cNvPr>
                <p:cNvSpPr/>
                <p:nvPr/>
              </p:nvSpPr>
              <p:spPr bwMode="auto">
                <a:xfrm>
                  <a:off x="3110974" y="1739463"/>
                  <a:ext cx="199445" cy="3810968"/>
                </a:xfrm>
                <a:custGeom>
                  <a:avLst/>
                  <a:gdLst>
                    <a:gd name="T0" fmla="*/ 105 w 105"/>
                    <a:gd name="T1" fmla="*/ 2006 h 2053"/>
                    <a:gd name="T2" fmla="*/ 58 w 105"/>
                    <a:gd name="T3" fmla="*/ 2053 h 2053"/>
                    <a:gd name="T4" fmla="*/ 47 w 105"/>
                    <a:gd name="T5" fmla="*/ 2053 h 2053"/>
                    <a:gd name="T6" fmla="*/ 0 w 105"/>
                    <a:gd name="T7" fmla="*/ 2006 h 2053"/>
                    <a:gd name="T8" fmla="*/ 0 w 105"/>
                    <a:gd name="T9" fmla="*/ 46 h 2053"/>
                    <a:gd name="T10" fmla="*/ 46 w 105"/>
                    <a:gd name="T11" fmla="*/ 0 h 2053"/>
                    <a:gd name="T12" fmla="*/ 57 w 105"/>
                    <a:gd name="T13" fmla="*/ 0 h 2053"/>
                    <a:gd name="T14" fmla="*/ 104 w 105"/>
                    <a:gd name="T15" fmla="*/ 46 h 2053"/>
                    <a:gd name="T16" fmla="*/ 105 w 105"/>
                    <a:gd name="T17" fmla="*/ 2006 h 20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5" h="2053">
                      <a:moveTo>
                        <a:pt x="105" y="2006"/>
                      </a:moveTo>
                      <a:cubicBezTo>
                        <a:pt x="105" y="2032"/>
                        <a:pt x="84" y="2053"/>
                        <a:pt x="58" y="2053"/>
                      </a:cubicBezTo>
                      <a:cubicBezTo>
                        <a:pt x="47" y="2053"/>
                        <a:pt x="47" y="2053"/>
                        <a:pt x="47" y="2053"/>
                      </a:cubicBezTo>
                      <a:cubicBezTo>
                        <a:pt x="21" y="2053"/>
                        <a:pt x="0" y="2032"/>
                        <a:pt x="0" y="2006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0" y="21"/>
                        <a:pt x="21" y="0"/>
                        <a:pt x="46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83" y="0"/>
                        <a:pt x="104" y="21"/>
                        <a:pt x="104" y="46"/>
                      </a:cubicBezTo>
                      <a:lnTo>
                        <a:pt x="105" y="2006"/>
                      </a:lnTo>
                      <a:close/>
                    </a:path>
                  </a:pathLst>
                </a:cu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7" name="任意多边形: 形状 6" descr="0bb6e4ca-578a-401a-bd28-5d4c55d39934">
                <a:extLst>
                  <a:ext uri="{FF2B5EF4-FFF2-40B4-BE49-F238E27FC236}">
                    <a16:creationId xmlns:a16="http://schemas.microsoft.com/office/drawing/2014/main" id="{7E844C41-4B5D-199F-8F93-70670CD89114}"/>
                  </a:ext>
                </a:extLst>
              </p:cNvPr>
              <p:cNvSpPr/>
              <p:nvPr/>
            </p:nvSpPr>
            <p:spPr bwMode="auto">
              <a:xfrm>
                <a:off x="3329758" y="1016734"/>
                <a:ext cx="152303" cy="234174"/>
              </a:xfrm>
              <a:custGeom>
                <a:avLst/>
                <a:gdLst>
                  <a:gd name="T0" fmla="*/ 40 w 80"/>
                  <a:gd name="T1" fmla="*/ 0 h 126"/>
                  <a:gd name="T2" fmla="*/ 0 w 80"/>
                  <a:gd name="T3" fmla="*/ 110 h 126"/>
                  <a:gd name="T4" fmla="*/ 40 w 80"/>
                  <a:gd name="T5" fmla="*/ 126 h 126"/>
                  <a:gd name="T6" fmla="*/ 80 w 80"/>
                  <a:gd name="T7" fmla="*/ 110 h 126"/>
                  <a:gd name="T8" fmla="*/ 40 w 80"/>
                  <a:gd name="T9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126">
                    <a:moveTo>
                      <a:pt x="40" y="0"/>
                    </a:move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0"/>
                      <a:pt x="11" y="126"/>
                      <a:pt x="40" y="126"/>
                    </a:cubicBezTo>
                    <a:cubicBezTo>
                      <a:pt x="68" y="126"/>
                      <a:pt x="80" y="110"/>
                      <a:pt x="80" y="110"/>
                    </a:cubicBezTo>
                    <a:lnTo>
                      <a:pt x="4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62500" lnSpcReduction="20000"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8" name="组合 7" descr="23f29c4a-8eba-4cc1-b3c0-2cb8bebc3a15">
                <a:extLst>
                  <a:ext uri="{FF2B5EF4-FFF2-40B4-BE49-F238E27FC236}">
                    <a16:creationId xmlns:a16="http://schemas.microsoft.com/office/drawing/2014/main" id="{7EB04427-5E69-6747-0BBC-AB64ABBC4DA4}"/>
                  </a:ext>
                </a:extLst>
              </p:cNvPr>
              <p:cNvGrpSpPr/>
              <p:nvPr/>
            </p:nvGrpSpPr>
            <p:grpSpPr>
              <a:xfrm>
                <a:off x="3084381" y="5658602"/>
                <a:ext cx="649101" cy="261514"/>
                <a:chOff x="3084381" y="5463656"/>
                <a:chExt cx="649101" cy="261514"/>
              </a:xfrm>
            </p:grpSpPr>
            <p:sp>
              <p:nvSpPr>
                <p:cNvPr id="9" name="矩形 8" descr="06b427d0-d77f-4b8f-8bc8-7c946fa61720">
                  <a:extLst>
                    <a:ext uri="{FF2B5EF4-FFF2-40B4-BE49-F238E27FC236}">
                      <a16:creationId xmlns:a16="http://schemas.microsoft.com/office/drawing/2014/main" id="{C5BFF9E5-449D-4FDF-A919-CD2AF8C436D0}"/>
                    </a:ext>
                  </a:extLst>
                </p:cNvPr>
                <p:cNvSpPr/>
                <p:nvPr/>
              </p:nvSpPr>
              <p:spPr bwMode="auto">
                <a:xfrm>
                  <a:off x="3110974" y="5463656"/>
                  <a:ext cx="593498" cy="261514"/>
                </a:xfrm>
                <a:prstGeom prst="rect">
                  <a:avLst/>
                </a:pr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70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0" name="任意多边形: 形状 9" descr="b14d5fc5-22cc-4efb-85fe-64a4598b2627">
                  <a:extLst>
                    <a:ext uri="{FF2B5EF4-FFF2-40B4-BE49-F238E27FC236}">
                      <a16:creationId xmlns:a16="http://schemas.microsoft.com/office/drawing/2014/main" id="{05FA7866-ADA5-C700-8037-E68FF522807D}"/>
                    </a:ext>
                  </a:extLst>
                </p:cNvPr>
                <p:cNvSpPr/>
                <p:nvPr/>
              </p:nvSpPr>
              <p:spPr bwMode="auto">
                <a:xfrm>
                  <a:off x="3084381" y="5682376"/>
                  <a:ext cx="649101" cy="42793"/>
                </a:xfrm>
                <a:custGeom>
                  <a:avLst/>
                  <a:gdLst>
                    <a:gd name="T0" fmla="*/ 326 w 341"/>
                    <a:gd name="T1" fmla="*/ 0 h 23"/>
                    <a:gd name="T2" fmla="*/ 15 w 341"/>
                    <a:gd name="T3" fmla="*/ 0 h 23"/>
                    <a:gd name="T4" fmla="*/ 15 w 341"/>
                    <a:gd name="T5" fmla="*/ 23 h 23"/>
                    <a:gd name="T6" fmla="*/ 326 w 341"/>
                    <a:gd name="T7" fmla="*/ 23 h 23"/>
                    <a:gd name="T8" fmla="*/ 326 w 341"/>
                    <a:gd name="T9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1" h="23">
                      <a:moveTo>
                        <a:pt x="326" y="0"/>
                      </a:moveTo>
                      <a:cubicBezTo>
                        <a:pt x="222" y="0"/>
                        <a:pt x="119" y="0"/>
                        <a:pt x="15" y="0"/>
                      </a:cubicBezTo>
                      <a:cubicBezTo>
                        <a:pt x="0" y="0"/>
                        <a:pt x="0" y="23"/>
                        <a:pt x="15" y="23"/>
                      </a:cubicBezTo>
                      <a:cubicBezTo>
                        <a:pt x="119" y="23"/>
                        <a:pt x="222" y="23"/>
                        <a:pt x="326" y="23"/>
                      </a:cubicBezTo>
                      <a:cubicBezTo>
                        <a:pt x="341" y="23"/>
                        <a:pt x="341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tx2">
                    <a:alpha val="4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1" name="任意多边形: 形状 10" descr="0252b462-0ecc-4f72-9477-b7f6730758ba">
                  <a:extLst>
                    <a:ext uri="{FF2B5EF4-FFF2-40B4-BE49-F238E27FC236}">
                      <a16:creationId xmlns:a16="http://schemas.microsoft.com/office/drawing/2014/main" id="{97C5AF41-DA70-453F-E27D-D8F821758B80}"/>
                    </a:ext>
                  </a:extLst>
                </p:cNvPr>
                <p:cNvSpPr/>
                <p:nvPr/>
              </p:nvSpPr>
              <p:spPr bwMode="auto">
                <a:xfrm>
                  <a:off x="3084381" y="5571827"/>
                  <a:ext cx="649101" cy="43982"/>
                </a:xfrm>
                <a:custGeom>
                  <a:avLst/>
                  <a:gdLst>
                    <a:gd name="T0" fmla="*/ 326 w 341"/>
                    <a:gd name="T1" fmla="*/ 0 h 24"/>
                    <a:gd name="T2" fmla="*/ 15 w 341"/>
                    <a:gd name="T3" fmla="*/ 1 h 24"/>
                    <a:gd name="T4" fmla="*/ 15 w 341"/>
                    <a:gd name="T5" fmla="*/ 24 h 24"/>
                    <a:gd name="T6" fmla="*/ 326 w 341"/>
                    <a:gd name="T7" fmla="*/ 24 h 24"/>
                    <a:gd name="T8" fmla="*/ 326 w 341"/>
                    <a:gd name="T9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1" h="24">
                      <a:moveTo>
                        <a:pt x="326" y="0"/>
                      </a:moveTo>
                      <a:cubicBezTo>
                        <a:pt x="222" y="0"/>
                        <a:pt x="119" y="1"/>
                        <a:pt x="15" y="1"/>
                      </a:cubicBezTo>
                      <a:cubicBezTo>
                        <a:pt x="0" y="1"/>
                        <a:pt x="0" y="24"/>
                        <a:pt x="15" y="24"/>
                      </a:cubicBezTo>
                      <a:cubicBezTo>
                        <a:pt x="119" y="24"/>
                        <a:pt x="222" y="24"/>
                        <a:pt x="326" y="24"/>
                      </a:cubicBezTo>
                      <a:cubicBezTo>
                        <a:pt x="341" y="24"/>
                        <a:pt x="341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tx2">
                    <a:alpha val="4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2" name="任意多边形: 形状 11" descr="c5a93def-b557-4a3a-a16b-6d247d3238e1">
                  <a:extLst>
                    <a:ext uri="{FF2B5EF4-FFF2-40B4-BE49-F238E27FC236}">
                      <a16:creationId xmlns:a16="http://schemas.microsoft.com/office/drawing/2014/main" id="{9C87E481-7DCE-D90C-0B93-9ADC7B3D92C2}"/>
                    </a:ext>
                  </a:extLst>
                </p:cNvPr>
                <p:cNvSpPr/>
                <p:nvPr/>
              </p:nvSpPr>
              <p:spPr bwMode="auto">
                <a:xfrm>
                  <a:off x="3084381" y="5463656"/>
                  <a:ext cx="649101" cy="43982"/>
                </a:xfrm>
                <a:custGeom>
                  <a:avLst/>
                  <a:gdLst>
                    <a:gd name="T0" fmla="*/ 325 w 341"/>
                    <a:gd name="T1" fmla="*/ 0 h 24"/>
                    <a:gd name="T2" fmla="*/ 15 w 341"/>
                    <a:gd name="T3" fmla="*/ 0 h 24"/>
                    <a:gd name="T4" fmla="*/ 15 w 341"/>
                    <a:gd name="T5" fmla="*/ 24 h 24"/>
                    <a:gd name="T6" fmla="*/ 325 w 341"/>
                    <a:gd name="T7" fmla="*/ 23 h 24"/>
                    <a:gd name="T8" fmla="*/ 325 w 341"/>
                    <a:gd name="T9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1" h="24">
                      <a:moveTo>
                        <a:pt x="325" y="0"/>
                      </a:moveTo>
                      <a:cubicBezTo>
                        <a:pt x="222" y="0"/>
                        <a:pt x="119" y="0"/>
                        <a:pt x="15" y="0"/>
                      </a:cubicBezTo>
                      <a:cubicBezTo>
                        <a:pt x="0" y="0"/>
                        <a:pt x="0" y="24"/>
                        <a:pt x="15" y="24"/>
                      </a:cubicBezTo>
                      <a:cubicBezTo>
                        <a:pt x="119" y="24"/>
                        <a:pt x="222" y="24"/>
                        <a:pt x="325" y="23"/>
                      </a:cubicBezTo>
                      <a:cubicBezTo>
                        <a:pt x="341" y="23"/>
                        <a:pt x="341" y="0"/>
                        <a:pt x="325" y="0"/>
                      </a:cubicBezTo>
                      <a:close/>
                    </a:path>
                  </a:pathLst>
                </a:custGeom>
                <a:solidFill>
                  <a:schemeClr val="tx2">
                    <a:alpha val="4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</p:grp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作用机理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5dd357b-c684-4b6a-b30b-f358a57a414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 dirty="0">
                <a:solidFill>
                  <a:srgbClr val="000000"/>
                </a:solidFill>
                <a:ea typeface="微软雅黑"/>
              </a:rPr>
              <a:t>T</a:t>
            </a:r>
            <a:r>
              <a:rPr lang="en-US" altLang="zh-CN" sz="4800" b="1" i="0" u="none" dirty="0">
                <a:solidFill>
                  <a:srgbClr val="000000"/>
                </a:solidFill>
                <a:ea typeface="微软雅黑"/>
              </a:rPr>
              <a:t>hanks</a:t>
            </a:r>
            <a:endParaRPr lang="en-US" sz="4800" b="1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5" name="文本占位符 4" descr="4bc3dedf-41dd-4c0c-b75b-f83aa9696284"/>
          <p:cNvSpPr>
            <a:spLocks noGrp="1"/>
          </p:cNvSpPr>
          <p:nvPr>
            <p:ph type="body" sz="quarter" idx="14" hasCustomPrompt="1"/>
          </p:nvPr>
        </p:nvSpPr>
        <p:spPr>
          <a:xfrm>
            <a:off x="4517836" y="5984240"/>
            <a:ext cx="10858500" cy="274320"/>
          </a:xfrm>
        </p:spPr>
        <p:txBody>
          <a:bodyPr anchorCtr="0">
            <a:normAutofit lnSpcReduction="10000"/>
          </a:bodyPr>
          <a:lstStyle/>
          <a:p>
            <a:pPr algn="ctr">
              <a:lnSpc>
                <a:spcPct val="108000"/>
              </a:lnSpc>
              <a:spcBef>
                <a:spcPts val="1000"/>
              </a:spcBef>
            </a:pPr>
            <a:r>
              <a:rPr lang="zh-CN" altLang="en-US" dirty="0">
                <a:latin typeface="微软雅黑"/>
              </a:rPr>
              <a:t>小组成员：周荣彬  杨佳鑫  宋宇棋</a:t>
            </a:r>
            <a:endParaRPr lang="en-US" dirty="0">
              <a:latin typeface="微软雅黑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1D6A085-1059-DD7C-E2B2-DB2D7F009C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0691" y="5600206"/>
            <a:ext cx="10858500" cy="384034"/>
          </a:xfrm>
        </p:spPr>
        <p:txBody>
          <a:bodyPr>
            <a:normAutofit/>
          </a:bodyPr>
          <a:lstStyle/>
          <a:p>
            <a:r>
              <a:rPr lang="zh-CN" altLang="en-US" dirty="0"/>
              <a:t>主讲人：程枫林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236DE"/>
      </a:accent1>
      <a:accent2>
        <a:srgbClr val="5DA6FF"/>
      </a:accent2>
      <a:accent3>
        <a:srgbClr val="585858"/>
      </a:accent3>
      <a:accent4>
        <a:srgbClr val="757575"/>
      </a:accent4>
      <a:accent5>
        <a:srgbClr val="A8A8A8"/>
      </a:accent5>
      <a:accent6>
        <a:srgbClr val="BEBEBE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189</TotalTime>
  <Words>567</Words>
  <Application>Microsoft Office PowerPoint</Application>
  <PresentationFormat>宽屏</PresentationFormat>
  <Paragraphs>100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微软雅黑</vt:lpstr>
      <vt:lpstr>Arial</vt:lpstr>
      <vt:lpstr>Designed by iSlide</vt:lpstr>
      <vt:lpstr>玻色因：护肤与工业的多面明星</vt:lpstr>
      <vt:lpstr>玻色因简介</vt:lpstr>
      <vt:lpstr>玻色因定义</vt:lpstr>
      <vt:lpstr>基本信息</vt:lpstr>
      <vt:lpstr>植物提取</vt:lpstr>
      <vt:lpstr>合成方法改进-1</vt:lpstr>
      <vt:lpstr>合成方法改进-2</vt:lpstr>
      <vt:lpstr>原料准备</vt:lpstr>
      <vt:lpstr>反应过程</vt:lpstr>
      <vt:lpstr>分离纯化</vt:lpstr>
      <vt:lpstr>化妆品功效</vt:lpstr>
      <vt:lpstr>抗衰老</vt:lpstr>
      <vt:lpstr>修复保湿</vt:lpstr>
      <vt:lpstr>紧致肌肤</vt:lpstr>
      <vt:lpstr>提亮肤色</vt:lpstr>
      <vt:lpstr>作用机理</vt:lpstr>
      <vt:lpstr>Thanks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枫林 程</cp:lastModifiedBy>
  <cp:revision>3</cp:revision>
  <cp:lastPrinted>2023-12-25T16:00:00Z</cp:lastPrinted>
  <dcterms:created xsi:type="dcterms:W3CDTF">2023-12-25T16:00:00Z</dcterms:created>
  <dcterms:modified xsi:type="dcterms:W3CDTF">2025-11-24T13:31:36Z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61e159cd-e572-4d86-94ef-1ff6d166583c</vt:lpwstr>
  </property>
</Properties>
</file>