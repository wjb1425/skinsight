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89" r:id="rId2"/>
    <p:sldId id="259" r:id="rId3"/>
    <p:sldId id="260" r:id="rId4"/>
    <p:sldId id="277" r:id="rId5"/>
    <p:sldId id="278" r:id="rId6"/>
    <p:sldId id="280" r:id="rId7"/>
    <p:sldId id="285" r:id="rId8"/>
    <p:sldId id="281" r:id="rId9"/>
    <p:sldId id="282" r:id="rId10"/>
    <p:sldId id="287" r:id="rId11"/>
    <p:sldId id="283" r:id="rId12"/>
    <p:sldId id="288" r:id="rId13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504AD-0094-4168-8626-176D703A457F}" v="31" dt="2025-11-21T06:10:48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德宇 张" userId="214bbc1308471811" providerId="LiveId" clId="{5C1161F5-85A7-40E1-983C-3DFFBBF352A0}"/>
    <pc:docChg chg="undo redo custSel addSld delSld modSld sldOrd">
      <pc:chgData name="德宇 张" userId="214bbc1308471811" providerId="LiveId" clId="{5C1161F5-85A7-40E1-983C-3DFFBBF352A0}" dt="2025-11-21T06:12:28.792" v="284" actId="2696"/>
      <pc:docMkLst>
        <pc:docMk/>
      </pc:docMkLst>
      <pc:sldChg chg="modSp mod">
        <pc:chgData name="德宇 张" userId="214bbc1308471811" providerId="LiveId" clId="{5C1161F5-85A7-40E1-983C-3DFFBBF352A0}" dt="2025-11-21T05:48:58.838" v="101" actId="2711"/>
        <pc:sldMkLst>
          <pc:docMk/>
          <pc:sldMk cId="0" sldId="259"/>
        </pc:sldMkLst>
        <pc:spChg chg="mod">
          <ac:chgData name="德宇 张" userId="214bbc1308471811" providerId="LiveId" clId="{5C1161F5-85A7-40E1-983C-3DFFBBF352A0}" dt="2025-11-21T05:48:58.838" v="101" actId="2711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德宇 张" userId="214bbc1308471811" providerId="LiveId" clId="{5C1161F5-85A7-40E1-983C-3DFFBBF352A0}" dt="2025-11-21T05:48:35.739" v="99" actId="2711"/>
        <pc:sldMkLst>
          <pc:docMk/>
          <pc:sldMk cId="0" sldId="260"/>
        </pc:sldMkLst>
        <pc:spChg chg="mod">
          <ac:chgData name="德宇 张" userId="214bbc1308471811" providerId="LiveId" clId="{5C1161F5-85A7-40E1-983C-3DFFBBF352A0}" dt="2025-11-21T05:48:35.739" v="99" actId="2711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德宇 张" userId="214bbc1308471811" providerId="LiveId" clId="{5C1161F5-85A7-40E1-983C-3DFFBBF352A0}" dt="2025-11-21T05:48:00.021" v="97" actId="1076"/>
        <pc:sldMkLst>
          <pc:docMk/>
          <pc:sldMk cId="2704862146" sldId="277"/>
        </pc:sldMkLst>
        <pc:spChg chg="mod">
          <ac:chgData name="德宇 张" userId="214bbc1308471811" providerId="LiveId" clId="{5C1161F5-85A7-40E1-983C-3DFFBBF352A0}" dt="2025-11-21T05:48:00.021" v="97" actId="1076"/>
          <ac:spMkLst>
            <pc:docMk/>
            <pc:sldMk cId="2704862146" sldId="277"/>
            <ac:spMk id="8" creationId="{7E9D3FBD-CED6-9289-3E6E-6E56C1EC6DD1}"/>
          </ac:spMkLst>
        </pc:spChg>
      </pc:sldChg>
      <pc:sldChg chg="addSp delSp modSp new mod">
        <pc:chgData name="德宇 张" userId="214bbc1308471811" providerId="LiveId" clId="{5C1161F5-85A7-40E1-983C-3DFFBBF352A0}" dt="2025-11-21T05:39:29.037" v="27" actId="14100"/>
        <pc:sldMkLst>
          <pc:docMk/>
          <pc:sldMk cId="1002087013" sldId="281"/>
        </pc:sldMkLst>
        <pc:spChg chg="add mod">
          <ac:chgData name="德宇 张" userId="214bbc1308471811" providerId="LiveId" clId="{5C1161F5-85A7-40E1-983C-3DFFBBF352A0}" dt="2025-11-21T05:33:47.004" v="8" actId="255"/>
          <ac:spMkLst>
            <pc:docMk/>
            <pc:sldMk cId="1002087013" sldId="281"/>
            <ac:spMk id="2" creationId="{48923DE6-9B2D-1F7C-025D-97E7EB3522F1}"/>
          </ac:spMkLst>
        </pc:spChg>
        <pc:picChg chg="add mod">
          <ac:chgData name="德宇 张" userId="214bbc1308471811" providerId="LiveId" clId="{5C1161F5-85A7-40E1-983C-3DFFBBF352A0}" dt="2025-11-21T05:38:25.288" v="23" actId="14100"/>
          <ac:picMkLst>
            <pc:docMk/>
            <pc:sldMk cId="1002087013" sldId="281"/>
            <ac:picMk id="4" creationId="{409053DA-097A-AC6A-23D2-2E7C5192617A}"/>
          </ac:picMkLst>
        </pc:picChg>
        <pc:picChg chg="add mod">
          <ac:chgData name="德宇 张" userId="214bbc1308471811" providerId="LiveId" clId="{5C1161F5-85A7-40E1-983C-3DFFBBF352A0}" dt="2025-11-21T05:39:29.037" v="27" actId="14100"/>
          <ac:picMkLst>
            <pc:docMk/>
            <pc:sldMk cId="1002087013" sldId="281"/>
            <ac:picMk id="6" creationId="{E10204BB-E3C7-94B6-CAE5-CD36315F1C7B}"/>
          </ac:picMkLst>
        </pc:picChg>
        <pc:inkChg chg="add del">
          <ac:chgData name="德宇 张" userId="214bbc1308471811" providerId="LiveId" clId="{5C1161F5-85A7-40E1-983C-3DFFBBF352A0}" dt="2025-11-21T05:38:59.557" v="25"/>
          <ac:inkMkLst>
            <pc:docMk/>
            <pc:sldMk cId="1002087013" sldId="281"/>
            <ac:inkMk id="7" creationId="{61CBC24E-63BF-67E8-46E7-59C6EE97B719}"/>
          </ac:inkMkLst>
        </pc:inkChg>
        <pc:inkChg chg="add mod">
          <ac:chgData name="德宇 张" userId="214bbc1308471811" providerId="LiveId" clId="{5C1161F5-85A7-40E1-983C-3DFFBBF352A0}" dt="2025-11-21T05:39:01.165" v="26"/>
          <ac:inkMkLst>
            <pc:docMk/>
            <pc:sldMk cId="1002087013" sldId="281"/>
            <ac:inkMk id="8" creationId="{486C302D-3297-05E1-A8F9-AC1A9C6AB718}"/>
          </ac:inkMkLst>
        </pc:inkChg>
      </pc:sldChg>
      <pc:sldChg chg="addSp delSp modSp new mod">
        <pc:chgData name="德宇 张" userId="214bbc1308471811" providerId="LiveId" clId="{5C1161F5-85A7-40E1-983C-3DFFBBF352A0}" dt="2025-11-21T06:00:48.090" v="190" actId="22"/>
        <pc:sldMkLst>
          <pc:docMk/>
          <pc:sldMk cId="3386337968" sldId="282"/>
        </pc:sldMkLst>
        <pc:spChg chg="add mod">
          <ac:chgData name="德宇 张" userId="214bbc1308471811" providerId="LiveId" clId="{5C1161F5-85A7-40E1-983C-3DFFBBF352A0}" dt="2025-11-21T05:40:54.604" v="37" actId="1076"/>
          <ac:spMkLst>
            <pc:docMk/>
            <pc:sldMk cId="3386337968" sldId="282"/>
            <ac:spMk id="2" creationId="{5AFA0A94-C515-2B56-2321-DB0E42F17F32}"/>
          </ac:spMkLst>
        </pc:spChg>
        <pc:spChg chg="add mod">
          <ac:chgData name="德宇 张" userId="214bbc1308471811" providerId="LiveId" clId="{5C1161F5-85A7-40E1-983C-3DFFBBF352A0}" dt="2025-11-21T05:40:47.769" v="36" actId="1076"/>
          <ac:spMkLst>
            <pc:docMk/>
            <pc:sldMk cId="3386337968" sldId="282"/>
            <ac:spMk id="3" creationId="{77CB6C57-CF45-19B2-B3FF-7BD8336A2806}"/>
          </ac:spMkLst>
        </pc:spChg>
        <pc:spChg chg="add del">
          <ac:chgData name="德宇 张" userId="214bbc1308471811" providerId="LiveId" clId="{5C1161F5-85A7-40E1-983C-3DFFBBF352A0}" dt="2025-11-21T06:00:48.090" v="190" actId="22"/>
          <ac:spMkLst>
            <pc:docMk/>
            <pc:sldMk cId="3386337968" sldId="282"/>
            <ac:spMk id="9" creationId="{DD88AF53-366E-D147-7B6B-405388862EA7}"/>
          </ac:spMkLst>
        </pc:spChg>
        <pc:picChg chg="add mod">
          <ac:chgData name="德宇 张" userId="214bbc1308471811" providerId="LiveId" clId="{5C1161F5-85A7-40E1-983C-3DFFBBF352A0}" dt="2025-11-21T05:43:08.895" v="48" actId="1076"/>
          <ac:picMkLst>
            <pc:docMk/>
            <pc:sldMk cId="3386337968" sldId="282"/>
            <ac:picMk id="5" creationId="{EED4BF23-7251-F51F-F4B4-F2BA1E78E2EE}"/>
          </ac:picMkLst>
        </pc:picChg>
        <pc:picChg chg="add mod">
          <ac:chgData name="德宇 张" userId="214bbc1308471811" providerId="LiveId" clId="{5C1161F5-85A7-40E1-983C-3DFFBBF352A0}" dt="2025-11-21T05:43:06.526" v="47" actId="1076"/>
          <ac:picMkLst>
            <pc:docMk/>
            <pc:sldMk cId="3386337968" sldId="282"/>
            <ac:picMk id="7" creationId="{71355EBB-9C70-FDAC-DB1B-01F50A457D31}"/>
          </ac:picMkLst>
        </pc:picChg>
      </pc:sldChg>
      <pc:sldChg chg="addSp modSp new mod">
        <pc:chgData name="德宇 张" userId="214bbc1308471811" providerId="LiveId" clId="{5C1161F5-85A7-40E1-983C-3DFFBBF352A0}" dt="2025-11-21T05:50:46.855" v="114" actId="14100"/>
        <pc:sldMkLst>
          <pc:docMk/>
          <pc:sldMk cId="1740174542" sldId="283"/>
        </pc:sldMkLst>
        <pc:spChg chg="add mod">
          <ac:chgData name="德宇 张" userId="214bbc1308471811" providerId="LiveId" clId="{5C1161F5-85A7-40E1-983C-3DFFBBF352A0}" dt="2025-11-21T05:50:46.855" v="114" actId="14100"/>
          <ac:spMkLst>
            <pc:docMk/>
            <pc:sldMk cId="1740174542" sldId="283"/>
            <ac:spMk id="4" creationId="{BE892043-E8C0-82A4-DE15-57723AABC2EE}"/>
          </ac:spMkLst>
        </pc:spChg>
        <pc:picChg chg="add mod">
          <ac:chgData name="德宇 张" userId="214bbc1308471811" providerId="LiveId" clId="{5C1161F5-85A7-40E1-983C-3DFFBBF352A0}" dt="2025-11-21T05:45:50.840" v="52" actId="14100"/>
          <ac:picMkLst>
            <pc:docMk/>
            <pc:sldMk cId="1740174542" sldId="283"/>
            <ac:picMk id="3" creationId="{D78D8C9E-EDDC-CCBF-976C-0176F820775D}"/>
          </ac:picMkLst>
        </pc:picChg>
      </pc:sldChg>
      <pc:sldChg chg="addSp delSp modSp new add del mod">
        <pc:chgData name="德宇 张" userId="214bbc1308471811" providerId="LiveId" clId="{5C1161F5-85A7-40E1-983C-3DFFBBF352A0}" dt="2025-11-21T06:09:23.072" v="239" actId="2696"/>
        <pc:sldMkLst>
          <pc:docMk/>
          <pc:sldMk cId="3192008475" sldId="284"/>
        </pc:sldMkLst>
        <pc:spChg chg="add del mod">
          <ac:chgData name="德宇 张" userId="214bbc1308471811" providerId="LiveId" clId="{5C1161F5-85A7-40E1-983C-3DFFBBF352A0}" dt="2025-11-21T05:47:36.453" v="89"/>
          <ac:spMkLst>
            <pc:docMk/>
            <pc:sldMk cId="3192008475" sldId="284"/>
            <ac:spMk id="2" creationId="{F60B0B19-A245-F3A4-E21D-684946D816A6}"/>
          </ac:spMkLst>
        </pc:spChg>
        <pc:spChg chg="add mod">
          <ac:chgData name="德宇 张" userId="214bbc1308471811" providerId="LiveId" clId="{5C1161F5-85A7-40E1-983C-3DFFBBF352A0}" dt="2025-11-21T05:54:49.326" v="123" actId="1076"/>
          <ac:spMkLst>
            <pc:docMk/>
            <pc:sldMk cId="3192008475" sldId="284"/>
            <ac:spMk id="3" creationId="{8283870C-C2DD-34AE-7A96-13BF858883FB}"/>
          </ac:spMkLst>
        </pc:spChg>
        <pc:spChg chg="add mod">
          <ac:chgData name="德宇 张" userId="214bbc1308471811" providerId="LiveId" clId="{5C1161F5-85A7-40E1-983C-3DFFBBF352A0}" dt="2025-11-21T05:53:36.621" v="118" actId="14100"/>
          <ac:spMkLst>
            <pc:docMk/>
            <pc:sldMk cId="3192008475" sldId="284"/>
            <ac:spMk id="4" creationId="{A19B065A-05F8-7DD1-DE37-DAE06BF0B7A1}"/>
          </ac:spMkLst>
        </pc:spChg>
      </pc:sldChg>
      <pc:sldChg chg="addSp modSp add mod setBg">
        <pc:chgData name="德宇 张" userId="214bbc1308471811" providerId="LiveId" clId="{5C1161F5-85A7-40E1-983C-3DFFBBF352A0}" dt="2025-11-21T06:03:32.724" v="207" actId="20577"/>
        <pc:sldMkLst>
          <pc:docMk/>
          <pc:sldMk cId="45563254" sldId="285"/>
        </pc:sldMkLst>
        <pc:spChg chg="mod">
          <ac:chgData name="德宇 张" userId="214bbc1308471811" providerId="LiveId" clId="{5C1161F5-85A7-40E1-983C-3DFFBBF352A0}" dt="2025-11-21T05:55:12.487" v="129" actId="20577"/>
          <ac:spMkLst>
            <pc:docMk/>
            <pc:sldMk cId="45563254" sldId="285"/>
            <ac:spMk id="8" creationId="{B0FF4CC0-806B-8C25-1C09-6FE3200E05FE}"/>
          </ac:spMkLst>
        </pc:spChg>
        <pc:spChg chg="mod">
          <ac:chgData name="德宇 张" userId="214bbc1308471811" providerId="LiveId" clId="{5C1161F5-85A7-40E1-983C-3DFFBBF352A0}" dt="2025-11-21T06:03:32.724" v="207" actId="20577"/>
          <ac:spMkLst>
            <pc:docMk/>
            <pc:sldMk cId="45563254" sldId="285"/>
            <ac:spMk id="9" creationId="{B227005D-E288-DF16-28EB-EC312DCD4FDE}"/>
          </ac:spMkLst>
        </pc:spChg>
        <pc:spChg chg="mod">
          <ac:chgData name="德宇 张" userId="214bbc1308471811" providerId="LiveId" clId="{5C1161F5-85A7-40E1-983C-3DFFBBF352A0}" dt="2025-11-21T05:55:16.963" v="130" actId="20577"/>
          <ac:spMkLst>
            <pc:docMk/>
            <pc:sldMk cId="45563254" sldId="285"/>
            <ac:spMk id="11" creationId="{CFECC213-9E26-E28E-3782-5156B37192B5}"/>
          </ac:spMkLst>
        </pc:spChg>
        <pc:spChg chg="mod">
          <ac:chgData name="德宇 张" userId="214bbc1308471811" providerId="LiveId" clId="{5C1161F5-85A7-40E1-983C-3DFFBBF352A0}" dt="2025-11-21T05:56:43.011" v="169" actId="20577"/>
          <ac:spMkLst>
            <pc:docMk/>
            <pc:sldMk cId="45563254" sldId="285"/>
            <ac:spMk id="12" creationId="{9F835006-B3FC-48B3-8B7A-1897A4C5072C}"/>
          </ac:spMkLst>
        </pc:spChg>
        <pc:spChg chg="mod">
          <ac:chgData name="德宇 张" userId="214bbc1308471811" providerId="LiveId" clId="{5C1161F5-85A7-40E1-983C-3DFFBBF352A0}" dt="2025-11-21T05:59:32.348" v="187" actId="1076"/>
          <ac:spMkLst>
            <pc:docMk/>
            <pc:sldMk cId="45563254" sldId="285"/>
            <ac:spMk id="13" creationId="{51D2C8E1-3164-A39D-F1FC-C857ACE4A83B}"/>
          </ac:spMkLst>
        </pc:spChg>
        <pc:spChg chg="mod">
          <ac:chgData name="德宇 张" userId="214bbc1308471811" providerId="LiveId" clId="{5C1161F5-85A7-40E1-983C-3DFFBBF352A0}" dt="2025-11-21T05:55:20.777" v="132" actId="20577"/>
          <ac:spMkLst>
            <pc:docMk/>
            <pc:sldMk cId="45563254" sldId="285"/>
            <ac:spMk id="14" creationId="{49E5FFE6-0C4E-64E5-AB64-1ED93E8A9719}"/>
          </ac:spMkLst>
        </pc:spChg>
        <pc:spChg chg="mod">
          <ac:chgData name="德宇 张" userId="214bbc1308471811" providerId="LiveId" clId="{5C1161F5-85A7-40E1-983C-3DFFBBF352A0}" dt="2025-11-21T05:55:23.443" v="133" actId="20577"/>
          <ac:spMkLst>
            <pc:docMk/>
            <pc:sldMk cId="45563254" sldId="285"/>
            <ac:spMk id="15" creationId="{CA6ABEE5-C75F-84F3-38EF-14CB1723BA51}"/>
          </ac:spMkLst>
        </pc:spChg>
        <pc:spChg chg="mod">
          <ac:chgData name="德宇 张" userId="214bbc1308471811" providerId="LiveId" clId="{5C1161F5-85A7-40E1-983C-3DFFBBF352A0}" dt="2025-11-21T05:54:29.861" v="120" actId="20577"/>
          <ac:spMkLst>
            <pc:docMk/>
            <pc:sldMk cId="45563254" sldId="285"/>
            <ac:spMk id="16" creationId="{14F50689-6AC5-0562-C960-219D144A2FF4}"/>
          </ac:spMkLst>
        </pc:spChg>
        <pc:spChg chg="add mod">
          <ac:chgData name="德宇 张" userId="214bbc1308471811" providerId="LiveId" clId="{5C1161F5-85A7-40E1-983C-3DFFBBF352A0}" dt="2025-11-21T05:55:07.094" v="127" actId="1076"/>
          <ac:spMkLst>
            <pc:docMk/>
            <pc:sldMk cId="45563254" sldId="285"/>
            <ac:spMk id="17" creationId="{70966B04-5870-1B8F-7B2A-162D735BBD11}"/>
          </ac:spMkLst>
        </pc:spChg>
        <pc:spChg chg="add mod">
          <ac:chgData name="德宇 张" userId="214bbc1308471811" providerId="LiveId" clId="{5C1161F5-85A7-40E1-983C-3DFFBBF352A0}" dt="2025-11-21T05:58:35.645" v="180"/>
          <ac:spMkLst>
            <pc:docMk/>
            <pc:sldMk cId="45563254" sldId="285"/>
            <ac:spMk id="19" creationId="{A5182094-F2BB-12FD-3E50-105BE5DF63F0}"/>
          </ac:spMkLst>
        </pc:spChg>
      </pc:sldChg>
      <pc:sldChg chg="new del">
        <pc:chgData name="德宇 张" userId="214bbc1308471811" providerId="LiveId" clId="{5C1161F5-85A7-40E1-983C-3DFFBBF352A0}" dt="2025-11-21T06:00:56.227" v="192" actId="2696"/>
        <pc:sldMkLst>
          <pc:docMk/>
          <pc:sldMk cId="600324285" sldId="286"/>
        </pc:sldMkLst>
      </pc:sldChg>
      <pc:sldChg chg="addSp delSp modSp add mod">
        <pc:chgData name="德宇 张" userId="214bbc1308471811" providerId="LiveId" clId="{5C1161F5-85A7-40E1-983C-3DFFBBF352A0}" dt="2025-11-21T06:07:15.609" v="232" actId="1076"/>
        <pc:sldMkLst>
          <pc:docMk/>
          <pc:sldMk cId="1932155374" sldId="287"/>
        </pc:sldMkLst>
        <pc:spChg chg="mod">
          <ac:chgData name="德宇 张" userId="214bbc1308471811" providerId="LiveId" clId="{5C1161F5-85A7-40E1-983C-3DFFBBF352A0}" dt="2025-11-21T06:01:12.598" v="195"/>
          <ac:spMkLst>
            <pc:docMk/>
            <pc:sldMk cId="1932155374" sldId="287"/>
            <ac:spMk id="2" creationId="{F077C158-1B5E-FE54-1329-87C6EF0F7AF6}"/>
          </ac:spMkLst>
        </pc:spChg>
        <pc:spChg chg="del mod">
          <ac:chgData name="德宇 张" userId="214bbc1308471811" providerId="LiveId" clId="{5C1161F5-85A7-40E1-983C-3DFFBBF352A0}" dt="2025-11-21T06:01:46.196" v="203"/>
          <ac:spMkLst>
            <pc:docMk/>
            <pc:sldMk cId="1932155374" sldId="287"/>
            <ac:spMk id="3" creationId="{32B66F41-0E2C-6274-F2CB-0DACB58EA1DE}"/>
          </ac:spMkLst>
        </pc:spChg>
        <pc:spChg chg="add mod">
          <ac:chgData name="德宇 张" userId="214bbc1308471811" providerId="LiveId" clId="{5C1161F5-85A7-40E1-983C-3DFFBBF352A0}" dt="2025-11-21T06:07:11.716" v="231" actId="14100"/>
          <ac:spMkLst>
            <pc:docMk/>
            <pc:sldMk cId="1932155374" sldId="287"/>
            <ac:spMk id="8" creationId="{FB4C7CDB-340D-CA6D-BCC0-F9BFE35BBE07}"/>
          </ac:spMkLst>
        </pc:spChg>
        <pc:picChg chg="add del mod">
          <ac:chgData name="德宇 张" userId="214bbc1308471811" providerId="LiveId" clId="{5C1161F5-85A7-40E1-983C-3DFFBBF352A0}" dt="2025-11-21T06:01:27.473" v="199" actId="478"/>
          <ac:picMkLst>
            <pc:docMk/>
            <pc:sldMk cId="1932155374" sldId="287"/>
            <ac:picMk id="5" creationId="{A8A2F8A7-1219-6C23-448A-DA3B394B05A1}"/>
          </ac:picMkLst>
        </pc:picChg>
        <pc:picChg chg="add mod">
          <ac:chgData name="德宇 张" userId="214bbc1308471811" providerId="LiveId" clId="{5C1161F5-85A7-40E1-983C-3DFFBBF352A0}" dt="2025-11-21T06:04:36.917" v="219" actId="14100"/>
          <ac:picMkLst>
            <pc:docMk/>
            <pc:sldMk cId="1932155374" sldId="287"/>
            <ac:picMk id="6" creationId="{EA724162-58A9-E135-29DD-73C8D20A3C97}"/>
          </ac:picMkLst>
        </pc:picChg>
        <pc:picChg chg="del">
          <ac:chgData name="德宇 张" userId="214bbc1308471811" providerId="LiveId" clId="{5C1161F5-85A7-40E1-983C-3DFFBBF352A0}" dt="2025-11-21T06:01:46.194" v="201" actId="478"/>
          <ac:picMkLst>
            <pc:docMk/>
            <pc:sldMk cId="1932155374" sldId="287"/>
            <ac:picMk id="7" creationId="{C701B21A-6E28-1071-30A4-FBA5D695CDA3}"/>
          </ac:picMkLst>
        </pc:picChg>
        <pc:picChg chg="add mod">
          <ac:chgData name="德宇 张" userId="214bbc1308471811" providerId="LiveId" clId="{5C1161F5-85A7-40E1-983C-3DFFBBF352A0}" dt="2025-11-21T06:07:15.609" v="232" actId="1076"/>
          <ac:picMkLst>
            <pc:docMk/>
            <pc:sldMk cId="1932155374" sldId="287"/>
            <ac:picMk id="10" creationId="{D1E20FD9-E744-B6E1-F192-D68CD7B51CAA}"/>
          </ac:picMkLst>
        </pc:picChg>
      </pc:sldChg>
      <pc:sldChg chg="addSp modSp new add del mod">
        <pc:chgData name="德宇 张" userId="214bbc1308471811" providerId="LiveId" clId="{5C1161F5-85A7-40E1-983C-3DFFBBF352A0}" dt="2025-11-21T06:10:21.577" v="252" actId="1076"/>
        <pc:sldMkLst>
          <pc:docMk/>
          <pc:sldMk cId="3580666452" sldId="288"/>
        </pc:sldMkLst>
        <pc:spChg chg="add mod">
          <ac:chgData name="德宇 张" userId="214bbc1308471811" providerId="LiveId" clId="{5C1161F5-85A7-40E1-983C-3DFFBBF352A0}" dt="2025-11-21T06:10:21.577" v="252" actId="1076"/>
          <ac:spMkLst>
            <pc:docMk/>
            <pc:sldMk cId="3580666452" sldId="288"/>
            <ac:spMk id="2" creationId="{01B198E6-30A7-1F4E-E002-F8365B4E23BC}"/>
          </ac:spMkLst>
        </pc:spChg>
      </pc:sldChg>
      <pc:sldChg chg="addSp delSp modSp new del mod ord">
        <pc:chgData name="德宇 张" userId="214bbc1308471811" providerId="LiveId" clId="{5C1161F5-85A7-40E1-983C-3DFFBBF352A0}" dt="2025-11-21T06:12:28.792" v="284" actId="2696"/>
        <pc:sldMkLst>
          <pc:docMk/>
          <pc:sldMk cId="2185887104" sldId="289"/>
        </pc:sldMkLst>
        <pc:spChg chg="add del mod">
          <ac:chgData name="德宇 张" userId="214bbc1308471811" providerId="LiveId" clId="{5C1161F5-85A7-40E1-983C-3DFFBBF352A0}" dt="2025-11-21T06:12:24.759" v="283" actId="478"/>
          <ac:spMkLst>
            <pc:docMk/>
            <pc:sldMk cId="2185887104" sldId="289"/>
            <ac:spMk id="2" creationId="{662ADBA4-D04A-7D53-C41B-7BDA15C6A05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05:38:59.5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 0,'1263'0'0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786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5CFE6-B2C5-5A74-594B-15594BBC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C254A-2E0D-DD75-5916-0BF8003C2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11D0F-42B0-020B-A2E0-589D90C4C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3A756-D546-3B84-F61A-46BD4D2F00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1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26E315-271E-43B1-8F34-EEDE84CD6B72}"/>
              </a:ext>
            </a:extLst>
          </p:cNvPr>
          <p:cNvSpPr txBox="1"/>
          <p:nvPr/>
        </p:nvSpPr>
        <p:spPr>
          <a:xfrm>
            <a:off x="2460884" y="2090568"/>
            <a:ext cx="69404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err="1"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苯氧乙醇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性质、合成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  <a:p>
            <a:pPr algn="ctr"/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与日化应用</a:t>
            </a:r>
            <a:endParaRPr lang="zh-CN" altLang="en-US" sz="4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B283B6-28DB-4C3A-8F21-0CFC3C35947A}"/>
              </a:ext>
            </a:extLst>
          </p:cNvPr>
          <p:cNvSpPr txBox="1"/>
          <p:nvPr/>
        </p:nvSpPr>
        <p:spPr>
          <a:xfrm>
            <a:off x="4631960" y="4512039"/>
            <a:ext cx="2728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汇报人：冯琛</a:t>
            </a:r>
            <a:endParaRPr lang="en-US" altLang="zh-CN" dirty="0"/>
          </a:p>
          <a:p>
            <a:r>
              <a:rPr lang="zh-CN" altLang="en-US" dirty="0"/>
              <a:t>资料查阅：陈华、姚田灏</a:t>
            </a:r>
            <a:endParaRPr lang="en-US" altLang="zh-CN" dirty="0"/>
          </a:p>
          <a:p>
            <a:r>
              <a:rPr lang="en-US" altLang="zh-CN" dirty="0"/>
              <a:t>Ppt</a:t>
            </a:r>
            <a:r>
              <a:rPr lang="zh-CN" altLang="en-US" dirty="0"/>
              <a:t>制作：张德宇</a:t>
            </a:r>
          </a:p>
        </p:txBody>
      </p:sp>
    </p:spTree>
    <p:extLst>
      <p:ext uri="{BB962C8B-B14F-4D97-AF65-F5344CB8AC3E}">
        <p14:creationId xmlns:p14="http://schemas.microsoft.com/office/powerpoint/2010/main" val="278079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29620" y="3189220"/>
            <a:ext cx="373380" cy="229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629620" y="3189220"/>
            <a:ext cx="373380" cy="2298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0D0D0D"/>
                </a:solidFill>
                <a:latin typeface="FontAwesome" pitchFamily="34" charset="0"/>
                <a:ea typeface="FontAwesome" pitchFamily="34" charset="-122"/>
                <a:cs typeface="FontAwesome" pitchFamily="34" charset="-120"/>
              </a:rPr>
              <a:t>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02112" y="5221691"/>
            <a:ext cx="297180" cy="229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602112" y="5221691"/>
            <a:ext cx="297180" cy="2298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900" dirty="0">
                <a:solidFill>
                  <a:srgbClr val="000000"/>
                </a:solidFill>
                <a:latin typeface="FontAwesome" pitchFamily="34" charset="0"/>
                <a:ea typeface="FontAwesome" pitchFamily="34" charset="-122"/>
                <a:cs typeface="FontAwesome" pitchFamily="34" charset="-120"/>
              </a:rPr>
              <a:t>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95205" y="2244342"/>
            <a:ext cx="1127860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 err="1">
                <a:latin typeface="MiSans" pitchFamily="34" charset="0"/>
                <a:ea typeface="MiSans" pitchFamily="34" charset="-122"/>
                <a:cs typeface="MiSans" pitchFamily="34" charset="-120"/>
              </a:rPr>
              <a:t>物质特性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08023" y="4673176"/>
            <a:ext cx="1115042" cy="30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应用价值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4365" y="4980940"/>
            <a:ext cx="5101590" cy="10273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因其低致敏、低毒、广谱抑菌等特性，在化妆品、医药、疫苗等多个行业被广泛应用，且全球年消耗量持续攀升，已成为替代甲醛释放体防腐剂的首选品种。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365" y="2510155"/>
            <a:ext cx="4850130" cy="10273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苯氧乙醇是一种无色微粘透明液体，带有淡芳香气味，分子式为C8H10O2，兼具高沸点、低挥发性，同时亲水亲油，是一种两亲溶剂。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7030" y="476250"/>
            <a:ext cx="4460875" cy="83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01.苯氧乙醇是什么</a:t>
            </a:r>
            <a:endParaRPr 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Image 1" descr="https://kimi-img.moonshot.cn/pub/slides/slides_tmpl/image/25-09-05-16:17:18-d2t9p3lnfo2stf9dj8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875"/>
            <a:ext cx="194945" cy="457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E6B99E5-83D8-7F2C-C215-9C12B5EDD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635" y="2510155"/>
            <a:ext cx="5715000" cy="36148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9325" y="2054860"/>
            <a:ext cx="0" cy="2886075"/>
          </a:xfrm>
          <a:prstGeom prst="line">
            <a:avLst/>
          </a:prstGeom>
          <a:noFill/>
          <a:ln w="19050">
            <a:solidFill>
              <a:srgbClr val="4B9894"/>
            </a:solidFill>
            <a:prstDash val="solid"/>
            <a:headEnd type="none"/>
            <a:tailEnd type="none"/>
          </a:ln>
        </p:spPr>
      </p:sp>
      <p:pic>
        <p:nvPicPr>
          <p:cNvPr id="3" name="Image 0" descr="https://kimi-img.moonshot.cn/pub/slides/slides_tmpl/image/25-09-05-16:17:21-d2t9p4dnfo2stf9dj92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1731645"/>
            <a:ext cx="353695" cy="36576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5-16:17:21-d2t9p4dnfo2stf9dj93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15" y="3286760"/>
            <a:ext cx="353695" cy="36576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6:17:21-d2t9p4dnfo2stf9dj9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45" y="4857115"/>
            <a:ext cx="353695" cy="36576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414145" y="2072640"/>
            <a:ext cx="5576570" cy="9715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Text 2"/>
          <p:cNvSpPr/>
          <p:nvPr/>
        </p:nvSpPr>
        <p:spPr>
          <a:xfrm>
            <a:off x="1414145" y="2072640"/>
            <a:ext cx="5576570" cy="971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常压沸点约245℃，熔点−3℃，密度1.10 g cm⁻³，25℃下水溶度26 g L⁻¹，可与乙醇、丙酮、甘油任意混溶。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414780" y="1689259"/>
            <a:ext cx="517779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基本参数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1414145" y="3642995"/>
            <a:ext cx="5605145" cy="9715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Text 5"/>
          <p:cNvSpPr/>
          <p:nvPr/>
        </p:nvSpPr>
        <p:spPr>
          <a:xfrm>
            <a:off x="1414145" y="3642995"/>
            <a:ext cx="5605145" cy="971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在pH 7时稳定，耐氧化，但遇强酸或强碱可开环</a:t>
            </a:r>
            <a:r>
              <a:rPr lang="en-US" sz="1400" dirty="0">
                <a:solidFill>
                  <a:srgbClr val="4B98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414780" y="3259614"/>
            <a:ext cx="517779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稳定性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1414145" y="5213350"/>
            <a:ext cx="5574665" cy="9715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Text 8"/>
          <p:cNvSpPr/>
          <p:nvPr/>
        </p:nvSpPr>
        <p:spPr>
          <a:xfrm>
            <a:off x="1414145" y="5213350"/>
            <a:ext cx="5574665" cy="971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r>
              <a:rPr lang="en-US" sz="1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低蒸汽压使其具备持久杀菌与定香能力，也使其成为高沸点安全溶剂，适用于高温配方与减压蒸馏工艺。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414780" y="4829969"/>
            <a:ext cx="517779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MiSans" pitchFamily="34" charset="0"/>
                <a:ea typeface="MiSans" pitchFamily="34" charset="-122"/>
                <a:cs typeface="MiSans" pitchFamily="34" charset="-120"/>
              </a:rPr>
              <a:t>蒸汽压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84530" y="534859"/>
            <a:ext cx="11116310" cy="523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 err="1"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核心理化参数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E9D3FBD-CED6-9289-3E6E-6E56C1EC6DD1}"/>
              </a:ext>
            </a:extLst>
          </p:cNvPr>
          <p:cNvSpPr txBox="1"/>
          <p:nvPr/>
        </p:nvSpPr>
        <p:spPr>
          <a:xfrm>
            <a:off x="1438083" y="619829"/>
            <a:ext cx="4530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02.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环氧乙烷合成法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929E82C-6066-7641-0A0E-17F4E6B1C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54" y="1647742"/>
            <a:ext cx="10788692" cy="139297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092E6E-8931-E577-65FB-886BDDF644A9}"/>
              </a:ext>
            </a:extLst>
          </p:cNvPr>
          <p:cNvSpPr txBox="1"/>
          <p:nvPr/>
        </p:nvSpPr>
        <p:spPr>
          <a:xfrm>
            <a:off x="1438083" y="3577820"/>
            <a:ext cx="931583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反应历程：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MiSans" panose="02010600030101010101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1. 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催化剂激活亲核试剂：苯酚（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C₆H₅OH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）在碱性催化剂（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OH⁻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）作用下，酚羟基（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-OH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）失去质子（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H⁺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），生成更具亲核性的苯氧负离子（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C₆H₅O⁻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），这是反应的启动步骤。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2. 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亲核攻击与环开环：苯氧负离子作为亲核试剂，攻击环氧乙烷三元环上电子云密度较低的碳原子（三元环存在环张力，易断裂），导致环氧环破裂，形成带负电荷的烷氧基中间体（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C₆H₅OCH₂CH₂O⁻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3. 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质子转移得产物：烷氧基中间体快速从体系中（如未反应的苯酚或反应生成的水）夺取一个质子（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H⁺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），最终生成目标产物苯氧乙醇（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C₆H₅OCH₂CH₂OH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270486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A5A05C-4BAF-13F9-0E8F-8BBA84C4DB56}"/>
              </a:ext>
            </a:extLst>
          </p:cNvPr>
          <p:cNvSpPr txBox="1"/>
          <p:nvPr/>
        </p:nvSpPr>
        <p:spPr>
          <a:xfrm>
            <a:off x="1276478" y="785525"/>
            <a:ext cx="2227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反应条件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5D42C0-C0CB-5CD2-4614-75111E93BF73}"/>
              </a:ext>
            </a:extLst>
          </p:cNvPr>
          <p:cNvSpPr txBox="1"/>
          <p:nvPr/>
        </p:nvSpPr>
        <p:spPr>
          <a:xfrm>
            <a:off x="1350120" y="2012908"/>
            <a:ext cx="22276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  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催化剂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以碱性催化剂为主，工业常用氢氧化钠（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NaOH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 或季铵盐（如四丁基溴化铵）。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用以激活苯酚的酚羟基（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-OH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），使其更易作为亲核试剂攻击环氧乙烷的三元环，推动环开环反应。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17BD41-19D9-85A4-3F42-761EE5AF7E46}"/>
              </a:ext>
            </a:extLst>
          </p:cNvPr>
          <p:cNvSpPr txBox="1"/>
          <p:nvPr/>
        </p:nvSpPr>
        <p:spPr>
          <a:xfrm>
            <a:off x="4479945" y="2012908"/>
            <a:ext cx="21417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  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反应温度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控制在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80-120℃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，低温（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&lt;80℃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）会使反应速率过慢，高温（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&gt;120℃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）则会导致环氧乙烷大量汽化（沸点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10.7℃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）、苯酚氧化，还可能生成二甘醇苯醚等副产物</a:t>
            </a:r>
            <a:r>
              <a:rPr lang="zh-CN" altLang="en-US" dirty="0"/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1F58C8-0290-6D90-0D4E-55674790364D}"/>
              </a:ext>
            </a:extLst>
          </p:cNvPr>
          <p:cNvSpPr txBox="1"/>
          <p:nvPr/>
        </p:nvSpPr>
        <p:spPr>
          <a:xfrm>
            <a:off x="7941166" y="2012907"/>
            <a:ext cx="19760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原料配比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苯酚与环氧乙烷的比例需略高于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1:1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，通常为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1:1.05-1:1.1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；环氧乙烷过量可提升苯酚转化率，但过量过多会增加后续脱轻组分的能耗。</a:t>
            </a:r>
          </a:p>
        </p:txBody>
      </p:sp>
    </p:spTree>
    <p:extLst>
      <p:ext uri="{BB962C8B-B14F-4D97-AF65-F5344CB8AC3E}">
        <p14:creationId xmlns:p14="http://schemas.microsoft.com/office/powerpoint/2010/main" val="996148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9F7D513-17C5-EB11-C48D-23732EF68251}"/>
              </a:ext>
            </a:extLst>
          </p:cNvPr>
          <p:cNvSpPr txBox="1"/>
          <p:nvPr/>
        </p:nvSpPr>
        <p:spPr>
          <a:xfrm>
            <a:off x="5639823" y="297333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4EA581-7A2E-02FD-BCE2-F3241C5A04F0}"/>
              </a:ext>
            </a:extLst>
          </p:cNvPr>
          <p:cNvSpPr txBox="1"/>
          <p:nvPr/>
        </p:nvSpPr>
        <p:spPr>
          <a:xfrm>
            <a:off x="983951" y="681198"/>
            <a:ext cx="5112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环氧乙烷合成法的利弊</a:t>
            </a:r>
            <a:r>
              <a:rPr lang="zh-CN" altLang="en-US" sz="3600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6C7E50-3C2C-E52B-830B-E6555E01D048}"/>
              </a:ext>
            </a:extLst>
          </p:cNvPr>
          <p:cNvSpPr txBox="1"/>
          <p:nvPr/>
        </p:nvSpPr>
        <p:spPr>
          <a:xfrm>
            <a:off x="983952" y="1908580"/>
            <a:ext cx="473565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                  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主要优势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  <a:cs typeface="MiSans" panose="02010600030101010101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原料易得、成本最低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苯酚和环氧乙烷均属大宗石化产品，供应链成熟，单步缩合即可得到目标产物，综合收率可达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90%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以上，适合万吨级连续化生产 。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工艺成熟、装备通用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管式或环路烷氧基化反应器在表面活性剂行业已普及，只需控制温度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120–150 ℃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、压力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0.2–0.5 MPa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，即可实现稳定放大 。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产品指标能满足高规格市场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通过减压精馏可将纯度做到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99.9%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，符合中国药典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2020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版及化妆品级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QB/T 5290-2018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要求 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035DA6-21C1-8759-BBDF-CC9C61338469}"/>
              </a:ext>
            </a:extLst>
          </p:cNvPr>
          <p:cNvSpPr txBox="1"/>
          <p:nvPr/>
        </p:nvSpPr>
        <p:spPr>
          <a:xfrm>
            <a:off x="6554223" y="1908580"/>
            <a:ext cx="486043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    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MiSans" panose="02010600030101010101" charset="-122"/>
              </a:rPr>
              <a:t>工业弊端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MiSans" panose="02010600030101010101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原料本身高风险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环氧乙烷为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Ⅰ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类明确致癌物，易燃易爆（爆炸极限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3–100%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），储存运输需专用压力容器；苯酚属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Ⅲ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类可疑致癌物，对粘膜有强腐蚀性 。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副产物及残留物带来合规压力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环氧乙烷易自聚生成二噁烷（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ⅡB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类致癌物）和聚醚类杂质，苯酚也可能残留。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公众形象与替代压力</a:t>
            </a: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消费者对“环氧乙烷”“二噁烷”敏感，部分品牌已开始宣传“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EO-free”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配方；碳酸乙烯酯法等温和路线虽成本略高，但副产物少，正成为潜在替代技术</a:t>
            </a:r>
          </a:p>
        </p:txBody>
      </p:sp>
    </p:spTree>
    <p:extLst>
      <p:ext uri="{BB962C8B-B14F-4D97-AF65-F5344CB8AC3E}">
        <p14:creationId xmlns:p14="http://schemas.microsoft.com/office/powerpoint/2010/main" val="72344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D580-7A9A-85BD-26D8-CE3EE3EF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38AB4D-6857-0CEC-2271-64B2651CD077}"/>
              </a:ext>
            </a:extLst>
          </p:cNvPr>
          <p:cNvSpPr/>
          <p:nvPr/>
        </p:nvSpPr>
        <p:spPr>
          <a:xfrm>
            <a:off x="949325" y="2054860"/>
            <a:ext cx="0" cy="2886075"/>
          </a:xfrm>
          <a:prstGeom prst="line">
            <a:avLst/>
          </a:prstGeom>
          <a:noFill/>
          <a:ln w="19050">
            <a:solidFill>
              <a:srgbClr val="4B9894"/>
            </a:solidFill>
            <a:prstDash val="solid"/>
            <a:headEnd type="none"/>
            <a:tailEnd type="none"/>
          </a:ln>
        </p:spPr>
      </p:sp>
      <p:pic>
        <p:nvPicPr>
          <p:cNvPr id="3" name="Image 0" descr="https://kimi-img.moonshot.cn/pub/slides/slides_tmpl/image/25-09-05-16:17:21-d2t9p4dnfo2stf9dj92g.png">
            <a:extLst>
              <a:ext uri="{FF2B5EF4-FFF2-40B4-BE49-F238E27FC236}">
                <a16:creationId xmlns:a16="http://schemas.microsoft.com/office/drawing/2014/main" id="{9F65CB5A-0796-93D4-418B-F79BB33EA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" y="1731645"/>
            <a:ext cx="353695" cy="36576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5-16:17:21-d2t9p4dnfo2stf9dj93g.png">
            <a:extLst>
              <a:ext uri="{FF2B5EF4-FFF2-40B4-BE49-F238E27FC236}">
                <a16:creationId xmlns:a16="http://schemas.microsoft.com/office/drawing/2014/main" id="{E21843FA-1CA6-FBEB-A2B3-5D081BA99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15" y="3286760"/>
            <a:ext cx="353695" cy="36576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5-16:17:21-d2t9p4dnfo2stf9dj940.png">
            <a:extLst>
              <a:ext uri="{FF2B5EF4-FFF2-40B4-BE49-F238E27FC236}">
                <a16:creationId xmlns:a16="http://schemas.microsoft.com/office/drawing/2014/main" id="{3C315DA6-3767-8497-3BC9-B395CE208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45" y="4857115"/>
            <a:ext cx="353695" cy="365760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7FC9B566-8ABB-257F-507E-2A2C4F74CCF3}"/>
              </a:ext>
            </a:extLst>
          </p:cNvPr>
          <p:cNvSpPr/>
          <p:nvPr/>
        </p:nvSpPr>
        <p:spPr>
          <a:xfrm>
            <a:off x="1414145" y="2072640"/>
            <a:ext cx="5576570" cy="9715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B0FF4CC0-806B-8C25-1C09-6FE3200E05FE}"/>
              </a:ext>
            </a:extLst>
          </p:cNvPr>
          <p:cNvSpPr/>
          <p:nvPr/>
        </p:nvSpPr>
        <p:spPr>
          <a:xfrm>
            <a:off x="1414145" y="2072640"/>
            <a:ext cx="5576570" cy="971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227005D-E288-DF16-28EB-EC312DCD4FDE}"/>
              </a:ext>
            </a:extLst>
          </p:cNvPr>
          <p:cNvSpPr/>
          <p:nvPr/>
        </p:nvSpPr>
        <p:spPr>
          <a:xfrm>
            <a:off x="1414145" y="1716256"/>
            <a:ext cx="5177790" cy="3693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zh-CN" altLang="en-US" b="1" dirty="0"/>
              <a:t>化妆品与护肤品（浓度：</a:t>
            </a:r>
            <a:r>
              <a:rPr lang="en-US" altLang="zh-CN" b="1" dirty="0"/>
              <a:t>0.5%-1.0%</a:t>
            </a:r>
            <a:r>
              <a:rPr lang="zh-CN" altLang="en-US" b="1" dirty="0"/>
              <a:t>）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C95D0B5F-5B4D-6F7D-B38A-0CFDFD3210A8}"/>
              </a:ext>
            </a:extLst>
          </p:cNvPr>
          <p:cNvSpPr/>
          <p:nvPr/>
        </p:nvSpPr>
        <p:spPr>
          <a:xfrm>
            <a:off x="1414145" y="3642995"/>
            <a:ext cx="5605145" cy="9715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FECC213-9E26-E28E-3782-5156B37192B5}"/>
              </a:ext>
            </a:extLst>
          </p:cNvPr>
          <p:cNvSpPr/>
          <p:nvPr/>
        </p:nvSpPr>
        <p:spPr>
          <a:xfrm>
            <a:off x="1414145" y="3642995"/>
            <a:ext cx="5605145" cy="971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F835006-B3FC-48B3-8B7A-1897A4C5072C}"/>
              </a:ext>
            </a:extLst>
          </p:cNvPr>
          <p:cNvSpPr/>
          <p:nvPr/>
        </p:nvSpPr>
        <p:spPr>
          <a:xfrm>
            <a:off x="1414145" y="3300363"/>
            <a:ext cx="517779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1D2C8E1-3164-A39D-F1FC-C857ACE4A83B}"/>
              </a:ext>
            </a:extLst>
          </p:cNvPr>
          <p:cNvSpPr/>
          <p:nvPr/>
        </p:nvSpPr>
        <p:spPr>
          <a:xfrm>
            <a:off x="1416050" y="4845358"/>
            <a:ext cx="5574665" cy="3657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r>
              <a:rPr lang="zh-CN" altLang="en-US" b="1" dirty="0"/>
              <a:t>医药领域（浓度：</a:t>
            </a:r>
            <a:r>
              <a:rPr lang="en-US" altLang="zh-CN" b="1" dirty="0"/>
              <a:t>1.0%-5.0%</a:t>
            </a:r>
            <a:r>
              <a:rPr lang="zh-CN" altLang="en-US" b="1" dirty="0"/>
              <a:t>）</a:t>
            </a:r>
          </a:p>
          <a:p>
            <a:endParaRPr lang="zh-CN" altLang="en-US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9E5FFE6-0C4E-64E5-AB64-1ED93E8A9719}"/>
              </a:ext>
            </a:extLst>
          </p:cNvPr>
          <p:cNvSpPr/>
          <p:nvPr/>
        </p:nvSpPr>
        <p:spPr>
          <a:xfrm>
            <a:off x="1414145" y="5213350"/>
            <a:ext cx="5574665" cy="971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just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A6ABEE5-C75F-84F3-38EF-14CB1723BA51}"/>
              </a:ext>
            </a:extLst>
          </p:cNvPr>
          <p:cNvSpPr/>
          <p:nvPr/>
        </p:nvSpPr>
        <p:spPr>
          <a:xfrm>
            <a:off x="1414780" y="4845358"/>
            <a:ext cx="517779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14F50689-6AC5-0562-C960-219D144A2FF4}"/>
              </a:ext>
            </a:extLst>
          </p:cNvPr>
          <p:cNvSpPr/>
          <p:nvPr/>
        </p:nvSpPr>
        <p:spPr>
          <a:xfrm>
            <a:off x="684530" y="627192"/>
            <a:ext cx="1111631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966B04-5870-1B8F-7B2A-162D735BBD11}"/>
              </a:ext>
            </a:extLst>
          </p:cNvPr>
          <p:cNvSpPr txBox="1"/>
          <p:nvPr/>
        </p:nvSpPr>
        <p:spPr>
          <a:xfrm>
            <a:off x="780415" y="540671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03.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苯氧乙醇的日化应用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182094-F2BB-12FD-3E50-105BE5DF63F0}"/>
              </a:ext>
            </a:extLst>
          </p:cNvPr>
          <p:cNvSpPr txBox="1"/>
          <p:nvPr/>
        </p:nvSpPr>
        <p:spPr>
          <a:xfrm>
            <a:off x="1414145" y="3300363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个人护理用品（浓度：</a:t>
            </a:r>
            <a:r>
              <a:rPr lang="en-US" altLang="zh-CN" b="1" dirty="0"/>
              <a:t>0.5%-1.5%</a:t>
            </a:r>
            <a:r>
              <a:rPr lang="zh-CN" altLang="en-US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55632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923DE6-9B2D-1F7C-025D-97E7EB3522F1}"/>
              </a:ext>
            </a:extLst>
          </p:cNvPr>
          <p:cNvSpPr txBox="1"/>
          <p:nvPr/>
        </p:nvSpPr>
        <p:spPr>
          <a:xfrm>
            <a:off x="1031001" y="552322"/>
            <a:ext cx="95613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护肤产品</a:t>
            </a:r>
            <a:r>
              <a:rPr lang="zh-CN" altLang="en-US" sz="2000" dirty="0"/>
              <a:t>：在乳液、面霜、精华液、爽肤水中，苯氧乙醇常作为主防腐剂或辅助防腐剂，使用浓度通常为 </a:t>
            </a:r>
            <a:r>
              <a:rPr lang="en-US" altLang="zh-CN" sz="2000" dirty="0"/>
              <a:t>0.5%-1.0%</a:t>
            </a:r>
            <a:r>
              <a:rPr lang="zh-CN" altLang="en-US" sz="2000" dirty="0"/>
              <a:t>。它能抑制细菌、真菌生长，且与皮肤相容性好。同时，它还可作为助溶剂，帮助植物提取物、脂溶性活性物溶解，提升配方透明度和产品肤感，还能辅助保湿。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9053DA-097A-AC6A-23D2-2E7C51926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34" y="2104960"/>
            <a:ext cx="4754061" cy="42007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0204BB-E3C7-94B6-CAE5-CD36315F1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973" y="2104962"/>
            <a:ext cx="4415910" cy="42007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486C302D-3297-05E1-A8F9-AC1A9C6AB718}"/>
                  </a:ext>
                </a:extLst>
              </p14:cNvPr>
              <p14:cNvContentPartPr/>
              <p14:nvPr/>
            </p14:nvContentPartPr>
            <p14:xfrm>
              <a:off x="6885314" y="4068561"/>
              <a:ext cx="455040" cy="7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486C302D-3297-05E1-A8F9-AC1A9C6AB7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1314" y="3852561"/>
                <a:ext cx="56268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208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AFA0A94-C515-2B56-2321-DB0E42F17F32}"/>
              </a:ext>
            </a:extLst>
          </p:cNvPr>
          <p:cNvSpPr txBox="1"/>
          <p:nvPr/>
        </p:nvSpPr>
        <p:spPr>
          <a:xfrm>
            <a:off x="1391034" y="589143"/>
            <a:ext cx="3909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彩妆产品</a:t>
            </a:r>
            <a:r>
              <a:rPr lang="zh-CN" altLang="en-US" dirty="0"/>
              <a:t>：在唇膏、睫毛膏、指甲油中，苯氧乙醇可增强产品的溶解性和杀菌能力，还能帮助色料溶解和分散，保持产品质地均匀，防止微生物污染。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CB6C57-CF45-19B2-B3FF-7BD8336A2806}"/>
              </a:ext>
            </a:extLst>
          </p:cNvPr>
          <p:cNvSpPr txBox="1"/>
          <p:nvPr/>
        </p:nvSpPr>
        <p:spPr>
          <a:xfrm>
            <a:off x="6627865" y="589144"/>
            <a:ext cx="4173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防晒产品</a:t>
            </a:r>
            <a:r>
              <a:rPr lang="zh-CN" altLang="en-US" dirty="0"/>
              <a:t>：苯氧乙醇能帮助氧化锌、二氧化钛等物理防晒剂或脂溶性防晒剂分散，减少搓泥现象，同时发挥防腐作用，延长产品保质期。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D4BF23-7251-F51F-F4B4-F2BA1E78E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874" y="2289069"/>
            <a:ext cx="3794657" cy="35103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355EBB-9C70-FDAC-DB1B-01F50A457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65" y="2289069"/>
            <a:ext cx="4267200" cy="351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3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CB9A-3719-B3E4-1819-F2DCF833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077C158-1B5E-FE54-1329-87C6EF0F7AF6}"/>
              </a:ext>
            </a:extLst>
          </p:cNvPr>
          <p:cNvSpPr txBox="1"/>
          <p:nvPr/>
        </p:nvSpPr>
        <p:spPr>
          <a:xfrm>
            <a:off x="1391034" y="589143"/>
            <a:ext cx="39092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洗发水和沐浴露</a:t>
            </a:r>
            <a:r>
              <a:rPr lang="zh-CN" altLang="en-US" dirty="0"/>
              <a:t>：苯氧乙醇可作为防腐剂抑制微生物生长，防止产品变质，还能帮助去除皮肤和头发的油脂和污垢，保持皮肤的自然油脂平衡，同时改善头发的顺滑度和光泽度，使产品形成均匀的泡沫，增强清洁效果。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A724162-58A9-E135-29DD-73C8D20A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857" y="589143"/>
            <a:ext cx="3281203" cy="175432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B4C7CDB-340D-CA6D-BCC0-F9BFE35BBE07}"/>
              </a:ext>
            </a:extLst>
          </p:cNvPr>
          <p:cNvSpPr txBox="1"/>
          <p:nvPr/>
        </p:nvSpPr>
        <p:spPr>
          <a:xfrm>
            <a:off x="1319437" y="3326207"/>
            <a:ext cx="40687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作为药物防腐剂</a:t>
            </a:r>
            <a:r>
              <a:rPr lang="zh-CN" altLang="en-US" dirty="0"/>
              <a:t>：苯氧乙醇还可作为防腐剂添加到一些外用药品中，如部分抗生素软膏、乳膏等，以防止药品在使用期间被微生物污染，延长药品的保质期。例如，在一些治疗痤疮的阿达帕林凝胶中，就可能添加苯氧乙醇来保证产品的稳定性和安全性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E20FD9-E744-B6E1-F192-D68CD7B51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080" y="3025498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55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8D8C9E-EDDC-CCBF-976C-0176F8207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24" y="1726856"/>
            <a:ext cx="11580952" cy="444687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E892043-E8C0-82A4-DE15-57723AABC2EE}"/>
              </a:ext>
            </a:extLst>
          </p:cNvPr>
          <p:cNvSpPr txBox="1"/>
          <p:nvPr/>
        </p:nvSpPr>
        <p:spPr>
          <a:xfrm>
            <a:off x="447994" y="528242"/>
            <a:ext cx="7818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04.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苯氧乙醇弊端及核心应对思路</a:t>
            </a:r>
          </a:p>
        </p:txBody>
      </p:sp>
    </p:spTree>
    <p:extLst>
      <p:ext uri="{BB962C8B-B14F-4D97-AF65-F5344CB8AC3E}">
        <p14:creationId xmlns:p14="http://schemas.microsoft.com/office/powerpoint/2010/main" val="174017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198E6-30A7-1F4E-E002-F8365B4E23BC}"/>
              </a:ext>
            </a:extLst>
          </p:cNvPr>
          <p:cNvSpPr txBox="1"/>
          <p:nvPr/>
        </p:nvSpPr>
        <p:spPr>
          <a:xfrm>
            <a:off x="3939899" y="2338164"/>
            <a:ext cx="49340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35806664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D3BDA6"/>
      </a:accent1>
      <a:accent2>
        <a:srgbClr val="DBB479"/>
      </a:accent2>
      <a:accent3>
        <a:srgbClr val="AB8A7D"/>
      </a:accent3>
      <a:accent4>
        <a:srgbClr val="2C3741"/>
      </a:accent4>
      <a:accent5>
        <a:srgbClr val="2C3741"/>
      </a:accent5>
      <a:accent6>
        <a:srgbClr val="DBB47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1034</Words>
  <Application>Microsoft Office PowerPoint</Application>
  <PresentationFormat>宽屏</PresentationFormat>
  <Paragraphs>64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FontAwesome</vt:lpstr>
      <vt:lpstr>MiSans</vt:lpstr>
      <vt:lpstr>等线</vt:lpstr>
      <vt:lpstr>宋体</vt:lpstr>
      <vt:lpstr>Arial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苯氧乙醇全景：性质、合成与日化应用</dc:title>
  <dc:subject>苯氧乙醇全景：性质、合成与日化应用</dc:subject>
  <dc:creator>Kimi</dc:creator>
  <cp:lastModifiedBy>Administrator</cp:lastModifiedBy>
  <cp:revision>8</cp:revision>
  <dcterms:created xsi:type="dcterms:W3CDTF">2025-11-17T11:24:48Z</dcterms:created>
  <dcterms:modified xsi:type="dcterms:W3CDTF">2025-12-02T02:49:44Z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{"Label":"苯氧乙醇全景：性质、合成与日化应用","ContentProducer":"001191110108MACG2KBH8F10000","ProduceID":"d4dga9hl51jcnedbob2g","ReservedCode1":"","ContentPropagator":"001191110108MACG2KBH8F20000","PropagateID":"d4dga9hl51jcnedbob2g","ReservedCode2":""}</vt:lpwstr>
  </property>
</Properties>
</file>